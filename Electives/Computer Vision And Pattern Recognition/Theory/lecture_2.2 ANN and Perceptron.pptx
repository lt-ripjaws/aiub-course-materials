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8" r:id="rId2"/>
    <p:sldId id="359" r:id="rId3"/>
    <p:sldId id="360" r:id="rId4"/>
    <p:sldId id="261" r:id="rId5"/>
    <p:sldId id="363" r:id="rId6"/>
    <p:sldId id="364" r:id="rId7"/>
    <p:sldId id="365" r:id="rId8"/>
    <p:sldId id="366" r:id="rId9"/>
    <p:sldId id="367" r:id="rId10"/>
    <p:sldId id="368" r:id="rId11"/>
    <p:sldId id="369" r:id="rId12"/>
    <p:sldId id="370" r:id="rId13"/>
    <p:sldId id="371" r:id="rId14"/>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B51991-5554-450B-886C-807E1A982BED}" v="100" dt="2026-02-14T13:26:24.85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940" y="2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vir Ahmed" userId="5fa9bf89-1556-4927-a8e9-24c5d464f299" providerId="ADAL" clId="{6BF7E4AA-0B85-44E6-BF55-81938EF97278}"/>
    <pc:docChg chg="undo custSel addSld delSld modSld">
      <pc:chgData name="Tanvir Ahmed" userId="5fa9bf89-1556-4927-a8e9-24c5d464f299" providerId="ADAL" clId="{6BF7E4AA-0B85-44E6-BF55-81938EF97278}" dt="2026-02-14T15:12:15.735" v="15" actId="14100"/>
      <pc:docMkLst>
        <pc:docMk/>
      </pc:docMkLst>
      <pc:sldChg chg="modSp mod">
        <pc:chgData name="Tanvir Ahmed" userId="5fa9bf89-1556-4927-a8e9-24c5d464f299" providerId="ADAL" clId="{6BF7E4AA-0B85-44E6-BF55-81938EF97278}" dt="2026-02-14T15:08:44.980" v="0" actId="14100"/>
        <pc:sldMkLst>
          <pc:docMk/>
          <pc:sldMk cId="4129580438" sldId="363"/>
        </pc:sldMkLst>
        <pc:spChg chg="mod">
          <ac:chgData name="Tanvir Ahmed" userId="5fa9bf89-1556-4927-a8e9-24c5d464f299" providerId="ADAL" clId="{6BF7E4AA-0B85-44E6-BF55-81938EF97278}" dt="2026-02-14T15:08:44.980" v="0" actId="14100"/>
          <ac:spMkLst>
            <pc:docMk/>
            <pc:sldMk cId="4129580438" sldId="363"/>
            <ac:spMk id="3" creationId="{765A55CB-9C16-21E2-9445-548736C02607}"/>
          </ac:spMkLst>
        </pc:spChg>
      </pc:sldChg>
      <pc:sldChg chg="addSp delSp modSp add del mod">
        <pc:chgData name="Tanvir Ahmed" userId="5fa9bf89-1556-4927-a8e9-24c5d464f299" providerId="ADAL" clId="{6BF7E4AA-0B85-44E6-BF55-81938EF97278}" dt="2026-02-14T15:10:30.995" v="4"/>
        <pc:sldMkLst>
          <pc:docMk/>
          <pc:sldMk cId="4181891432" sldId="366"/>
        </pc:sldMkLst>
        <pc:picChg chg="add mod">
          <ac:chgData name="Tanvir Ahmed" userId="5fa9bf89-1556-4927-a8e9-24c5d464f299" providerId="ADAL" clId="{6BF7E4AA-0B85-44E6-BF55-81938EF97278}" dt="2026-02-14T15:10:30.995" v="4"/>
          <ac:picMkLst>
            <pc:docMk/>
            <pc:sldMk cId="4181891432" sldId="366"/>
            <ac:picMk id="8" creationId="{31A27FD4-95B2-4EEB-B3A0-0D209F225FE7}"/>
          </ac:picMkLst>
        </pc:picChg>
        <pc:picChg chg="del">
          <ac:chgData name="Tanvir Ahmed" userId="5fa9bf89-1556-4927-a8e9-24c5d464f299" providerId="ADAL" clId="{6BF7E4AA-0B85-44E6-BF55-81938EF97278}" dt="2026-02-14T15:10:30.253" v="3" actId="478"/>
          <ac:picMkLst>
            <pc:docMk/>
            <pc:sldMk cId="4181891432" sldId="366"/>
            <ac:picMk id="10" creationId="{0C045843-0061-6FC1-444B-91BA4FE59716}"/>
          </ac:picMkLst>
        </pc:picChg>
      </pc:sldChg>
      <pc:sldChg chg="modSp mod">
        <pc:chgData name="Tanvir Ahmed" userId="5fa9bf89-1556-4927-a8e9-24c5d464f299" providerId="ADAL" clId="{6BF7E4AA-0B85-44E6-BF55-81938EF97278}" dt="2026-02-14T15:12:15.735" v="15" actId="14100"/>
        <pc:sldMkLst>
          <pc:docMk/>
          <pc:sldMk cId="1816497055" sldId="368"/>
        </pc:sldMkLst>
        <pc:spChg chg="mod">
          <ac:chgData name="Tanvir Ahmed" userId="5fa9bf89-1556-4927-a8e9-24c5d464f299" providerId="ADAL" clId="{6BF7E4AA-0B85-44E6-BF55-81938EF97278}" dt="2026-02-14T15:12:15.735" v="15" actId="14100"/>
          <ac:spMkLst>
            <pc:docMk/>
            <pc:sldMk cId="1816497055" sldId="368"/>
            <ac:spMk id="2" creationId="{C95A95B3-A852-9392-1376-BE9FA44879E3}"/>
          </ac:spMkLst>
        </pc:spChg>
      </pc:sldChg>
    </pc:docChg>
  </pc:docChgLst>
  <pc:docChgLst>
    <pc:chgData name="Tanvir Ahmed" userId="5fa9bf89-1556-4927-a8e9-24c5d464f299" providerId="ADAL" clId="{AE83358B-5FE0-4F9E-9137-F39B1506DA04}"/>
    <pc:docChg chg="delSld">
      <pc:chgData name="Tanvir Ahmed" userId="5fa9bf89-1556-4927-a8e9-24c5d464f299" providerId="ADAL" clId="{AE83358B-5FE0-4F9E-9137-F39B1506DA04}" dt="2026-02-15T03:24:25.893" v="0" actId="2696"/>
      <pc:docMkLst>
        <pc:docMk/>
      </pc:docMkLst>
      <pc:sldChg chg="del">
        <pc:chgData name="Tanvir Ahmed" userId="5fa9bf89-1556-4927-a8e9-24c5d464f299" providerId="ADAL" clId="{AE83358B-5FE0-4F9E-9137-F39B1506DA04}" dt="2026-02-15T03:24:25.893" v="0" actId="2696"/>
        <pc:sldMkLst>
          <pc:docMk/>
          <pc:sldMk cId="4169074550" sldId="361"/>
        </pc:sldMkLst>
      </pc:sldChg>
    </pc:docChg>
  </pc:docChgLst>
  <pc:docChgLst>
    <pc:chgData name="Tanvir Ahmed" userId="5fa9bf89-1556-4927-a8e9-24c5d464f299" providerId="ADAL" clId="{A7618E8A-B491-488C-8024-BBCB5C8E399F}"/>
    <pc:docChg chg="custSel delSld modMainMaster">
      <pc:chgData name="Tanvir Ahmed" userId="5fa9bf89-1556-4927-a8e9-24c5d464f299" providerId="ADAL" clId="{A7618E8A-B491-488C-8024-BBCB5C8E399F}" dt="2026-01-16T16:34:26.706" v="7" actId="2696"/>
      <pc:docMkLst>
        <pc:docMk/>
      </pc:docMkLst>
      <pc:sldMasterChg chg="delSp mod modSldLayout">
        <pc:chgData name="Tanvir Ahmed" userId="5fa9bf89-1556-4927-a8e9-24c5d464f299" providerId="ADAL" clId="{A7618E8A-B491-488C-8024-BBCB5C8E399F}" dt="2026-01-16T16:34:11.007" v="4" actId="478"/>
        <pc:sldMasterMkLst>
          <pc:docMk/>
          <pc:sldMasterMk cId="0" sldId="2147483648"/>
        </pc:sldMasterMkLst>
        <pc:sldLayoutChg chg="delSp mod">
          <pc:chgData name="Tanvir Ahmed" userId="5fa9bf89-1556-4927-a8e9-24c5d464f299" providerId="ADAL" clId="{A7618E8A-B491-488C-8024-BBCB5C8E399F}" dt="2026-01-16T16:34:11.007" v="4" actId="478"/>
          <pc:sldLayoutMkLst>
            <pc:docMk/>
            <pc:sldMasterMk cId="0" sldId="2147483648"/>
            <pc:sldLayoutMk cId="0" sldId="2147483661"/>
          </pc:sldLayoutMkLst>
        </pc:sldLayoutChg>
      </pc:sldMasterChg>
    </pc:docChg>
  </pc:docChgLst>
  <pc:docChgLst>
    <pc:chgData name="Tanvir Ahmed" userId="5fa9bf89-1556-4927-a8e9-24c5d464f299" providerId="ADAL" clId="{1AA4345A-BCE0-4C06-BB87-746FC5FA3BB4}"/>
    <pc:docChg chg="undo custSel addSld delSld modSld sldOrd">
      <pc:chgData name="Tanvir Ahmed" userId="5fa9bf89-1556-4927-a8e9-24c5d464f299" providerId="ADAL" clId="{1AA4345A-BCE0-4C06-BB87-746FC5FA3BB4}" dt="2026-02-14T13:50:17.348" v="1638" actId="20577"/>
      <pc:docMkLst>
        <pc:docMk/>
      </pc:docMkLst>
      <pc:sldChg chg="addSp delSp modSp mod ord">
        <pc:chgData name="Tanvir Ahmed" userId="5fa9bf89-1556-4927-a8e9-24c5d464f299" providerId="ADAL" clId="{1AA4345A-BCE0-4C06-BB87-746FC5FA3BB4}" dt="2026-02-10T03:38:35.407" v="1003" actId="1076"/>
        <pc:sldMkLst>
          <pc:docMk/>
          <pc:sldMk cId="0" sldId="261"/>
        </pc:sldMkLst>
        <pc:spChg chg="mod">
          <ac:chgData name="Tanvir Ahmed" userId="5fa9bf89-1556-4927-a8e9-24c5d464f299" providerId="ADAL" clId="{1AA4345A-BCE0-4C06-BB87-746FC5FA3BB4}" dt="2026-02-10T03:35:21.187" v="963" actId="20577"/>
          <ac:spMkLst>
            <pc:docMk/>
            <pc:sldMk cId="0" sldId="261"/>
            <ac:spMk id="2" creationId="{00000000-0000-0000-0000-000000000000}"/>
          </ac:spMkLst>
        </pc:spChg>
        <pc:spChg chg="add del mod">
          <ac:chgData name="Tanvir Ahmed" userId="5fa9bf89-1556-4927-a8e9-24c5d464f299" providerId="ADAL" clId="{1AA4345A-BCE0-4C06-BB87-746FC5FA3BB4}" dt="2026-02-10T03:37:31.720" v="992" actId="1076"/>
          <ac:spMkLst>
            <pc:docMk/>
            <pc:sldMk cId="0" sldId="261"/>
            <ac:spMk id="11" creationId="{1AE058A1-76B5-6130-21A5-0DEF9B047C28}"/>
          </ac:spMkLst>
        </pc:spChg>
        <pc:spChg chg="add mod">
          <ac:chgData name="Tanvir Ahmed" userId="5fa9bf89-1556-4927-a8e9-24c5d464f299" providerId="ADAL" clId="{1AA4345A-BCE0-4C06-BB87-746FC5FA3BB4}" dt="2026-02-10T03:38:15.193" v="998"/>
          <ac:spMkLst>
            <pc:docMk/>
            <pc:sldMk cId="0" sldId="261"/>
            <ac:spMk id="13" creationId="{8BBD4AF8-B0AD-1A91-EB35-86A638A9AFAC}"/>
          </ac:spMkLst>
        </pc:spChg>
        <pc:picChg chg="add mod">
          <ac:chgData name="Tanvir Ahmed" userId="5fa9bf89-1556-4927-a8e9-24c5d464f299" providerId="ADAL" clId="{1AA4345A-BCE0-4C06-BB87-746FC5FA3BB4}" dt="2026-02-10T03:38:35.407" v="1003" actId="1076"/>
          <ac:picMkLst>
            <pc:docMk/>
            <pc:sldMk cId="0" sldId="261"/>
            <ac:picMk id="3078" creationId="{38D775BC-A50D-DC73-2D40-5A7D9449DDEC}"/>
          </ac:picMkLst>
        </pc:picChg>
      </pc:sldChg>
      <pc:sldChg chg="modSp add mod">
        <pc:chgData name="Tanvir Ahmed" userId="5fa9bf89-1556-4927-a8e9-24c5d464f299" providerId="ADAL" clId="{1AA4345A-BCE0-4C06-BB87-746FC5FA3BB4}" dt="2026-02-14T13:50:17.348" v="1638" actId="20577"/>
        <pc:sldMkLst>
          <pc:docMk/>
          <pc:sldMk cId="700707328" sldId="358"/>
        </pc:sldMkLst>
        <pc:spChg chg="mod">
          <ac:chgData name="Tanvir Ahmed" userId="5fa9bf89-1556-4927-a8e9-24c5d464f299" providerId="ADAL" clId="{1AA4345A-BCE0-4C06-BB87-746FC5FA3BB4}" dt="2026-02-10T03:28:38.703" v="859" actId="20577"/>
          <ac:spMkLst>
            <pc:docMk/>
            <pc:sldMk cId="700707328" sldId="358"/>
            <ac:spMk id="2" creationId="{00000000-0000-0000-0000-000000000000}"/>
          </ac:spMkLst>
        </pc:spChg>
        <pc:graphicFrameChg chg="modGraphic">
          <ac:chgData name="Tanvir Ahmed" userId="5fa9bf89-1556-4927-a8e9-24c5d464f299" providerId="ADAL" clId="{1AA4345A-BCE0-4C06-BB87-746FC5FA3BB4}" dt="2026-02-14T13:50:17.348" v="1638" actId="20577"/>
          <ac:graphicFrameMkLst>
            <pc:docMk/>
            <pc:sldMk cId="700707328" sldId="358"/>
            <ac:graphicFrameMk id="7" creationId="{29FF08AD-7519-4C4A-8E0D-640DF5BB5E58}"/>
          </ac:graphicFrameMkLst>
        </pc:graphicFrameChg>
      </pc:sldChg>
      <pc:sldChg chg="addSp delSp modSp new mod ord setBg">
        <pc:chgData name="Tanvir Ahmed" userId="5fa9bf89-1556-4927-a8e9-24c5d464f299" providerId="ADAL" clId="{1AA4345A-BCE0-4C06-BB87-746FC5FA3BB4}" dt="2026-02-10T03:29:40.755" v="878" actId="20577"/>
        <pc:sldMkLst>
          <pc:docMk/>
          <pc:sldMk cId="3800238198" sldId="359"/>
        </pc:sldMkLst>
        <pc:spChg chg="mod">
          <ac:chgData name="Tanvir Ahmed" userId="5fa9bf89-1556-4927-a8e9-24c5d464f299" providerId="ADAL" clId="{1AA4345A-BCE0-4C06-BB87-746FC5FA3BB4}" dt="2026-02-10T03:28:55.172" v="874" actId="20577"/>
          <ac:spMkLst>
            <pc:docMk/>
            <pc:sldMk cId="3800238198" sldId="359"/>
            <ac:spMk id="2" creationId="{82A430E8-3E7A-CB7C-5DC2-514CB7062ECD}"/>
          </ac:spMkLst>
        </pc:spChg>
        <pc:spChg chg="mod">
          <ac:chgData name="Tanvir Ahmed" userId="5fa9bf89-1556-4927-a8e9-24c5d464f299" providerId="ADAL" clId="{1AA4345A-BCE0-4C06-BB87-746FC5FA3BB4}" dt="2026-02-10T03:29:40.755" v="878" actId="20577"/>
          <ac:spMkLst>
            <pc:docMk/>
            <pc:sldMk cId="3800238198" sldId="359"/>
            <ac:spMk id="3" creationId="{F10B1AC6-BF2C-D8BC-2591-78A5D400289C}"/>
          </ac:spMkLst>
        </pc:spChg>
        <pc:spChg chg="add">
          <ac:chgData name="Tanvir Ahmed" userId="5fa9bf89-1556-4927-a8e9-24c5d464f299" providerId="ADAL" clId="{1AA4345A-BCE0-4C06-BB87-746FC5FA3BB4}" dt="2026-01-31T14:03:00.066" v="313" actId="26606"/>
          <ac:spMkLst>
            <pc:docMk/>
            <pc:sldMk cId="3800238198" sldId="359"/>
            <ac:spMk id="10" creationId="{1A95671B-3CC6-4792-9114-B74FAEA224E6}"/>
          </ac:spMkLst>
        </pc:spChg>
        <pc:picChg chg="add mod">
          <ac:chgData name="Tanvir Ahmed" userId="5fa9bf89-1556-4927-a8e9-24c5d464f299" providerId="ADAL" clId="{1AA4345A-BCE0-4C06-BB87-746FC5FA3BB4}" dt="2026-02-10T03:29:10.827" v="877" actId="1076"/>
          <ac:picMkLst>
            <pc:docMk/>
            <pc:sldMk cId="3800238198" sldId="359"/>
            <ac:picMk id="1026" creationId="{BCA504B1-40C4-6C68-A78E-43C03AE56758}"/>
          </ac:picMkLst>
        </pc:picChg>
      </pc:sldChg>
      <pc:sldChg chg="addSp delSp modSp add mod">
        <pc:chgData name="Tanvir Ahmed" userId="5fa9bf89-1556-4927-a8e9-24c5d464f299" providerId="ADAL" clId="{1AA4345A-BCE0-4C06-BB87-746FC5FA3BB4}" dt="2026-02-10T03:33:39.286" v="933" actId="14100"/>
        <pc:sldMkLst>
          <pc:docMk/>
          <pc:sldMk cId="966005880" sldId="360"/>
        </pc:sldMkLst>
        <pc:spChg chg="mod">
          <ac:chgData name="Tanvir Ahmed" userId="5fa9bf89-1556-4927-a8e9-24c5d464f299" providerId="ADAL" clId="{1AA4345A-BCE0-4C06-BB87-746FC5FA3BB4}" dt="2026-02-10T03:30:27.440" v="916" actId="20577"/>
          <ac:spMkLst>
            <pc:docMk/>
            <pc:sldMk cId="966005880" sldId="360"/>
            <ac:spMk id="2" creationId="{6C4A02F0-DC00-9856-F4E6-F4EF20C3517B}"/>
          </ac:spMkLst>
        </pc:spChg>
        <pc:spChg chg="add mod">
          <ac:chgData name="Tanvir Ahmed" userId="5fa9bf89-1556-4927-a8e9-24c5d464f299" providerId="ADAL" clId="{1AA4345A-BCE0-4C06-BB87-746FC5FA3BB4}" dt="2026-02-10T03:33:39.286" v="933" actId="14100"/>
          <ac:spMkLst>
            <pc:docMk/>
            <pc:sldMk cId="966005880" sldId="360"/>
            <ac:spMk id="8" creationId="{DB0F0F50-3A0E-4CC6-5572-B85EED9578F2}"/>
          </ac:spMkLst>
        </pc:spChg>
        <pc:picChg chg="add mod">
          <ac:chgData name="Tanvir Ahmed" userId="5fa9bf89-1556-4927-a8e9-24c5d464f299" providerId="ADAL" clId="{1AA4345A-BCE0-4C06-BB87-746FC5FA3BB4}" dt="2026-02-10T03:30:35.786" v="918" actId="1076"/>
          <ac:picMkLst>
            <pc:docMk/>
            <pc:sldMk cId="966005880" sldId="360"/>
            <ac:picMk id="2050" creationId="{1B323400-F018-59F4-7FED-B970DA6F9FB0}"/>
          </ac:picMkLst>
        </pc:picChg>
      </pc:sldChg>
      <pc:sldChg chg="new del">
        <pc:chgData name="Tanvir Ahmed" userId="5fa9bf89-1556-4927-a8e9-24c5d464f299" providerId="ADAL" clId="{1AA4345A-BCE0-4C06-BB87-746FC5FA3BB4}" dt="2026-02-14T12:23:09.460" v="1008" actId="2696"/>
        <pc:sldMkLst>
          <pc:docMk/>
          <pc:sldMk cId="1893456690" sldId="362"/>
        </pc:sldMkLst>
      </pc:sldChg>
      <pc:sldChg chg="addSp delSp modSp add mod">
        <pc:chgData name="Tanvir Ahmed" userId="5fa9bf89-1556-4927-a8e9-24c5d464f299" providerId="ADAL" clId="{1AA4345A-BCE0-4C06-BB87-746FC5FA3BB4}" dt="2026-02-14T12:26:54.063" v="1060" actId="1076"/>
        <pc:sldMkLst>
          <pc:docMk/>
          <pc:sldMk cId="4129580438" sldId="363"/>
        </pc:sldMkLst>
        <pc:spChg chg="mod">
          <ac:chgData name="Tanvir Ahmed" userId="5fa9bf89-1556-4927-a8e9-24c5d464f299" providerId="ADAL" clId="{1AA4345A-BCE0-4C06-BB87-746FC5FA3BB4}" dt="2026-02-14T12:25:36.250" v="1037" actId="20577"/>
          <ac:spMkLst>
            <pc:docMk/>
            <pc:sldMk cId="4129580438" sldId="363"/>
            <ac:spMk id="2" creationId="{939182AF-F35B-34CF-606E-3DF51DD58ED6}"/>
          </ac:spMkLst>
        </pc:spChg>
        <pc:spChg chg="add mod">
          <ac:chgData name="Tanvir Ahmed" userId="5fa9bf89-1556-4927-a8e9-24c5d464f299" providerId="ADAL" clId="{1AA4345A-BCE0-4C06-BB87-746FC5FA3BB4}" dt="2026-02-14T12:26:54.063" v="1060" actId="1076"/>
          <ac:spMkLst>
            <pc:docMk/>
            <pc:sldMk cId="4129580438" sldId="363"/>
            <ac:spMk id="3" creationId="{765A55CB-9C16-21E2-9445-548736C02607}"/>
          </ac:spMkLst>
        </pc:spChg>
        <pc:spChg chg="del">
          <ac:chgData name="Tanvir Ahmed" userId="5fa9bf89-1556-4927-a8e9-24c5d464f299" providerId="ADAL" clId="{1AA4345A-BCE0-4C06-BB87-746FC5FA3BB4}" dt="2026-02-14T12:23:20.527" v="1009" actId="478"/>
          <ac:spMkLst>
            <pc:docMk/>
            <pc:sldMk cId="4129580438" sldId="363"/>
            <ac:spMk id="11" creationId="{5C493215-0809-F702-91CC-3BEEB29EB66A}"/>
          </ac:spMkLst>
        </pc:spChg>
        <pc:spChg chg="del">
          <ac:chgData name="Tanvir Ahmed" userId="5fa9bf89-1556-4927-a8e9-24c5d464f299" providerId="ADAL" clId="{1AA4345A-BCE0-4C06-BB87-746FC5FA3BB4}" dt="2026-02-14T12:23:24.231" v="1010" actId="478"/>
          <ac:spMkLst>
            <pc:docMk/>
            <pc:sldMk cId="4129580438" sldId="363"/>
            <ac:spMk id="13" creationId="{DF657B71-4833-49E1-2667-A7B9465A9BDE}"/>
          </ac:spMkLst>
        </pc:spChg>
        <pc:picChg chg="del">
          <ac:chgData name="Tanvir Ahmed" userId="5fa9bf89-1556-4927-a8e9-24c5d464f299" providerId="ADAL" clId="{1AA4345A-BCE0-4C06-BB87-746FC5FA3BB4}" dt="2026-02-14T12:23:26.130" v="1011" actId="478"/>
          <ac:picMkLst>
            <pc:docMk/>
            <pc:sldMk cId="4129580438" sldId="363"/>
            <ac:picMk id="3078" creationId="{AAD7A1C4-67EC-940E-54AD-5D2321533AFE}"/>
          </ac:picMkLst>
        </pc:picChg>
      </pc:sldChg>
      <pc:sldChg chg="addSp modSp add mod">
        <pc:chgData name="Tanvir Ahmed" userId="5fa9bf89-1556-4927-a8e9-24c5d464f299" providerId="ADAL" clId="{1AA4345A-BCE0-4C06-BB87-746FC5FA3BB4}" dt="2026-02-14T12:28:50.433" v="1102" actId="14100"/>
        <pc:sldMkLst>
          <pc:docMk/>
          <pc:sldMk cId="3527023480" sldId="364"/>
        </pc:sldMkLst>
        <pc:spChg chg="mod">
          <ac:chgData name="Tanvir Ahmed" userId="5fa9bf89-1556-4927-a8e9-24c5d464f299" providerId="ADAL" clId="{1AA4345A-BCE0-4C06-BB87-746FC5FA3BB4}" dt="2026-02-14T12:28:50.433" v="1102" actId="14100"/>
          <ac:spMkLst>
            <pc:docMk/>
            <pc:sldMk cId="3527023480" sldId="364"/>
            <ac:spMk id="3" creationId="{144F5DE9-B10A-B36B-9DC1-63C0EAD150AE}"/>
          </ac:spMkLst>
        </pc:spChg>
        <pc:spChg chg="add mod">
          <ac:chgData name="Tanvir Ahmed" userId="5fa9bf89-1556-4927-a8e9-24c5d464f299" providerId="ADAL" clId="{1AA4345A-BCE0-4C06-BB87-746FC5FA3BB4}" dt="2026-02-14T12:28:14.221" v="1100" actId="14100"/>
          <ac:spMkLst>
            <pc:docMk/>
            <pc:sldMk cId="3527023480" sldId="364"/>
            <ac:spMk id="8" creationId="{1A991CE0-EBD5-4360-DBEA-54B169DC711A}"/>
          </ac:spMkLst>
        </pc:spChg>
        <pc:picChg chg="add mod">
          <ac:chgData name="Tanvir Ahmed" userId="5fa9bf89-1556-4927-a8e9-24c5d464f299" providerId="ADAL" clId="{1AA4345A-BCE0-4C06-BB87-746FC5FA3BB4}" dt="2026-02-14T12:28:21.165" v="1101" actId="1076"/>
          <ac:picMkLst>
            <pc:docMk/>
            <pc:sldMk cId="3527023480" sldId="364"/>
            <ac:picMk id="1026" creationId="{9DFE853A-83F4-D702-C065-2ED8C7DE8378}"/>
          </ac:picMkLst>
        </pc:picChg>
      </pc:sldChg>
      <pc:sldChg chg="addSp delSp modSp add mod">
        <pc:chgData name="Tanvir Ahmed" userId="5fa9bf89-1556-4927-a8e9-24c5d464f299" providerId="ADAL" clId="{1AA4345A-BCE0-4C06-BB87-746FC5FA3BB4}" dt="2026-02-14T12:31:22.475" v="1135" actId="14100"/>
        <pc:sldMkLst>
          <pc:docMk/>
          <pc:sldMk cId="683921950" sldId="365"/>
        </pc:sldMkLst>
        <pc:spChg chg="add mod">
          <ac:chgData name="Tanvir Ahmed" userId="5fa9bf89-1556-4927-a8e9-24c5d464f299" providerId="ADAL" clId="{1AA4345A-BCE0-4C06-BB87-746FC5FA3BB4}" dt="2026-02-14T12:31:22.475" v="1135" actId="14100"/>
          <ac:spMkLst>
            <pc:docMk/>
            <pc:sldMk cId="683921950" sldId="365"/>
            <ac:spMk id="13" creationId="{FF1ED52D-D444-6319-ECA2-006CF1EA0499}"/>
          </ac:spMkLst>
        </pc:spChg>
        <pc:picChg chg="add del mod">
          <ac:chgData name="Tanvir Ahmed" userId="5fa9bf89-1556-4927-a8e9-24c5d464f299" providerId="ADAL" clId="{1AA4345A-BCE0-4C06-BB87-746FC5FA3BB4}" dt="2026-02-14T12:30:03.538" v="1111" actId="478"/>
          <ac:picMkLst>
            <pc:docMk/>
            <pc:sldMk cId="683921950" sldId="365"/>
            <ac:picMk id="10" creationId="{8D12B294-68DC-3044-B7C0-F735E8179D19}"/>
          </ac:picMkLst>
        </pc:picChg>
        <pc:picChg chg="add mod">
          <ac:chgData name="Tanvir Ahmed" userId="5fa9bf89-1556-4927-a8e9-24c5d464f299" providerId="ADAL" clId="{1AA4345A-BCE0-4C06-BB87-746FC5FA3BB4}" dt="2026-02-14T12:30:51.450" v="1117" actId="1076"/>
          <ac:picMkLst>
            <pc:docMk/>
            <pc:sldMk cId="683921950" sldId="365"/>
            <ac:picMk id="12" creationId="{3B7438BE-F926-F09D-D06D-61C939AAE596}"/>
          </ac:picMkLst>
        </pc:picChg>
      </pc:sldChg>
      <pc:sldChg chg="addSp delSp modSp add mod">
        <pc:chgData name="Tanvir Ahmed" userId="5fa9bf89-1556-4927-a8e9-24c5d464f299" providerId="ADAL" clId="{1AA4345A-BCE0-4C06-BB87-746FC5FA3BB4}" dt="2026-02-14T12:34:57.780" v="1182" actId="1076"/>
        <pc:sldMkLst>
          <pc:docMk/>
          <pc:sldMk cId="4181891432" sldId="366"/>
        </pc:sldMkLst>
        <pc:spChg chg="mod">
          <ac:chgData name="Tanvir Ahmed" userId="5fa9bf89-1556-4927-a8e9-24c5d464f299" providerId="ADAL" clId="{1AA4345A-BCE0-4C06-BB87-746FC5FA3BB4}" dt="2026-02-14T12:34:17.139" v="1174" actId="20577"/>
          <ac:spMkLst>
            <pc:docMk/>
            <pc:sldMk cId="4181891432" sldId="366"/>
            <ac:spMk id="2" creationId="{B360FBDE-AC8B-E764-029B-B443FDA0A69E}"/>
          </ac:spMkLst>
        </pc:spChg>
        <pc:spChg chg="del">
          <ac:chgData name="Tanvir Ahmed" userId="5fa9bf89-1556-4927-a8e9-24c5d464f299" providerId="ADAL" clId="{1AA4345A-BCE0-4C06-BB87-746FC5FA3BB4}" dt="2026-02-14T12:34:21.965" v="1176" actId="478"/>
          <ac:spMkLst>
            <pc:docMk/>
            <pc:sldMk cId="4181891432" sldId="366"/>
            <ac:spMk id="3" creationId="{9817EBE5-05F8-0508-51BA-32C4164E8811}"/>
          </ac:spMkLst>
        </pc:spChg>
        <pc:spChg chg="del">
          <ac:chgData name="Tanvir Ahmed" userId="5fa9bf89-1556-4927-a8e9-24c5d464f299" providerId="ADAL" clId="{1AA4345A-BCE0-4C06-BB87-746FC5FA3BB4}" dt="2026-02-14T12:34:26.209" v="1178" actId="478"/>
          <ac:spMkLst>
            <pc:docMk/>
            <pc:sldMk cId="4181891432" sldId="366"/>
            <ac:spMk id="8" creationId="{B4519187-FE17-679E-8430-2FEA1287CB9B}"/>
          </ac:spMkLst>
        </pc:spChg>
        <pc:spChg chg="del">
          <ac:chgData name="Tanvir Ahmed" userId="5fa9bf89-1556-4927-a8e9-24c5d464f299" providerId="ADAL" clId="{1AA4345A-BCE0-4C06-BB87-746FC5FA3BB4}" dt="2026-02-14T12:34:28.723" v="1179" actId="478"/>
          <ac:spMkLst>
            <pc:docMk/>
            <pc:sldMk cId="4181891432" sldId="366"/>
            <ac:spMk id="13" creationId="{6F8C7ABE-E8EC-1BF9-6917-B3F55CA30859}"/>
          </ac:spMkLst>
        </pc:spChg>
        <pc:picChg chg="add mod">
          <ac:chgData name="Tanvir Ahmed" userId="5fa9bf89-1556-4927-a8e9-24c5d464f299" providerId="ADAL" clId="{1AA4345A-BCE0-4C06-BB87-746FC5FA3BB4}" dt="2026-02-14T12:34:57.780" v="1182" actId="1076"/>
          <ac:picMkLst>
            <pc:docMk/>
            <pc:sldMk cId="4181891432" sldId="366"/>
            <ac:picMk id="10" creationId="{0C045843-0061-6FC1-444B-91BA4FE59716}"/>
          </ac:picMkLst>
        </pc:picChg>
        <pc:picChg chg="del">
          <ac:chgData name="Tanvir Ahmed" userId="5fa9bf89-1556-4927-a8e9-24c5d464f299" providerId="ADAL" clId="{1AA4345A-BCE0-4C06-BB87-746FC5FA3BB4}" dt="2026-02-14T12:34:19.387" v="1175" actId="478"/>
          <ac:picMkLst>
            <pc:docMk/>
            <pc:sldMk cId="4181891432" sldId="366"/>
            <ac:picMk id="12" creationId="{2E1FB433-756A-343E-A639-E7023CCC3D97}"/>
          </ac:picMkLst>
        </pc:picChg>
        <pc:picChg chg="del">
          <ac:chgData name="Tanvir Ahmed" userId="5fa9bf89-1556-4927-a8e9-24c5d464f299" providerId="ADAL" clId="{1AA4345A-BCE0-4C06-BB87-746FC5FA3BB4}" dt="2026-02-14T12:34:23.663" v="1177" actId="478"/>
          <ac:picMkLst>
            <pc:docMk/>
            <pc:sldMk cId="4181891432" sldId="366"/>
            <ac:picMk id="1026" creationId="{908DADC2-4782-FD2F-DEC8-F789E79438E6}"/>
          </ac:picMkLst>
        </pc:picChg>
      </pc:sldChg>
      <pc:sldChg chg="addSp modSp add mod">
        <pc:chgData name="Tanvir Ahmed" userId="5fa9bf89-1556-4927-a8e9-24c5d464f299" providerId="ADAL" clId="{1AA4345A-BCE0-4C06-BB87-746FC5FA3BB4}" dt="2026-02-14T12:39:06.206" v="1235" actId="14100"/>
        <pc:sldMkLst>
          <pc:docMk/>
          <pc:sldMk cId="1499060287" sldId="367"/>
        </pc:sldMkLst>
        <pc:spChg chg="add mod">
          <ac:chgData name="Tanvir Ahmed" userId="5fa9bf89-1556-4927-a8e9-24c5d464f299" providerId="ADAL" clId="{1AA4345A-BCE0-4C06-BB87-746FC5FA3BB4}" dt="2026-02-14T12:39:06.206" v="1235" actId="14100"/>
          <ac:spMkLst>
            <pc:docMk/>
            <pc:sldMk cId="1499060287" sldId="367"/>
            <ac:spMk id="3" creationId="{19E76742-45B3-BBEF-E2D4-7378F4F7F3B2}"/>
          </ac:spMkLst>
        </pc:spChg>
        <pc:picChg chg="mod">
          <ac:chgData name="Tanvir Ahmed" userId="5fa9bf89-1556-4927-a8e9-24c5d464f299" providerId="ADAL" clId="{1AA4345A-BCE0-4C06-BB87-746FC5FA3BB4}" dt="2026-02-14T12:35:33.278" v="1187" actId="1076"/>
          <ac:picMkLst>
            <pc:docMk/>
            <pc:sldMk cId="1499060287" sldId="367"/>
            <ac:picMk id="10" creationId="{2B8BB787-E912-5E35-B9D7-1E9488F13C00}"/>
          </ac:picMkLst>
        </pc:picChg>
        <pc:picChg chg="add mod">
          <ac:chgData name="Tanvir Ahmed" userId="5fa9bf89-1556-4927-a8e9-24c5d464f299" providerId="ADAL" clId="{1AA4345A-BCE0-4C06-BB87-746FC5FA3BB4}" dt="2026-02-14T12:38:37.538" v="1195" actId="1076"/>
          <ac:picMkLst>
            <pc:docMk/>
            <pc:sldMk cId="1499060287" sldId="367"/>
            <ac:picMk id="2050" creationId="{C2164D98-0303-8A55-58F0-EA261A5AEC6B}"/>
          </ac:picMkLst>
        </pc:picChg>
      </pc:sldChg>
      <pc:sldChg chg="addSp delSp modSp add mod">
        <pc:chgData name="Tanvir Ahmed" userId="5fa9bf89-1556-4927-a8e9-24c5d464f299" providerId="ADAL" clId="{1AA4345A-BCE0-4C06-BB87-746FC5FA3BB4}" dt="2026-02-14T12:50:13.322" v="1455" actId="2711"/>
        <pc:sldMkLst>
          <pc:docMk/>
          <pc:sldMk cId="1816497055" sldId="368"/>
        </pc:sldMkLst>
        <pc:spChg chg="mod">
          <ac:chgData name="Tanvir Ahmed" userId="5fa9bf89-1556-4927-a8e9-24c5d464f299" providerId="ADAL" clId="{1AA4345A-BCE0-4C06-BB87-746FC5FA3BB4}" dt="2026-02-14T12:45:45.100" v="1333" actId="20577"/>
          <ac:spMkLst>
            <pc:docMk/>
            <pc:sldMk cId="1816497055" sldId="368"/>
            <ac:spMk id="2" creationId="{C95A95B3-A852-9392-1376-BE9FA44879E3}"/>
          </ac:spMkLst>
        </pc:spChg>
        <pc:spChg chg="del">
          <ac:chgData name="Tanvir Ahmed" userId="5fa9bf89-1556-4927-a8e9-24c5d464f299" providerId="ADAL" clId="{1AA4345A-BCE0-4C06-BB87-746FC5FA3BB4}" dt="2026-02-14T12:39:44.735" v="1274" actId="478"/>
          <ac:spMkLst>
            <pc:docMk/>
            <pc:sldMk cId="1816497055" sldId="368"/>
            <ac:spMk id="3" creationId="{B976ADCF-1FC4-5500-3429-123EF063B684}"/>
          </ac:spMkLst>
        </pc:spChg>
        <pc:spChg chg="add mod">
          <ac:chgData name="Tanvir Ahmed" userId="5fa9bf89-1556-4927-a8e9-24c5d464f299" providerId="ADAL" clId="{1AA4345A-BCE0-4C06-BB87-746FC5FA3BB4}" dt="2026-02-14T12:50:13.322" v="1455" actId="2711"/>
          <ac:spMkLst>
            <pc:docMk/>
            <pc:sldMk cId="1816497055" sldId="368"/>
            <ac:spMk id="8" creationId="{D50522B3-CFFF-BA76-B907-74B04CCBFE84}"/>
          </ac:spMkLst>
        </pc:spChg>
        <pc:picChg chg="del">
          <ac:chgData name="Tanvir Ahmed" userId="5fa9bf89-1556-4927-a8e9-24c5d464f299" providerId="ADAL" clId="{1AA4345A-BCE0-4C06-BB87-746FC5FA3BB4}" dt="2026-02-14T12:39:39.673" v="1272" actId="478"/>
          <ac:picMkLst>
            <pc:docMk/>
            <pc:sldMk cId="1816497055" sldId="368"/>
            <ac:picMk id="10" creationId="{616ECCD6-3010-351A-5E8D-B6D92DD52763}"/>
          </ac:picMkLst>
        </pc:picChg>
        <pc:picChg chg="del">
          <ac:chgData name="Tanvir Ahmed" userId="5fa9bf89-1556-4927-a8e9-24c5d464f299" providerId="ADAL" clId="{1AA4345A-BCE0-4C06-BB87-746FC5FA3BB4}" dt="2026-02-14T12:39:41.481" v="1273" actId="478"/>
          <ac:picMkLst>
            <pc:docMk/>
            <pc:sldMk cId="1816497055" sldId="368"/>
            <ac:picMk id="2050" creationId="{C7E2BD84-74CA-B777-9BBE-C886906C38DC}"/>
          </ac:picMkLst>
        </pc:picChg>
      </pc:sldChg>
      <pc:sldChg chg="addSp modSp add mod">
        <pc:chgData name="Tanvir Ahmed" userId="5fa9bf89-1556-4927-a8e9-24c5d464f299" providerId="ADAL" clId="{1AA4345A-BCE0-4C06-BB87-746FC5FA3BB4}" dt="2026-02-14T13:18:30.284" v="1507" actId="113"/>
        <pc:sldMkLst>
          <pc:docMk/>
          <pc:sldMk cId="2485842275" sldId="369"/>
        </pc:sldMkLst>
        <pc:spChg chg="add">
          <ac:chgData name="Tanvir Ahmed" userId="5fa9bf89-1556-4927-a8e9-24c5d464f299" providerId="ADAL" clId="{1AA4345A-BCE0-4C06-BB87-746FC5FA3BB4}" dt="2026-02-14T13:17:30.859" v="1491"/>
          <ac:spMkLst>
            <pc:docMk/>
            <pc:sldMk cId="2485842275" sldId="369"/>
            <ac:spMk id="3" creationId="{66FFDC9F-7984-3C0F-7980-0F5CEDBDE8C7}"/>
          </ac:spMkLst>
        </pc:spChg>
        <pc:spChg chg="mod">
          <ac:chgData name="Tanvir Ahmed" userId="5fa9bf89-1556-4927-a8e9-24c5d464f299" providerId="ADAL" clId="{1AA4345A-BCE0-4C06-BB87-746FC5FA3BB4}" dt="2026-02-14T13:18:30.284" v="1507" actId="113"/>
          <ac:spMkLst>
            <pc:docMk/>
            <pc:sldMk cId="2485842275" sldId="369"/>
            <ac:spMk id="8" creationId="{0C3500C3-FDA8-5A01-1B69-D2A24DBAFED7}"/>
          </ac:spMkLst>
        </pc:spChg>
        <pc:spChg chg="add">
          <ac:chgData name="Tanvir Ahmed" userId="5fa9bf89-1556-4927-a8e9-24c5d464f299" providerId="ADAL" clId="{1AA4345A-BCE0-4C06-BB87-746FC5FA3BB4}" dt="2026-02-14T13:17:33.893" v="1492"/>
          <ac:spMkLst>
            <pc:docMk/>
            <pc:sldMk cId="2485842275" sldId="369"/>
            <ac:spMk id="9" creationId="{2756F771-0DAC-7A99-450F-2AABEC933893}"/>
          </ac:spMkLst>
        </pc:spChg>
      </pc:sldChg>
      <pc:sldChg chg="new del">
        <pc:chgData name="Tanvir Ahmed" userId="5fa9bf89-1556-4927-a8e9-24c5d464f299" providerId="ADAL" clId="{1AA4345A-BCE0-4C06-BB87-746FC5FA3BB4}" dt="2026-02-14T12:51:16.751" v="1457" actId="680"/>
        <pc:sldMkLst>
          <pc:docMk/>
          <pc:sldMk cId="2488872275" sldId="369"/>
        </pc:sldMkLst>
      </pc:sldChg>
      <pc:sldChg chg="modSp add mod">
        <pc:chgData name="Tanvir Ahmed" userId="5fa9bf89-1556-4927-a8e9-24c5d464f299" providerId="ADAL" clId="{1AA4345A-BCE0-4C06-BB87-746FC5FA3BB4}" dt="2026-02-14T13:25:31.529" v="1582" actId="255"/>
        <pc:sldMkLst>
          <pc:docMk/>
          <pc:sldMk cId="3271435006" sldId="370"/>
        </pc:sldMkLst>
        <pc:spChg chg="mod">
          <ac:chgData name="Tanvir Ahmed" userId="5fa9bf89-1556-4927-a8e9-24c5d464f299" providerId="ADAL" clId="{1AA4345A-BCE0-4C06-BB87-746FC5FA3BB4}" dt="2026-02-14T13:25:31.529" v="1582" actId="255"/>
          <ac:spMkLst>
            <pc:docMk/>
            <pc:sldMk cId="3271435006" sldId="370"/>
            <ac:spMk id="8" creationId="{3DD1608B-F623-4716-615B-6BCF7D269421}"/>
          </ac:spMkLst>
        </pc:spChg>
      </pc:sldChg>
      <pc:sldChg chg="addSp delSp modSp add mod">
        <pc:chgData name="Tanvir Ahmed" userId="5fa9bf89-1556-4927-a8e9-24c5d464f299" providerId="ADAL" clId="{1AA4345A-BCE0-4C06-BB87-746FC5FA3BB4}" dt="2026-02-14T13:38:48.681" v="1636" actId="1036"/>
        <pc:sldMkLst>
          <pc:docMk/>
          <pc:sldMk cId="307395688" sldId="371"/>
        </pc:sldMkLst>
        <pc:spChg chg="mod">
          <ac:chgData name="Tanvir Ahmed" userId="5fa9bf89-1556-4927-a8e9-24c5d464f299" providerId="ADAL" clId="{1AA4345A-BCE0-4C06-BB87-746FC5FA3BB4}" dt="2026-02-14T13:25:59.944" v="1624" actId="20577"/>
          <ac:spMkLst>
            <pc:docMk/>
            <pc:sldMk cId="307395688" sldId="371"/>
            <ac:spMk id="2" creationId="{1B5DD3AB-AE9D-C55A-E191-4F1E3596B2C6}"/>
          </ac:spMkLst>
        </pc:spChg>
        <pc:spChg chg="del mod">
          <ac:chgData name="Tanvir Ahmed" userId="5fa9bf89-1556-4927-a8e9-24c5d464f299" providerId="ADAL" clId="{1AA4345A-BCE0-4C06-BB87-746FC5FA3BB4}" dt="2026-02-14T13:38:42.251" v="1634"/>
          <ac:spMkLst>
            <pc:docMk/>
            <pc:sldMk cId="307395688" sldId="371"/>
            <ac:spMk id="8" creationId="{E3B30DBD-9F9C-24B0-6022-69FA6AE80696}"/>
          </ac:spMkLst>
        </pc:spChg>
        <pc:picChg chg="add mod">
          <ac:chgData name="Tanvir Ahmed" userId="5fa9bf89-1556-4927-a8e9-24c5d464f299" providerId="ADAL" clId="{1AA4345A-BCE0-4C06-BB87-746FC5FA3BB4}" dt="2026-02-14T13:38:48.681" v="1636" actId="1036"/>
          <ac:picMkLst>
            <pc:docMk/>
            <pc:sldMk cId="307395688" sldId="371"/>
            <ac:picMk id="9" creationId="{9D91AFEB-C9BB-1891-943E-35E0209196A7}"/>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8" name="bg object 18"/>
          <p:cNvPicPr/>
          <p:nvPr/>
        </p:nvPicPr>
        <p:blipFill>
          <a:blip r:embed="rId2" cstate="print"/>
          <a:stretch>
            <a:fillRect/>
          </a:stretch>
        </p:blipFill>
        <p:spPr>
          <a:xfrm>
            <a:off x="2009775" y="723900"/>
            <a:ext cx="5124450" cy="3419475"/>
          </a:xfrm>
          <a:prstGeom prst="rect">
            <a:avLst/>
          </a:prstGeom>
        </p:spPr>
      </p:pic>
      <p:sp>
        <p:nvSpPr>
          <p:cNvPr id="19" name="bg object 19"/>
          <p:cNvSpPr/>
          <p:nvPr/>
        </p:nvSpPr>
        <p:spPr>
          <a:xfrm>
            <a:off x="4100576" y="623951"/>
            <a:ext cx="951865" cy="2238375"/>
          </a:xfrm>
          <a:custGeom>
            <a:avLst/>
            <a:gdLst/>
            <a:ahLst/>
            <a:cxnLst/>
            <a:rect l="l" t="t" r="r" b="b"/>
            <a:pathLst>
              <a:path w="951864" h="2238375">
                <a:moveTo>
                  <a:pt x="0" y="0"/>
                </a:moveTo>
                <a:lnTo>
                  <a:pt x="49392" y="30001"/>
                </a:lnTo>
                <a:lnTo>
                  <a:pt x="116722" y="65391"/>
                </a:lnTo>
                <a:lnTo>
                  <a:pt x="155755" y="85117"/>
                </a:lnTo>
                <a:lnTo>
                  <a:pt x="197644" y="106202"/>
                </a:lnTo>
                <a:lnTo>
                  <a:pt x="241844" y="128651"/>
                </a:lnTo>
                <a:lnTo>
                  <a:pt x="287814" y="152467"/>
                </a:lnTo>
                <a:lnTo>
                  <a:pt x="335010" y="177653"/>
                </a:lnTo>
                <a:lnTo>
                  <a:pt x="382889" y="204216"/>
                </a:lnTo>
                <a:lnTo>
                  <a:pt x="430907" y="232157"/>
                </a:lnTo>
                <a:lnTo>
                  <a:pt x="478523" y="261481"/>
                </a:lnTo>
                <a:lnTo>
                  <a:pt x="525193" y="292193"/>
                </a:lnTo>
                <a:lnTo>
                  <a:pt x="570374" y="324296"/>
                </a:lnTo>
                <a:lnTo>
                  <a:pt x="613523" y="357794"/>
                </a:lnTo>
                <a:lnTo>
                  <a:pt x="654096" y="392692"/>
                </a:lnTo>
                <a:lnTo>
                  <a:pt x="691552" y="428992"/>
                </a:lnTo>
                <a:lnTo>
                  <a:pt x="725346" y="466700"/>
                </a:lnTo>
                <a:lnTo>
                  <a:pt x="754936" y="505819"/>
                </a:lnTo>
                <a:lnTo>
                  <a:pt x="779779" y="546353"/>
                </a:lnTo>
                <a:lnTo>
                  <a:pt x="798813" y="583729"/>
                </a:lnTo>
                <a:lnTo>
                  <a:pt x="817099" y="623918"/>
                </a:lnTo>
                <a:lnTo>
                  <a:pt x="834560" y="666657"/>
                </a:lnTo>
                <a:lnTo>
                  <a:pt x="851119" y="711681"/>
                </a:lnTo>
                <a:lnTo>
                  <a:pt x="866698" y="758727"/>
                </a:lnTo>
                <a:lnTo>
                  <a:pt x="881220" y="807529"/>
                </a:lnTo>
                <a:lnTo>
                  <a:pt x="894606" y="857824"/>
                </a:lnTo>
                <a:lnTo>
                  <a:pt x="906780" y="909347"/>
                </a:lnTo>
                <a:lnTo>
                  <a:pt x="917664" y="961833"/>
                </a:lnTo>
                <a:lnTo>
                  <a:pt x="927180" y="1015020"/>
                </a:lnTo>
                <a:lnTo>
                  <a:pt x="935251" y="1068642"/>
                </a:lnTo>
                <a:lnTo>
                  <a:pt x="941799" y="1122435"/>
                </a:lnTo>
                <a:lnTo>
                  <a:pt x="946747" y="1176134"/>
                </a:lnTo>
                <a:lnTo>
                  <a:pt x="950017" y="1229476"/>
                </a:lnTo>
                <a:lnTo>
                  <a:pt x="951532" y="1282196"/>
                </a:lnTo>
                <a:lnTo>
                  <a:pt x="951215" y="1334030"/>
                </a:lnTo>
                <a:lnTo>
                  <a:pt x="948987" y="1384714"/>
                </a:lnTo>
                <a:lnTo>
                  <a:pt x="944771" y="1433983"/>
                </a:lnTo>
                <a:lnTo>
                  <a:pt x="938489" y="1481573"/>
                </a:lnTo>
                <a:lnTo>
                  <a:pt x="930065" y="1527219"/>
                </a:lnTo>
                <a:lnTo>
                  <a:pt x="919420" y="1570658"/>
                </a:lnTo>
                <a:lnTo>
                  <a:pt x="906477" y="1611626"/>
                </a:lnTo>
                <a:lnTo>
                  <a:pt x="891159" y="1649857"/>
                </a:lnTo>
                <a:lnTo>
                  <a:pt x="871047" y="1687844"/>
                </a:lnTo>
                <a:lnTo>
                  <a:pt x="845594" y="1724899"/>
                </a:lnTo>
                <a:lnTo>
                  <a:pt x="815321" y="1761000"/>
                </a:lnTo>
                <a:lnTo>
                  <a:pt x="780752" y="1796129"/>
                </a:lnTo>
                <a:lnTo>
                  <a:pt x="742408" y="1830263"/>
                </a:lnTo>
                <a:lnTo>
                  <a:pt x="700813" y="1863382"/>
                </a:lnTo>
                <a:lnTo>
                  <a:pt x="656490" y="1895465"/>
                </a:lnTo>
                <a:lnTo>
                  <a:pt x="609960" y="1926492"/>
                </a:lnTo>
                <a:lnTo>
                  <a:pt x="561746" y="1956443"/>
                </a:lnTo>
                <a:lnTo>
                  <a:pt x="512372" y="1985295"/>
                </a:lnTo>
                <a:lnTo>
                  <a:pt x="462359" y="2013029"/>
                </a:lnTo>
                <a:lnTo>
                  <a:pt x="412230" y="2039624"/>
                </a:lnTo>
                <a:lnTo>
                  <a:pt x="362509" y="2065059"/>
                </a:lnTo>
                <a:lnTo>
                  <a:pt x="313717" y="2089314"/>
                </a:lnTo>
                <a:lnTo>
                  <a:pt x="266377" y="2112367"/>
                </a:lnTo>
                <a:lnTo>
                  <a:pt x="221011" y="2134199"/>
                </a:lnTo>
                <a:lnTo>
                  <a:pt x="178144" y="2154789"/>
                </a:lnTo>
                <a:lnTo>
                  <a:pt x="138296" y="2174115"/>
                </a:lnTo>
                <a:lnTo>
                  <a:pt x="101991" y="2192157"/>
                </a:lnTo>
                <a:lnTo>
                  <a:pt x="69751" y="2208895"/>
                </a:lnTo>
                <a:lnTo>
                  <a:pt x="42099" y="2224308"/>
                </a:lnTo>
                <a:lnTo>
                  <a:pt x="19558" y="2238375"/>
                </a:lnTo>
              </a:path>
            </a:pathLst>
          </a:custGeom>
          <a:ln w="28575">
            <a:solidFill>
              <a:srgbClr val="000000"/>
            </a:solidFill>
          </a:ln>
        </p:spPr>
        <p:txBody>
          <a:bodyPr wrap="square" lIns="0" tIns="0" rIns="0" bIns="0" rtlCol="0"/>
          <a:lstStyle/>
          <a:p>
            <a:endParaRPr/>
          </a:p>
        </p:txBody>
      </p:sp>
      <p:sp>
        <p:nvSpPr>
          <p:cNvPr id="20" name="bg object 20"/>
          <p:cNvSpPr/>
          <p:nvPr/>
        </p:nvSpPr>
        <p:spPr>
          <a:xfrm>
            <a:off x="1494409" y="1944623"/>
            <a:ext cx="1370965" cy="1442085"/>
          </a:xfrm>
          <a:custGeom>
            <a:avLst/>
            <a:gdLst/>
            <a:ahLst/>
            <a:cxnLst/>
            <a:rect l="l" t="t" r="r" b="b"/>
            <a:pathLst>
              <a:path w="1370964" h="1442085">
                <a:moveTo>
                  <a:pt x="1008253" y="976249"/>
                </a:moveTo>
                <a:lnTo>
                  <a:pt x="1000531" y="968883"/>
                </a:lnTo>
                <a:lnTo>
                  <a:pt x="938911" y="910082"/>
                </a:lnTo>
                <a:lnTo>
                  <a:pt x="930529" y="937361"/>
                </a:lnTo>
                <a:lnTo>
                  <a:pt x="171958" y="703961"/>
                </a:lnTo>
                <a:lnTo>
                  <a:pt x="163436" y="731266"/>
                </a:lnTo>
                <a:lnTo>
                  <a:pt x="922147" y="964666"/>
                </a:lnTo>
                <a:lnTo>
                  <a:pt x="913765" y="991997"/>
                </a:lnTo>
                <a:lnTo>
                  <a:pt x="1008253" y="976249"/>
                </a:lnTo>
                <a:close/>
              </a:path>
              <a:path w="1370964" h="1442085">
                <a:moveTo>
                  <a:pt x="1030605" y="1437640"/>
                </a:moveTo>
                <a:lnTo>
                  <a:pt x="1017473" y="1421765"/>
                </a:lnTo>
                <a:lnTo>
                  <a:pt x="969518" y="1363726"/>
                </a:lnTo>
                <a:lnTo>
                  <a:pt x="957961" y="1389824"/>
                </a:lnTo>
                <a:lnTo>
                  <a:pt x="11557" y="971296"/>
                </a:lnTo>
                <a:lnTo>
                  <a:pt x="0" y="997331"/>
                </a:lnTo>
                <a:lnTo>
                  <a:pt x="946391" y="1415986"/>
                </a:lnTo>
                <a:lnTo>
                  <a:pt x="934847" y="1442085"/>
                </a:lnTo>
                <a:lnTo>
                  <a:pt x="1030605" y="1437640"/>
                </a:lnTo>
                <a:close/>
              </a:path>
              <a:path w="1370964" h="1442085">
                <a:moveTo>
                  <a:pt x="1370838" y="22352"/>
                </a:moveTo>
                <a:lnTo>
                  <a:pt x="1277620" y="0"/>
                </a:lnTo>
                <a:lnTo>
                  <a:pt x="1284071" y="27736"/>
                </a:lnTo>
                <a:lnTo>
                  <a:pt x="40640" y="317119"/>
                </a:lnTo>
                <a:lnTo>
                  <a:pt x="47117" y="344932"/>
                </a:lnTo>
                <a:lnTo>
                  <a:pt x="1290574" y="55676"/>
                </a:lnTo>
                <a:lnTo>
                  <a:pt x="1297051" y="83439"/>
                </a:lnTo>
                <a:lnTo>
                  <a:pt x="1368221" y="24511"/>
                </a:lnTo>
                <a:lnTo>
                  <a:pt x="1370838" y="22352"/>
                </a:lnTo>
                <a:close/>
              </a:path>
            </a:pathLst>
          </a:custGeom>
          <a:solidFill>
            <a:srgbClr val="000000"/>
          </a:solidFill>
        </p:spPr>
        <p:txBody>
          <a:bodyPr wrap="square" lIns="0" tIns="0" rIns="0" bIns="0" rtlCol="0"/>
          <a:lstStyle/>
          <a:p>
            <a:endParaRPr/>
          </a:p>
        </p:txBody>
      </p:sp>
      <p:sp>
        <p:nvSpPr>
          <p:cNvPr id="2" name="Holder 2"/>
          <p:cNvSpPr>
            <a:spLocks noGrp="1"/>
          </p:cNvSpPr>
          <p:nvPr>
            <p:ph type="ctrTitle"/>
          </p:nvPr>
        </p:nvSpPr>
        <p:spPr>
          <a:xfrm>
            <a:off x="2322576" y="179387"/>
            <a:ext cx="2036445" cy="391795"/>
          </a:xfrm>
          <a:prstGeom prst="rect">
            <a:avLst/>
          </a:prstGeom>
        </p:spPr>
        <p:txBody>
          <a:bodyPr wrap="square" lIns="0" tIns="0" rIns="0" bIns="0">
            <a:spAutoFit/>
          </a:bodyPr>
          <a:lstStyle>
            <a:lvl1pPr>
              <a:defRPr sz="2750" b="0" i="0">
                <a:solidFill>
                  <a:schemeClr val="tx1"/>
                </a:solidFill>
                <a:latin typeface="Tahoma"/>
                <a:cs typeface="Tahoma"/>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400" b="0" i="0">
                <a:solidFill>
                  <a:schemeClr val="hlink"/>
                </a:solidFill>
                <a:latin typeface="Tahoma"/>
                <a:cs typeface="Tahoma"/>
              </a:defRPr>
            </a:lvl1pPr>
          </a:lstStyle>
          <a:p>
            <a:endParaRPr/>
          </a:p>
        </p:txBody>
      </p:sp>
      <p:sp>
        <p:nvSpPr>
          <p:cNvPr id="5" name="Holder 5"/>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400" b="0" i="0">
                <a:solidFill>
                  <a:schemeClr val="hlink"/>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Holder 5"/>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6" name="Holder 6"/>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7" name="Holder 7"/>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4" name="Holder 4"/>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5" name="Holder 5"/>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3" name="Holder 3"/>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4" name="Holder 4"/>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3969130" y="4887723"/>
            <a:ext cx="1478279" cy="192360"/>
          </a:xfrm>
        </p:spPr>
        <p:txBody>
          <a:bodyPr/>
          <a:lstStyle/>
          <a:p>
            <a:fld id="{4251665B-C24A-4702-B522-6A4334602E03}" type="datetimeFigureOut">
              <a:rPr lang="en-US" smtClean="0"/>
              <a:t>2/15/2026</a:t>
            </a:fld>
            <a:endParaRPr lang="en-US"/>
          </a:p>
        </p:txBody>
      </p:sp>
      <p:sp>
        <p:nvSpPr>
          <p:cNvPr id="5" name="Footer Placeholder 4"/>
          <p:cNvSpPr>
            <a:spLocks noGrp="1"/>
          </p:cNvSpPr>
          <p:nvPr>
            <p:ph type="ftr" sz="quarter" idx="11"/>
          </p:nvPr>
        </p:nvSpPr>
        <p:spPr>
          <a:xfrm>
            <a:off x="7640319" y="4874974"/>
            <a:ext cx="1210945" cy="276999"/>
          </a:xfrm>
        </p:spPr>
        <p:txBody>
          <a:bodyPr/>
          <a:lstStyle/>
          <a:p>
            <a:endParaRPr lang="en-US"/>
          </a:p>
        </p:txBody>
      </p:sp>
      <p:sp>
        <p:nvSpPr>
          <p:cNvPr id="6" name="Slide Number Placeholder 5"/>
          <p:cNvSpPr>
            <a:spLocks noGrp="1"/>
          </p:cNvSpPr>
          <p:nvPr>
            <p:ph type="sldNum" sz="quarter" idx="12"/>
          </p:nvPr>
        </p:nvSpPr>
        <p:spPr>
          <a:xfrm>
            <a:off x="5621654" y="4874974"/>
            <a:ext cx="318135" cy="276999"/>
          </a:xfrm>
        </p:spPr>
        <p:txBody>
          <a:bodyPr/>
          <a:lstStyle/>
          <a:p>
            <a:fld id="{5FD889E0-CAB2-4699-909D-B9A88D47ACBE}" type="slidenum">
              <a:rPr lang="en-US" smtClean="0"/>
              <a:t>‹#›</a:t>
            </a:fld>
            <a:endParaRPr lang="en-US"/>
          </a:p>
        </p:txBody>
      </p:sp>
      <p:sp>
        <p:nvSpPr>
          <p:cNvPr id="7" name="Rectangle 6"/>
          <p:cNvSpPr/>
          <p:nvPr/>
        </p:nvSpPr>
        <p:spPr>
          <a:xfrm>
            <a:off x="284165" y="333550"/>
            <a:ext cx="8574087" cy="1101328"/>
          </a:xfrm>
          <a:prstGeom prst="rect">
            <a:avLst/>
          </a:prstGeom>
          <a:solidFill>
            <a:schemeClr val="tx1">
              <a:lumMod val="85000"/>
              <a:lumOff val="15000"/>
              <a:alpha val="85000"/>
            </a:schemeClr>
          </a:solidFill>
        </p:spPr>
        <p:txBody>
          <a:bodyPr vert="horz" lIns="68580" tIns="34290" rIns="137160" bIns="274320" rtlCol="0" anchor="b" anchorCtr="0">
            <a:normAutofit/>
          </a:bodyPr>
          <a:lstStyle/>
          <a:p>
            <a:pPr algn="l" defTabSz="685766" rtl="0" eaLnBrk="1" latinLnBrk="0" hangingPunct="1">
              <a:spcBef>
                <a:spcPct val="0"/>
              </a:spcBef>
              <a:buNone/>
            </a:pPr>
            <a:endParaRPr sz="3150" kern="1200">
              <a:solidFill>
                <a:schemeClr val="bg1"/>
              </a:solidFill>
              <a:latin typeface="+mj-lt"/>
              <a:ea typeface="+mj-ea"/>
              <a:cs typeface="+mj-cs"/>
            </a:endParaRPr>
          </a:p>
        </p:txBody>
      </p:sp>
      <p:grpSp>
        <p:nvGrpSpPr>
          <p:cNvPr id="8" name="Group 16"/>
          <p:cNvGrpSpPr/>
          <p:nvPr/>
        </p:nvGrpSpPr>
        <p:grpSpPr>
          <a:xfrm>
            <a:off x="284165" y="1429910"/>
            <a:ext cx="8576373" cy="103058"/>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grpSp>
      <p:sp>
        <p:nvSpPr>
          <p:cNvPr id="2" name="Title 1"/>
          <p:cNvSpPr>
            <a:spLocks noGrp="1"/>
          </p:cNvSpPr>
          <p:nvPr>
            <p:ph type="ctrTitle"/>
          </p:nvPr>
        </p:nvSpPr>
        <p:spPr>
          <a:xfrm>
            <a:off x="421341" y="336754"/>
            <a:ext cx="7808976" cy="816102"/>
          </a:xfrm>
          <a:noFill/>
        </p:spPr>
        <p:txBody>
          <a:bodyPr vert="horz" lIns="91440" tIns="45720" rIns="91440" bIns="45720" rtlCol="0" anchor="b" anchorCtr="0">
            <a:normAutofit/>
          </a:bodyPr>
          <a:lstStyle>
            <a:lvl1pPr marL="0" algn="l" defTabSz="685766" rtl="0" eaLnBrk="1" latinLnBrk="0" hangingPunct="1">
              <a:lnSpc>
                <a:spcPts val="3450"/>
              </a:lnSpc>
              <a:spcBef>
                <a:spcPct val="0"/>
              </a:spcBef>
              <a:buNone/>
              <a:defRPr sz="315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149320"/>
            <a:ext cx="7754112" cy="363474"/>
          </a:xfrm>
        </p:spPr>
        <p:txBody>
          <a:bodyPr vert="horz" lIns="91440" tIns="45720" rIns="91440" bIns="45720" rtlCol="0">
            <a:normAutofit/>
          </a:bodyPr>
          <a:lstStyle>
            <a:lvl1pPr marL="0" indent="0" algn="l" defTabSz="685766" rtl="0" eaLnBrk="1" latinLnBrk="0" hangingPunct="1">
              <a:lnSpc>
                <a:spcPct val="100000"/>
              </a:lnSpc>
              <a:spcBef>
                <a:spcPts val="0"/>
              </a:spcBef>
              <a:buClr>
                <a:schemeClr val="bg1">
                  <a:lumMod val="65000"/>
                </a:schemeClr>
              </a:buClr>
              <a:buSzPct val="90000"/>
              <a:buFont typeface="Wingdings" pitchFamily="2" charset="2"/>
              <a:buNone/>
              <a:defRPr sz="1350" kern="1200">
                <a:solidFill>
                  <a:schemeClr val="bg1"/>
                </a:solidFill>
                <a:latin typeface="+mn-lt"/>
                <a:ea typeface="+mn-ea"/>
                <a:cs typeface="+mn-cs"/>
              </a:defRPr>
            </a:lvl1pPr>
            <a:lvl2pPr marL="342884" indent="0" algn="ctr">
              <a:buNone/>
              <a:defRPr>
                <a:solidFill>
                  <a:schemeClr val="tx1">
                    <a:tint val="75000"/>
                  </a:schemeClr>
                </a:solidFill>
              </a:defRPr>
            </a:lvl2pPr>
            <a:lvl3pPr marL="685766" indent="0" algn="ctr">
              <a:buNone/>
              <a:defRPr>
                <a:solidFill>
                  <a:schemeClr val="tx1">
                    <a:tint val="75000"/>
                  </a:schemeClr>
                </a:solidFill>
              </a:defRPr>
            </a:lvl3pPr>
            <a:lvl4pPr marL="1028649" indent="0" algn="ctr">
              <a:buNone/>
              <a:defRPr>
                <a:solidFill>
                  <a:schemeClr val="tx1">
                    <a:tint val="75000"/>
                  </a:schemeClr>
                </a:solidFill>
              </a:defRPr>
            </a:lvl4pPr>
            <a:lvl5pPr marL="1371532" indent="0" algn="ctr">
              <a:buNone/>
              <a:defRPr>
                <a:solidFill>
                  <a:schemeClr val="tx1">
                    <a:tint val="75000"/>
                  </a:schemeClr>
                </a:solidFill>
              </a:defRPr>
            </a:lvl5pPr>
            <a:lvl6pPr marL="1714415" indent="0" algn="ctr">
              <a:buNone/>
              <a:defRPr>
                <a:solidFill>
                  <a:schemeClr val="tx1">
                    <a:tint val="75000"/>
                  </a:schemeClr>
                </a:solidFill>
              </a:defRPr>
            </a:lvl6pPr>
            <a:lvl7pPr marL="2057297" indent="0" algn="ctr">
              <a:buNone/>
              <a:defRPr>
                <a:solidFill>
                  <a:schemeClr val="tx1">
                    <a:tint val="75000"/>
                  </a:schemeClr>
                </a:solidFill>
              </a:defRPr>
            </a:lvl7pPr>
            <a:lvl8pPr marL="2400180" indent="0" algn="ctr">
              <a:buNone/>
              <a:defRPr>
                <a:solidFill>
                  <a:schemeClr val="tx1">
                    <a:tint val="75000"/>
                  </a:schemeClr>
                </a:solidFill>
              </a:defRPr>
            </a:lvl8pPr>
            <a:lvl9pPr marL="2743064" indent="0" algn="ctr">
              <a:buNone/>
              <a:defRPr>
                <a:solidFill>
                  <a:schemeClr val="tx1">
                    <a:tint val="75000"/>
                  </a:schemeClr>
                </a:solidFill>
              </a:defRPr>
            </a:lvl9pPr>
          </a:lstStyle>
          <a:p>
            <a:r>
              <a:rPr lang="fi-FI"/>
              <a:t>Click to edit Master subtitle style</a:t>
            </a:r>
            <a:endParaRPr/>
          </a:p>
        </p:txBody>
      </p:sp>
      <p:sp>
        <p:nvSpPr>
          <p:cNvPr id="13" name="Rectangle 12"/>
          <p:cNvSpPr/>
          <p:nvPr/>
        </p:nvSpPr>
        <p:spPr>
          <a:xfrm>
            <a:off x="284165" y="4670298"/>
            <a:ext cx="8574087" cy="130302"/>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344929"/>
            <a:ext cx="1419654" cy="1071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4058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0842" y="136143"/>
            <a:ext cx="8362315" cy="449580"/>
          </a:xfrm>
          <a:prstGeom prst="rect">
            <a:avLst/>
          </a:prstGeom>
        </p:spPr>
        <p:txBody>
          <a:bodyPr wrap="square" lIns="0" tIns="0" rIns="0" bIns="0">
            <a:spAutoFit/>
          </a:bodyPr>
          <a:lstStyle>
            <a:lvl1pPr>
              <a:defRPr sz="2750" b="0" i="0">
                <a:solidFill>
                  <a:schemeClr val="tx1"/>
                </a:solidFill>
                <a:latin typeface="Tahoma"/>
                <a:cs typeface="Tahoma"/>
              </a:defRPr>
            </a:lvl1pPr>
          </a:lstStyle>
          <a:p>
            <a:endParaRPr/>
          </a:p>
        </p:txBody>
      </p:sp>
      <p:sp>
        <p:nvSpPr>
          <p:cNvPr id="3" name="Holder 3"/>
          <p:cNvSpPr>
            <a:spLocks noGrp="1"/>
          </p:cNvSpPr>
          <p:nvPr>
            <p:ph type="body" idx="1"/>
          </p:nvPr>
        </p:nvSpPr>
        <p:spPr>
          <a:xfrm>
            <a:off x="4357370" y="2125979"/>
            <a:ext cx="4449445" cy="1127125"/>
          </a:xfrm>
          <a:prstGeom prst="rect">
            <a:avLst/>
          </a:prstGeom>
        </p:spPr>
        <p:txBody>
          <a:bodyPr wrap="square" lIns="0" tIns="0" rIns="0" bIns="0">
            <a:spAutoFit/>
          </a:bodyPr>
          <a:lstStyle>
            <a:lvl1pPr>
              <a:defRPr sz="2400" b="0" i="0">
                <a:solidFill>
                  <a:schemeClr val="hlink"/>
                </a:solidFill>
                <a:latin typeface="Tahoma"/>
                <a:cs typeface="Tahoma"/>
              </a:defRPr>
            </a:lvl1pPr>
          </a:lstStyle>
          <a:p>
            <a:endParaRPr/>
          </a:p>
        </p:txBody>
      </p:sp>
      <p:sp>
        <p:nvSpPr>
          <p:cNvPr id="4" name="Holder 4"/>
          <p:cNvSpPr>
            <a:spLocks noGrp="1"/>
          </p:cNvSpPr>
          <p:nvPr>
            <p:ph type="ftr" sz="quarter" idx="5"/>
          </p:nvPr>
        </p:nvSpPr>
        <p:spPr>
          <a:xfrm>
            <a:off x="78739" y="4802992"/>
            <a:ext cx="3215004" cy="313689"/>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Holder 5"/>
          <p:cNvSpPr>
            <a:spLocks noGrp="1"/>
          </p:cNvSpPr>
          <p:nvPr>
            <p:ph type="dt" sz="half" idx="6"/>
          </p:nvPr>
        </p:nvSpPr>
        <p:spPr>
          <a:xfrm>
            <a:off x="7882001" y="4802992"/>
            <a:ext cx="1191895" cy="313689"/>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a:xfrm>
            <a:off x="5328920" y="4275625"/>
            <a:ext cx="1477645" cy="841057"/>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9678" y="311518"/>
            <a:ext cx="6768460" cy="727487"/>
          </a:xfrm>
        </p:spPr>
        <p:txBody>
          <a:bodyPr anchor="ctr">
            <a:noAutofit/>
          </a:bodyPr>
          <a:lstStyle/>
          <a:p>
            <a:r>
              <a:rPr lang="en-US" sz="2000" dirty="0"/>
              <a:t>ANN and Perceptron</a:t>
            </a:r>
          </a:p>
        </p:txBody>
      </p:sp>
      <p:sp>
        <p:nvSpPr>
          <p:cNvPr id="3" name="Subtitle 2"/>
          <p:cNvSpPr>
            <a:spLocks noGrp="1"/>
          </p:cNvSpPr>
          <p:nvPr>
            <p:ph type="subTitle" idx="1"/>
          </p:nvPr>
        </p:nvSpPr>
        <p:spPr>
          <a:xfrm>
            <a:off x="299680" y="1039003"/>
            <a:ext cx="2092132" cy="363474"/>
          </a:xfrm>
        </p:spPr>
        <p:txBody>
          <a:bodyPr>
            <a:normAutofit/>
          </a:bodyPr>
          <a:lstStyle/>
          <a:p>
            <a:r>
              <a:rPr lang="en-US"/>
              <a:t>Course Code: CSC 4254</a:t>
            </a:r>
          </a:p>
        </p:txBody>
      </p:sp>
      <p:sp>
        <p:nvSpPr>
          <p:cNvPr id="4" name="TextBox 3"/>
          <p:cNvSpPr txBox="1"/>
          <p:nvPr/>
        </p:nvSpPr>
        <p:spPr>
          <a:xfrm>
            <a:off x="1187770" y="2243282"/>
            <a:ext cx="6768461" cy="553998"/>
          </a:xfrm>
          <a:prstGeom prst="rect">
            <a:avLst/>
          </a:prstGeom>
          <a:noFill/>
        </p:spPr>
        <p:txBody>
          <a:bodyPr wrap="square" rtlCol="0">
            <a:spAutoFit/>
          </a:bodyPr>
          <a:lstStyle/>
          <a:p>
            <a:pPr algn="ctr"/>
            <a:r>
              <a:rPr lang="en-US" sz="1500" b="1">
                <a:solidFill>
                  <a:srgbClr val="0070C0"/>
                </a:solidFill>
                <a:latin typeface="Arial" panose="020B0604020202020204" pitchFamily="34" charset="0"/>
                <a:cs typeface="Arial" panose="020B0604020202020204" pitchFamily="34" charset="0"/>
              </a:rPr>
              <a:t>Dept. of Computer Science</a:t>
            </a:r>
          </a:p>
          <a:p>
            <a:pPr algn="ctr"/>
            <a:r>
              <a:rPr lang="en-US" sz="1500" b="1">
                <a:solidFill>
                  <a:srgbClr val="0070C0"/>
                </a:solidFill>
                <a:latin typeface="Arial" panose="020B0604020202020204" pitchFamily="34" charset="0"/>
                <a:cs typeface="Arial" panose="020B0604020202020204" pitchFamily="34" charset="0"/>
              </a:rPr>
              <a:t>Faculty of Science and Technology</a:t>
            </a:r>
            <a:endParaRPr lang="en-US" b="1">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688281285"/>
              </p:ext>
            </p:extLst>
          </p:nvPr>
        </p:nvGraphicFramePr>
        <p:xfrm>
          <a:off x="477611" y="3741024"/>
          <a:ext cx="8188780" cy="624305"/>
        </p:xfrm>
        <a:graphic>
          <a:graphicData uri="http://schemas.openxmlformats.org/drawingml/2006/table">
            <a:tbl>
              <a:tblPr firstRow="1" bandRow="1">
                <a:tableStyleId>{D7AC3CCA-C797-4891-BE02-D94E43425B78}</a:tableStyleId>
              </a:tblPr>
              <a:tblGrid>
                <a:gridCol w="1457065">
                  <a:extLst>
                    <a:ext uri="{9D8B030D-6E8A-4147-A177-3AD203B41FA5}">
                      <a16:colId xmlns:a16="http://schemas.microsoft.com/office/drawing/2014/main" val="3905988420"/>
                    </a:ext>
                  </a:extLst>
                </a:gridCol>
                <a:gridCol w="1373073">
                  <a:extLst>
                    <a:ext uri="{9D8B030D-6E8A-4147-A177-3AD203B41FA5}">
                      <a16:colId xmlns:a16="http://schemas.microsoft.com/office/drawing/2014/main" val="2889894460"/>
                    </a:ext>
                  </a:extLst>
                </a:gridCol>
                <a:gridCol w="1206252">
                  <a:extLst>
                    <a:ext uri="{9D8B030D-6E8A-4147-A177-3AD203B41FA5}">
                      <a16:colId xmlns:a16="http://schemas.microsoft.com/office/drawing/2014/main" val="3023211198"/>
                    </a:ext>
                  </a:extLst>
                </a:gridCol>
                <a:gridCol w="1178355">
                  <a:extLst>
                    <a:ext uri="{9D8B030D-6E8A-4147-A177-3AD203B41FA5}">
                      <a16:colId xmlns:a16="http://schemas.microsoft.com/office/drawing/2014/main" val="1762131981"/>
                    </a:ext>
                  </a:extLst>
                </a:gridCol>
                <a:gridCol w="1157014">
                  <a:extLst>
                    <a:ext uri="{9D8B030D-6E8A-4147-A177-3AD203B41FA5}">
                      <a16:colId xmlns:a16="http://schemas.microsoft.com/office/drawing/2014/main" val="445458238"/>
                    </a:ext>
                  </a:extLst>
                </a:gridCol>
                <a:gridCol w="1817021">
                  <a:extLst>
                    <a:ext uri="{9D8B030D-6E8A-4147-A177-3AD203B41FA5}">
                      <a16:colId xmlns:a16="http://schemas.microsoft.com/office/drawing/2014/main" val="1508364941"/>
                    </a:ext>
                  </a:extLst>
                </a:gridCol>
              </a:tblGrid>
              <a:tr h="338555">
                <a:tc>
                  <a:txBody>
                    <a:bodyPr/>
                    <a:lstStyle/>
                    <a:p>
                      <a:r>
                        <a:rPr lang="en-US" sz="1400" dirty="0"/>
                        <a:t>Lecture No:</a:t>
                      </a:r>
                    </a:p>
                  </a:txBody>
                  <a:tcPr marL="68580" marR="68580" marT="34290" marB="34290"/>
                </a:tc>
                <a:tc>
                  <a:txBody>
                    <a:bodyPr/>
                    <a:lstStyle/>
                    <a:p>
                      <a:r>
                        <a:rPr lang="en-US" sz="1400" dirty="0"/>
                        <a:t>4</a:t>
                      </a:r>
                    </a:p>
                  </a:txBody>
                  <a:tcPr marL="68580" marR="68580" marT="34290" marB="34290"/>
                </a:tc>
                <a:tc>
                  <a:txBody>
                    <a:bodyPr/>
                    <a:lstStyle/>
                    <a:p>
                      <a:r>
                        <a:rPr lang="en-US" sz="1400"/>
                        <a:t>Week No:</a:t>
                      </a:r>
                    </a:p>
                  </a:txBody>
                  <a:tcPr marL="68580" marR="68580" marT="34290" marB="34290"/>
                </a:tc>
                <a:tc>
                  <a:txBody>
                    <a:bodyPr/>
                    <a:lstStyle/>
                    <a:p>
                      <a:r>
                        <a:rPr lang="en-US" sz="1400" dirty="0"/>
                        <a:t>2</a:t>
                      </a:r>
                    </a:p>
                  </a:txBody>
                  <a:tcPr marL="68580" marR="68580" marT="34290" marB="34290"/>
                </a:tc>
                <a:tc>
                  <a:txBody>
                    <a:bodyPr/>
                    <a:lstStyle/>
                    <a:p>
                      <a:r>
                        <a:rPr lang="en-US" sz="1400"/>
                        <a:t>Semester:</a:t>
                      </a:r>
                    </a:p>
                  </a:txBody>
                  <a:tcPr marL="68580" marR="68580" marT="34290" marB="34290"/>
                </a:tc>
                <a:tc>
                  <a:txBody>
                    <a:bodyPr/>
                    <a:lstStyle/>
                    <a:p>
                      <a:endParaRPr lang="en-US" sz="1400"/>
                    </a:p>
                  </a:txBody>
                  <a:tcPr marL="68580" marR="68580" marT="34290" marB="34290"/>
                </a:tc>
                <a:extLst>
                  <a:ext uri="{0D108BD9-81ED-4DB2-BD59-A6C34878D82A}">
                    <a16:rowId xmlns:a16="http://schemas.microsoft.com/office/drawing/2014/main" val="2197040212"/>
                  </a:ext>
                </a:extLst>
              </a:tr>
              <a:tr h="285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mn-lt"/>
                          <a:ea typeface="+mn-ea"/>
                          <a:cs typeface="+mn-cs"/>
                        </a:rPr>
                        <a:t>Lecturer:</a:t>
                      </a:r>
                    </a:p>
                  </a:txBody>
                  <a:tcPr marL="68580" marR="68580" marT="34290" marB="34290"/>
                </a:tc>
                <a:tc gridSpan="5">
                  <a:txBody>
                    <a:bodyPr/>
                    <a:lstStyle/>
                    <a:p>
                      <a:endParaRPr lang="en-US" sz="1400" i="1" dirty="0"/>
                    </a:p>
                  </a:txBody>
                  <a:tcPr marL="68580" marR="68580" marT="34290" marB="34290"/>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2006351" y="1048169"/>
            <a:ext cx="4019309" cy="363474"/>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buClr>
                <a:prstClr val="white">
                  <a:lumMod val="65000"/>
                </a:prstClr>
              </a:buClr>
            </a:pPr>
            <a:r>
              <a:rPr lang="en-US" sz="1350">
                <a:solidFill>
                  <a:prstClr val="white"/>
                </a:solidFill>
                <a:latin typeface="Calibri"/>
              </a:rPr>
              <a:t>Course Title: Computer Vision &amp; Pattern Recognition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A430E8-3E7A-CB7C-5DC2-514CB7062ECD}"/>
              </a:ext>
            </a:extLst>
          </p:cNvPr>
          <p:cNvSpPr>
            <a:spLocks noGrp="1"/>
          </p:cNvSpPr>
          <p:nvPr>
            <p:ph type="title"/>
          </p:nvPr>
        </p:nvSpPr>
        <p:spPr>
          <a:xfrm>
            <a:off x="756138" y="130524"/>
            <a:ext cx="7631723" cy="833882"/>
          </a:xfrm>
        </p:spPr>
        <p:txBody>
          <a:bodyPr anchor="ctr">
            <a:normAutofit/>
          </a:bodyPr>
          <a:lstStyle/>
          <a:p>
            <a:pPr algn="ctr"/>
            <a:r>
              <a:rPr lang="en-US" sz="3000" dirty="0"/>
              <a:t>Understanding Human Neuron</a:t>
            </a:r>
          </a:p>
        </p:txBody>
      </p:sp>
      <p:sp>
        <p:nvSpPr>
          <p:cNvPr id="3" name="Text Placeholder 2">
            <a:extLst>
              <a:ext uri="{FF2B5EF4-FFF2-40B4-BE49-F238E27FC236}">
                <a16:creationId xmlns:a16="http://schemas.microsoft.com/office/drawing/2014/main" id="{F10B1AC6-BF2C-D8BC-2591-78A5D400289C}"/>
              </a:ext>
            </a:extLst>
          </p:cNvPr>
          <p:cNvSpPr>
            <a:spLocks noGrp="1"/>
          </p:cNvSpPr>
          <p:nvPr>
            <p:ph type="body" idx="1"/>
          </p:nvPr>
        </p:nvSpPr>
        <p:spPr>
          <a:xfrm>
            <a:off x="747921" y="3940297"/>
            <a:ext cx="7631722" cy="575928"/>
          </a:xfrm>
        </p:spPr>
        <p:txBody>
          <a:bodyPr anchor="ctr">
            <a:normAutofit/>
          </a:bodyPr>
          <a:lstStyle/>
          <a:p>
            <a:pPr algn="ctr"/>
            <a:endParaRPr lang="en-US" sz="1500" dirty="0">
              <a:solidFill>
                <a:schemeClr val="tx1"/>
              </a:solidFill>
            </a:endParaRPr>
          </a:p>
        </p:txBody>
      </p:sp>
      <p:pic>
        <p:nvPicPr>
          <p:cNvPr id="1026" name="Picture 2" descr="Neuron structure in the human brain. Reprinted with permission from [4] |  Download Scientific Diagram">
            <a:extLst>
              <a:ext uri="{FF2B5EF4-FFF2-40B4-BE49-F238E27FC236}">
                <a16:creationId xmlns:a16="http://schemas.microsoft.com/office/drawing/2014/main" id="{BCA504B1-40C4-6C68-A78E-43C03AE567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657" y="993847"/>
            <a:ext cx="809625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38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C034F0-98BB-C795-57B8-A12263DB0AF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956490D-C981-AA10-5B1E-D26BDB55DC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4A02F0-DC00-9856-F4E6-F4EF20C3517B}"/>
              </a:ext>
            </a:extLst>
          </p:cNvPr>
          <p:cNvSpPr>
            <a:spLocks noGrp="1"/>
          </p:cNvSpPr>
          <p:nvPr>
            <p:ph type="title"/>
          </p:nvPr>
        </p:nvSpPr>
        <p:spPr>
          <a:xfrm>
            <a:off x="756138" y="130524"/>
            <a:ext cx="7631723" cy="833882"/>
          </a:xfrm>
        </p:spPr>
        <p:txBody>
          <a:bodyPr anchor="ctr">
            <a:normAutofit/>
          </a:bodyPr>
          <a:lstStyle/>
          <a:p>
            <a:pPr algn="ctr"/>
            <a:r>
              <a:rPr lang="en-US" sz="3000" dirty="0"/>
              <a:t>Artificial Neural Network</a:t>
            </a:r>
          </a:p>
        </p:txBody>
      </p:sp>
      <p:pic>
        <p:nvPicPr>
          <p:cNvPr id="2050" name="Picture 2" descr="Neural Network">
            <a:extLst>
              <a:ext uri="{FF2B5EF4-FFF2-40B4-BE49-F238E27FC236}">
                <a16:creationId xmlns:a16="http://schemas.microsoft.com/office/drawing/2014/main" id="{1B323400-F018-59F4-7FED-B970DA6F9F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938429"/>
            <a:ext cx="4505325" cy="2857500"/>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7">
            <a:extLst>
              <a:ext uri="{FF2B5EF4-FFF2-40B4-BE49-F238E27FC236}">
                <a16:creationId xmlns:a16="http://schemas.microsoft.com/office/drawing/2014/main" id="{DB0F0F50-3A0E-4CC6-5572-B85EED9578F2}"/>
              </a:ext>
            </a:extLst>
          </p:cNvPr>
          <p:cNvSpPr>
            <a:spLocks noGrp="1"/>
          </p:cNvSpPr>
          <p:nvPr>
            <p:ph type="body" idx="1"/>
          </p:nvPr>
        </p:nvSpPr>
        <p:spPr>
          <a:xfrm>
            <a:off x="381001" y="895350"/>
            <a:ext cx="3581399" cy="2900579"/>
          </a:xfrm>
        </p:spPr>
        <p:txBody>
          <a:bodyPr/>
          <a:lstStyle/>
          <a:p>
            <a:r>
              <a:rPr lang="en-US" sz="1400" b="1" dirty="0">
                <a:solidFill>
                  <a:schemeClr val="tx1"/>
                </a:solidFill>
              </a:rPr>
              <a:t>Input Layer:</a:t>
            </a:r>
            <a:br>
              <a:rPr lang="en-US" sz="1400" dirty="0">
                <a:solidFill>
                  <a:schemeClr val="tx1"/>
                </a:solidFill>
              </a:rPr>
            </a:br>
            <a:r>
              <a:rPr lang="en-US" sz="1400" dirty="0">
                <a:solidFill>
                  <a:schemeClr val="tx1"/>
                </a:solidFill>
              </a:rPr>
              <a:t>The input layer receives the input features from the dataset and passes them to the next layer without performing any computation.</a:t>
            </a:r>
          </a:p>
          <a:p>
            <a:r>
              <a:rPr lang="en-US" sz="1400" b="1" dirty="0">
                <a:solidFill>
                  <a:schemeClr val="tx1"/>
                </a:solidFill>
              </a:rPr>
              <a:t>Hidden Layer(s):</a:t>
            </a:r>
            <a:br>
              <a:rPr lang="en-US" sz="1400" dirty="0">
                <a:solidFill>
                  <a:schemeClr val="tx1"/>
                </a:solidFill>
              </a:rPr>
            </a:br>
            <a:r>
              <a:rPr lang="en-US" sz="1400" dirty="0">
                <a:solidFill>
                  <a:schemeClr val="tx1"/>
                </a:solidFill>
              </a:rPr>
              <a:t>Hidden layers process the inputs using weights, biases, and activation functions to learn patterns in the data.</a:t>
            </a:r>
          </a:p>
          <a:p>
            <a:r>
              <a:rPr lang="en-US" sz="1400" b="1" dirty="0">
                <a:solidFill>
                  <a:schemeClr val="tx1"/>
                </a:solidFill>
              </a:rPr>
              <a:t>Output Layer:</a:t>
            </a:r>
            <a:br>
              <a:rPr lang="en-US" sz="1400" dirty="0">
                <a:solidFill>
                  <a:schemeClr val="tx1"/>
                </a:solidFill>
              </a:rPr>
            </a:br>
            <a:r>
              <a:rPr lang="en-US" sz="1400" dirty="0">
                <a:solidFill>
                  <a:schemeClr val="tx1"/>
                </a:solidFill>
              </a:rPr>
              <a:t>The output layer produces the final prediction of the network based on the learned information.</a:t>
            </a:r>
          </a:p>
        </p:txBody>
      </p:sp>
    </p:spTree>
    <p:extLst>
      <p:ext uri="{BB962C8B-B14F-4D97-AF65-F5344CB8AC3E}">
        <p14:creationId xmlns:p14="http://schemas.microsoft.com/office/powerpoint/2010/main" val="966005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4628" y="487044"/>
            <a:ext cx="8243571" cy="1190069"/>
          </a:xfrm>
          <a:prstGeom prst="rect">
            <a:avLst/>
          </a:prstGeom>
        </p:spPr>
        <p:txBody>
          <a:bodyPr vert="horz" wrap="square" lIns="0" tIns="55880" rIns="0" bIns="0" rtlCol="0">
            <a:spAutoFit/>
          </a:bodyPr>
          <a:lstStyle/>
          <a:p>
            <a:pPr marL="12700">
              <a:lnSpc>
                <a:spcPct val="100000"/>
              </a:lnSpc>
              <a:spcBef>
                <a:spcPts val="440"/>
              </a:spcBef>
            </a:pPr>
            <a:r>
              <a:rPr lang="en-US" sz="4800" spc="-229" dirty="0"/>
              <a:t>Simplest ANN</a:t>
            </a:r>
          </a:p>
          <a:p>
            <a:pPr marL="12700">
              <a:lnSpc>
                <a:spcPct val="100000"/>
              </a:lnSpc>
              <a:spcBef>
                <a:spcPts val="175"/>
              </a:spcBef>
            </a:pPr>
            <a:r>
              <a:rPr lang="en-US" sz="2400" spc="-135" dirty="0"/>
              <a:t>Perceptron</a:t>
            </a:r>
            <a:endParaRPr lang="en-US" sz="2400" dirty="0"/>
          </a:p>
        </p:txBody>
      </p:sp>
      <p:sp>
        <p:nvSpPr>
          <p:cNvPr id="4" name="object 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object 5"/>
          <p:cNvSpPr txBox="1"/>
          <p:nvPr/>
        </p:nvSpPr>
        <p:spPr>
          <a:xfrm>
            <a:off x="5328920" y="4802992"/>
            <a:ext cx="1026794" cy="313690"/>
          </a:xfrm>
          <a:prstGeom prst="rect">
            <a:avLst/>
          </a:prstGeom>
        </p:spPr>
        <p:txBody>
          <a:bodyPr vert="horz" wrap="square" lIns="0" tIns="8890" rIns="0" bIns="0" rtlCol="0">
            <a:spAutoFit/>
          </a:bodyPr>
          <a:lstStyle/>
          <a:p>
            <a:pPr marL="12700">
              <a:lnSpc>
                <a:spcPct val="100000"/>
              </a:lnSpc>
              <a:spcBef>
                <a:spcPts val="70"/>
              </a:spcBef>
            </a:pPr>
            <a:r>
              <a:rPr sz="1800" spc="-35" dirty="0">
                <a:solidFill>
                  <a:srgbClr val="FFFFFF"/>
                </a:solidFill>
                <a:latin typeface="Tahoma"/>
                <a:cs typeface="Tahoma"/>
              </a:rPr>
              <a:t>Lecture</a:t>
            </a:r>
            <a:r>
              <a:rPr sz="1800" spc="-160" dirty="0">
                <a:solidFill>
                  <a:srgbClr val="FFFFFF"/>
                </a:solidFill>
                <a:latin typeface="Tahoma"/>
                <a:cs typeface="Tahoma"/>
              </a:rPr>
              <a:t> </a:t>
            </a:r>
            <a:r>
              <a:rPr sz="1800" spc="-105" dirty="0">
                <a:solidFill>
                  <a:srgbClr val="FFFFFF"/>
                </a:solidFill>
                <a:latin typeface="Tahoma"/>
                <a:cs typeface="Tahoma"/>
              </a:rPr>
              <a:t>2</a:t>
            </a:r>
            <a:r>
              <a:rPr sz="1800" spc="-204" dirty="0">
                <a:solidFill>
                  <a:srgbClr val="FFFFFF"/>
                </a:solidFill>
                <a:latin typeface="Tahoma"/>
                <a:cs typeface="Tahoma"/>
              </a:rPr>
              <a:t> </a:t>
            </a:r>
            <a:r>
              <a:rPr sz="1800" spc="-50" dirty="0">
                <a:solidFill>
                  <a:srgbClr val="FFFFFF"/>
                </a:solidFill>
                <a:latin typeface="Tahoma"/>
                <a:cs typeface="Tahoma"/>
              </a:rPr>
              <a:t>-</a:t>
            </a:r>
            <a:endParaRPr sz="1800">
              <a:latin typeface="Tahoma"/>
              <a:cs typeface="Tahoma"/>
            </a:endParaRPr>
          </a:p>
        </p:txBody>
      </p:sp>
      <p:sp>
        <p:nvSpPr>
          <p:cNvPr id="6" name="object 6"/>
          <p:cNvSpPr txBox="1"/>
          <p:nvPr/>
        </p:nvSpPr>
        <p:spPr>
          <a:xfrm>
            <a:off x="6489065" y="4802992"/>
            <a:ext cx="279400" cy="31369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1800" spc="-70" dirty="0">
                <a:solidFill>
                  <a:srgbClr val="FFFFFF"/>
                </a:solidFill>
                <a:latin typeface="Tahoma"/>
                <a:cs typeface="Tahoma"/>
              </a:rPr>
              <a:t>4</a:t>
            </a:fld>
            <a:endParaRPr sz="1800">
              <a:latin typeface="Tahoma"/>
              <a:cs typeface="Tahoma"/>
            </a:endParaRPr>
          </a:p>
        </p:txBody>
      </p:sp>
      <p:sp>
        <p:nvSpPr>
          <p:cNvPr id="7" name="object 7"/>
          <p:cNvSpPr txBox="1">
            <a:spLocks noGrp="1"/>
          </p:cNvSpPr>
          <p:nvPr>
            <p:ph type="dt" sz="half" idx="6"/>
          </p:nvPr>
        </p:nvSpPr>
        <p:spPr>
          <a:prstGeom prst="rect">
            <a:avLst/>
          </a:prstGeom>
        </p:spPr>
        <p:txBody>
          <a:bodyPr vert="horz" wrap="square" lIns="0" tIns="8890" rIns="0" bIns="0" rtlCol="0">
            <a:spAutoFit/>
          </a:body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11" name="TextBox 10">
            <a:extLst>
              <a:ext uri="{FF2B5EF4-FFF2-40B4-BE49-F238E27FC236}">
                <a16:creationId xmlns:a16="http://schemas.microsoft.com/office/drawing/2014/main" id="{1AE058A1-76B5-6130-21A5-0DEF9B047C28}"/>
              </a:ext>
            </a:extLst>
          </p:cNvPr>
          <p:cNvSpPr txBox="1"/>
          <p:nvPr/>
        </p:nvSpPr>
        <p:spPr>
          <a:xfrm>
            <a:off x="4530436" y="672438"/>
            <a:ext cx="464820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Simplest type of artificial neural network</a:t>
            </a:r>
          </a:p>
          <a:p>
            <a:pPr marL="285750" indent="-285750">
              <a:buFont typeface="Arial" panose="020B0604020202020204" pitchFamily="34" charset="0"/>
              <a:buChar char="•"/>
            </a:pPr>
            <a:r>
              <a:rPr lang="en-US" dirty="0"/>
              <a:t>Consists of a single neuron</a:t>
            </a:r>
          </a:p>
          <a:p>
            <a:pPr marL="285750" indent="-285750">
              <a:buFont typeface="Arial" panose="020B0604020202020204" pitchFamily="34" charset="0"/>
              <a:buChar char="•"/>
            </a:pPr>
            <a:r>
              <a:rPr lang="en-US" dirty="0"/>
              <a:t>Takes weighted inputs, adds bias, and applies an activation function</a:t>
            </a:r>
          </a:p>
          <a:p>
            <a:pPr marL="285750" indent="-285750">
              <a:buFont typeface="Arial" panose="020B0604020202020204" pitchFamily="34" charset="0"/>
              <a:buChar char="•"/>
            </a:pPr>
            <a:r>
              <a:rPr lang="en-US" dirty="0"/>
              <a:t>Commonly used for binary classification</a:t>
            </a:r>
          </a:p>
        </p:txBody>
      </p:sp>
      <p:sp>
        <p:nvSpPr>
          <p:cNvPr id="13" name="TextBox 12">
            <a:extLst>
              <a:ext uri="{FF2B5EF4-FFF2-40B4-BE49-F238E27FC236}">
                <a16:creationId xmlns:a16="http://schemas.microsoft.com/office/drawing/2014/main" id="{8BBD4AF8-B0AD-1A91-EB35-86A638A9AFAC}"/>
              </a:ext>
            </a:extLst>
          </p:cNvPr>
          <p:cNvSpPr txBox="1"/>
          <p:nvPr/>
        </p:nvSpPr>
        <p:spPr>
          <a:xfrm>
            <a:off x="152400" y="2475411"/>
            <a:ext cx="46482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Proposed by Frank Rosenblatt in 1957</a:t>
            </a:r>
          </a:p>
          <a:p>
            <a:pPr marL="285750" indent="-285750">
              <a:buFont typeface="Arial" panose="020B0604020202020204" pitchFamily="34" charset="0"/>
              <a:buChar char="•"/>
            </a:pPr>
            <a:r>
              <a:rPr lang="en-US" dirty="0"/>
              <a:t>One of the earliest machine learning models</a:t>
            </a:r>
          </a:p>
        </p:txBody>
      </p:sp>
      <p:pic>
        <p:nvPicPr>
          <p:cNvPr id="3078" name="Picture 6" descr="Perceptron">
            <a:extLst>
              <a:ext uri="{FF2B5EF4-FFF2-40B4-BE49-F238E27FC236}">
                <a16:creationId xmlns:a16="http://schemas.microsoft.com/office/drawing/2014/main" id="{38D775BC-A50D-DC73-2D40-5A7D9449DD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2704" y="2624548"/>
            <a:ext cx="4143664" cy="16019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C6D5A-A363-A64C-EF64-33EA42819B6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39182AF-F35B-34CF-606E-3DF51DD58ED6}"/>
              </a:ext>
            </a:extLst>
          </p:cNvPr>
          <p:cNvSpPr txBox="1">
            <a:spLocks noGrp="1"/>
          </p:cNvSpPr>
          <p:nvPr>
            <p:ph type="title"/>
          </p:nvPr>
        </p:nvSpPr>
        <p:spPr>
          <a:xfrm>
            <a:off x="214628" y="487044"/>
            <a:ext cx="8243571" cy="795089"/>
          </a:xfrm>
          <a:prstGeom prst="rect">
            <a:avLst/>
          </a:prstGeom>
        </p:spPr>
        <p:txBody>
          <a:bodyPr vert="horz" wrap="square" lIns="0" tIns="55880" rIns="0" bIns="0" rtlCol="0">
            <a:spAutoFit/>
          </a:bodyPr>
          <a:lstStyle/>
          <a:p>
            <a:pPr marL="12700">
              <a:lnSpc>
                <a:spcPct val="100000"/>
              </a:lnSpc>
              <a:spcBef>
                <a:spcPts val="440"/>
              </a:spcBef>
            </a:pPr>
            <a:r>
              <a:rPr lang="en-US" sz="4800" spc="-229" dirty="0"/>
              <a:t>Limitation of Perceptron</a:t>
            </a:r>
          </a:p>
        </p:txBody>
      </p:sp>
      <p:sp>
        <p:nvSpPr>
          <p:cNvPr id="4" name="object 4">
            <a:extLst>
              <a:ext uri="{FF2B5EF4-FFF2-40B4-BE49-F238E27FC236}">
                <a16:creationId xmlns:a16="http://schemas.microsoft.com/office/drawing/2014/main" id="{CCE8A790-CF1A-12E8-A587-0D0374DF5AB9}"/>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object 5">
            <a:extLst>
              <a:ext uri="{FF2B5EF4-FFF2-40B4-BE49-F238E27FC236}">
                <a16:creationId xmlns:a16="http://schemas.microsoft.com/office/drawing/2014/main" id="{226B7198-5380-9BD4-9D6C-840C71F7B4EB}"/>
              </a:ext>
            </a:extLst>
          </p:cNvPr>
          <p:cNvSpPr txBox="1"/>
          <p:nvPr/>
        </p:nvSpPr>
        <p:spPr>
          <a:xfrm>
            <a:off x="5328920" y="4802992"/>
            <a:ext cx="1026794" cy="313690"/>
          </a:xfrm>
          <a:prstGeom prst="rect">
            <a:avLst/>
          </a:prstGeom>
        </p:spPr>
        <p:txBody>
          <a:bodyPr vert="horz" wrap="square" lIns="0" tIns="8890" rIns="0" bIns="0" rtlCol="0">
            <a:spAutoFit/>
          </a:bodyPr>
          <a:lstStyle/>
          <a:p>
            <a:pPr marL="12700">
              <a:lnSpc>
                <a:spcPct val="100000"/>
              </a:lnSpc>
              <a:spcBef>
                <a:spcPts val="70"/>
              </a:spcBef>
            </a:pPr>
            <a:r>
              <a:rPr sz="1800" spc="-35" dirty="0">
                <a:solidFill>
                  <a:srgbClr val="FFFFFF"/>
                </a:solidFill>
                <a:latin typeface="Tahoma"/>
                <a:cs typeface="Tahoma"/>
              </a:rPr>
              <a:t>Lecture</a:t>
            </a:r>
            <a:r>
              <a:rPr sz="1800" spc="-160" dirty="0">
                <a:solidFill>
                  <a:srgbClr val="FFFFFF"/>
                </a:solidFill>
                <a:latin typeface="Tahoma"/>
                <a:cs typeface="Tahoma"/>
              </a:rPr>
              <a:t> </a:t>
            </a:r>
            <a:r>
              <a:rPr sz="1800" spc="-105" dirty="0">
                <a:solidFill>
                  <a:srgbClr val="FFFFFF"/>
                </a:solidFill>
                <a:latin typeface="Tahoma"/>
                <a:cs typeface="Tahoma"/>
              </a:rPr>
              <a:t>2</a:t>
            </a:r>
            <a:r>
              <a:rPr sz="1800" spc="-204" dirty="0">
                <a:solidFill>
                  <a:srgbClr val="FFFFFF"/>
                </a:solidFill>
                <a:latin typeface="Tahoma"/>
                <a:cs typeface="Tahoma"/>
              </a:rPr>
              <a:t> </a:t>
            </a:r>
            <a:r>
              <a:rPr sz="1800" spc="-50" dirty="0">
                <a:solidFill>
                  <a:srgbClr val="FFFFFF"/>
                </a:solidFill>
                <a:latin typeface="Tahoma"/>
                <a:cs typeface="Tahoma"/>
              </a:rPr>
              <a:t>-</a:t>
            </a:r>
            <a:endParaRPr sz="1800">
              <a:latin typeface="Tahoma"/>
              <a:cs typeface="Tahoma"/>
            </a:endParaRPr>
          </a:p>
        </p:txBody>
      </p:sp>
      <p:sp>
        <p:nvSpPr>
          <p:cNvPr id="6" name="object 6">
            <a:extLst>
              <a:ext uri="{FF2B5EF4-FFF2-40B4-BE49-F238E27FC236}">
                <a16:creationId xmlns:a16="http://schemas.microsoft.com/office/drawing/2014/main" id="{BEB2927E-393D-7F8F-02B4-27D27099C97E}"/>
              </a:ext>
            </a:extLst>
          </p:cNvPr>
          <p:cNvSpPr txBox="1"/>
          <p:nvPr/>
        </p:nvSpPr>
        <p:spPr>
          <a:xfrm>
            <a:off x="6489065" y="4802992"/>
            <a:ext cx="279400" cy="31369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1800" spc="-70" dirty="0">
                <a:solidFill>
                  <a:srgbClr val="FFFFFF"/>
                </a:solidFill>
                <a:latin typeface="Tahoma"/>
                <a:cs typeface="Tahoma"/>
              </a:rPr>
              <a:t>5</a:t>
            </a:fld>
            <a:endParaRPr sz="1800">
              <a:latin typeface="Tahoma"/>
              <a:cs typeface="Tahoma"/>
            </a:endParaRPr>
          </a:p>
        </p:txBody>
      </p:sp>
      <p:sp>
        <p:nvSpPr>
          <p:cNvPr id="7" name="object 7">
            <a:extLst>
              <a:ext uri="{FF2B5EF4-FFF2-40B4-BE49-F238E27FC236}">
                <a16:creationId xmlns:a16="http://schemas.microsoft.com/office/drawing/2014/main" id="{8CC43E0A-94C2-4962-4C57-6308F6750B93}"/>
              </a:ext>
            </a:extLst>
          </p:cNvPr>
          <p:cNvSpPr txBox="1">
            <a:spLocks noGrp="1"/>
          </p:cNvSpPr>
          <p:nvPr>
            <p:ph type="dt" sz="half" idx="6"/>
          </p:nvPr>
        </p:nvSpPr>
        <p:spPr>
          <a:prstGeom prst="rect">
            <a:avLst/>
          </a:prstGeom>
        </p:spPr>
        <p:txBody>
          <a:bodyPr vert="horz" wrap="square" lIns="0" tIns="8890" rIns="0" bIns="0" rtlCol="0">
            <a:spAutoFit/>
          </a:body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3" name="TextBox 2">
            <a:extLst>
              <a:ext uri="{FF2B5EF4-FFF2-40B4-BE49-F238E27FC236}">
                <a16:creationId xmlns:a16="http://schemas.microsoft.com/office/drawing/2014/main" id="{765A55CB-9C16-21E2-9445-548736C02607}"/>
              </a:ext>
            </a:extLst>
          </p:cNvPr>
          <p:cNvSpPr txBox="1"/>
          <p:nvPr/>
        </p:nvSpPr>
        <p:spPr>
          <a:xfrm>
            <a:off x="457200" y="1352550"/>
            <a:ext cx="52578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Can Only Solve Linearly Separable Problems</a:t>
            </a:r>
          </a:p>
          <a:p>
            <a:pPr marL="285750" indent="-285750">
              <a:buFont typeface="Arial" panose="020B0604020202020204" pitchFamily="34" charset="0"/>
              <a:buChar char="•"/>
            </a:pPr>
            <a:r>
              <a:rPr lang="en-US" dirty="0"/>
              <a:t>Only Binary Classification</a:t>
            </a:r>
          </a:p>
          <a:p>
            <a:pPr marL="285750" indent="-285750">
              <a:buFont typeface="Arial" panose="020B0604020202020204" pitchFamily="34" charset="0"/>
              <a:buChar char="•"/>
            </a:pPr>
            <a:r>
              <a:rPr lang="en-US" dirty="0"/>
              <a:t>No Hidden Layers</a:t>
            </a:r>
          </a:p>
          <a:p>
            <a:pPr marL="285750" indent="-285750">
              <a:buFont typeface="Arial" panose="020B0604020202020204" pitchFamily="34" charset="0"/>
              <a:buChar char="•"/>
            </a:pPr>
            <a:r>
              <a:rPr lang="en-US" dirty="0"/>
              <a:t>Hard Threshold Activation (Step) </a:t>
            </a:r>
          </a:p>
        </p:txBody>
      </p:sp>
    </p:spTree>
    <p:extLst>
      <p:ext uri="{BB962C8B-B14F-4D97-AF65-F5344CB8AC3E}">
        <p14:creationId xmlns:p14="http://schemas.microsoft.com/office/powerpoint/2010/main" val="4129580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BFF82-D347-C8DE-9ECA-AF7C37DD148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E22D431-B7B9-CA48-9739-54131EE28F7B}"/>
              </a:ext>
            </a:extLst>
          </p:cNvPr>
          <p:cNvSpPr txBox="1">
            <a:spLocks noGrp="1"/>
          </p:cNvSpPr>
          <p:nvPr>
            <p:ph type="title"/>
          </p:nvPr>
        </p:nvSpPr>
        <p:spPr>
          <a:xfrm>
            <a:off x="214628" y="487044"/>
            <a:ext cx="8243571" cy="795089"/>
          </a:xfrm>
          <a:prstGeom prst="rect">
            <a:avLst/>
          </a:prstGeom>
        </p:spPr>
        <p:txBody>
          <a:bodyPr vert="horz" wrap="square" lIns="0" tIns="55880" rIns="0" bIns="0" rtlCol="0">
            <a:spAutoFit/>
          </a:bodyPr>
          <a:lstStyle/>
          <a:p>
            <a:pPr marL="12700">
              <a:lnSpc>
                <a:spcPct val="100000"/>
              </a:lnSpc>
              <a:spcBef>
                <a:spcPts val="440"/>
              </a:spcBef>
            </a:pPr>
            <a:r>
              <a:rPr lang="en-US" sz="4800" spc="-229" dirty="0"/>
              <a:t>Limitation of Perceptron</a:t>
            </a:r>
          </a:p>
        </p:txBody>
      </p:sp>
      <p:sp>
        <p:nvSpPr>
          <p:cNvPr id="4" name="object 4">
            <a:extLst>
              <a:ext uri="{FF2B5EF4-FFF2-40B4-BE49-F238E27FC236}">
                <a16:creationId xmlns:a16="http://schemas.microsoft.com/office/drawing/2014/main" id="{33B178EF-62BA-738B-B521-0494AB924965}"/>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object 5">
            <a:extLst>
              <a:ext uri="{FF2B5EF4-FFF2-40B4-BE49-F238E27FC236}">
                <a16:creationId xmlns:a16="http://schemas.microsoft.com/office/drawing/2014/main" id="{5A1B804F-7257-9417-431E-97D9DF99B407}"/>
              </a:ext>
            </a:extLst>
          </p:cNvPr>
          <p:cNvSpPr txBox="1"/>
          <p:nvPr/>
        </p:nvSpPr>
        <p:spPr>
          <a:xfrm>
            <a:off x="5328920" y="4802992"/>
            <a:ext cx="1026794" cy="313690"/>
          </a:xfrm>
          <a:prstGeom prst="rect">
            <a:avLst/>
          </a:prstGeom>
        </p:spPr>
        <p:txBody>
          <a:bodyPr vert="horz" wrap="square" lIns="0" tIns="8890" rIns="0" bIns="0" rtlCol="0">
            <a:spAutoFit/>
          </a:bodyPr>
          <a:lstStyle/>
          <a:p>
            <a:pPr marL="12700">
              <a:lnSpc>
                <a:spcPct val="100000"/>
              </a:lnSpc>
              <a:spcBef>
                <a:spcPts val="70"/>
              </a:spcBef>
            </a:pPr>
            <a:r>
              <a:rPr sz="1800" spc="-35" dirty="0">
                <a:solidFill>
                  <a:srgbClr val="FFFFFF"/>
                </a:solidFill>
                <a:latin typeface="Tahoma"/>
                <a:cs typeface="Tahoma"/>
              </a:rPr>
              <a:t>Lecture</a:t>
            </a:r>
            <a:r>
              <a:rPr sz="1800" spc="-160" dirty="0">
                <a:solidFill>
                  <a:srgbClr val="FFFFFF"/>
                </a:solidFill>
                <a:latin typeface="Tahoma"/>
                <a:cs typeface="Tahoma"/>
              </a:rPr>
              <a:t> </a:t>
            </a:r>
            <a:r>
              <a:rPr sz="1800" spc="-105" dirty="0">
                <a:solidFill>
                  <a:srgbClr val="FFFFFF"/>
                </a:solidFill>
                <a:latin typeface="Tahoma"/>
                <a:cs typeface="Tahoma"/>
              </a:rPr>
              <a:t>2</a:t>
            </a:r>
            <a:r>
              <a:rPr sz="1800" spc="-204" dirty="0">
                <a:solidFill>
                  <a:srgbClr val="FFFFFF"/>
                </a:solidFill>
                <a:latin typeface="Tahoma"/>
                <a:cs typeface="Tahoma"/>
              </a:rPr>
              <a:t> </a:t>
            </a:r>
            <a:r>
              <a:rPr sz="1800" spc="-50" dirty="0">
                <a:solidFill>
                  <a:srgbClr val="FFFFFF"/>
                </a:solidFill>
                <a:latin typeface="Tahoma"/>
                <a:cs typeface="Tahoma"/>
              </a:rPr>
              <a:t>-</a:t>
            </a:r>
            <a:endParaRPr sz="1800">
              <a:latin typeface="Tahoma"/>
              <a:cs typeface="Tahoma"/>
            </a:endParaRPr>
          </a:p>
        </p:txBody>
      </p:sp>
      <p:sp>
        <p:nvSpPr>
          <p:cNvPr id="6" name="object 6">
            <a:extLst>
              <a:ext uri="{FF2B5EF4-FFF2-40B4-BE49-F238E27FC236}">
                <a16:creationId xmlns:a16="http://schemas.microsoft.com/office/drawing/2014/main" id="{9238ECEB-6C99-D93B-7F37-FA0EA1268119}"/>
              </a:ext>
            </a:extLst>
          </p:cNvPr>
          <p:cNvSpPr txBox="1"/>
          <p:nvPr/>
        </p:nvSpPr>
        <p:spPr>
          <a:xfrm>
            <a:off x="6489065" y="4802992"/>
            <a:ext cx="279400" cy="31369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1800" spc="-70" dirty="0">
                <a:solidFill>
                  <a:srgbClr val="FFFFFF"/>
                </a:solidFill>
                <a:latin typeface="Tahoma"/>
                <a:cs typeface="Tahoma"/>
              </a:rPr>
              <a:t>6</a:t>
            </a:fld>
            <a:endParaRPr sz="1800">
              <a:latin typeface="Tahoma"/>
              <a:cs typeface="Tahoma"/>
            </a:endParaRPr>
          </a:p>
        </p:txBody>
      </p:sp>
      <p:sp>
        <p:nvSpPr>
          <p:cNvPr id="7" name="object 7">
            <a:extLst>
              <a:ext uri="{FF2B5EF4-FFF2-40B4-BE49-F238E27FC236}">
                <a16:creationId xmlns:a16="http://schemas.microsoft.com/office/drawing/2014/main" id="{F900F42A-AEB9-E727-3EA6-B460A4F6A3D1}"/>
              </a:ext>
            </a:extLst>
          </p:cNvPr>
          <p:cNvSpPr txBox="1">
            <a:spLocks noGrp="1"/>
          </p:cNvSpPr>
          <p:nvPr>
            <p:ph type="dt" sz="half" idx="6"/>
          </p:nvPr>
        </p:nvSpPr>
        <p:spPr>
          <a:prstGeom prst="rect">
            <a:avLst/>
          </a:prstGeom>
        </p:spPr>
        <p:txBody>
          <a:bodyPr vert="horz" wrap="square" lIns="0" tIns="8890" rIns="0" bIns="0" rtlCol="0">
            <a:spAutoFit/>
          </a:body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3" name="TextBox 2">
            <a:extLst>
              <a:ext uri="{FF2B5EF4-FFF2-40B4-BE49-F238E27FC236}">
                <a16:creationId xmlns:a16="http://schemas.microsoft.com/office/drawing/2014/main" id="{144F5DE9-B10A-B36B-9DC1-63C0EAD150AE}"/>
              </a:ext>
            </a:extLst>
          </p:cNvPr>
          <p:cNvSpPr txBox="1"/>
          <p:nvPr/>
        </p:nvSpPr>
        <p:spPr>
          <a:xfrm>
            <a:off x="457200" y="1352550"/>
            <a:ext cx="51816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Can Only Solve Linearly Separable Problems</a:t>
            </a:r>
          </a:p>
          <a:p>
            <a:pPr marL="285750" indent="-285750">
              <a:buFont typeface="Arial" panose="020B0604020202020204" pitchFamily="34" charset="0"/>
              <a:buChar char="•"/>
            </a:pPr>
            <a:r>
              <a:rPr lang="en-US" dirty="0"/>
              <a:t>Only Binary Classification</a:t>
            </a:r>
          </a:p>
          <a:p>
            <a:pPr marL="285750" indent="-285750">
              <a:buFont typeface="Arial" panose="020B0604020202020204" pitchFamily="34" charset="0"/>
              <a:buChar char="•"/>
            </a:pPr>
            <a:r>
              <a:rPr lang="en-US" dirty="0"/>
              <a:t>No Hidden Layers</a:t>
            </a:r>
          </a:p>
          <a:p>
            <a:pPr marL="285750" indent="-285750">
              <a:buFont typeface="Arial" panose="020B0604020202020204" pitchFamily="34" charset="0"/>
              <a:buChar char="•"/>
            </a:pPr>
            <a:r>
              <a:rPr lang="en-US" dirty="0"/>
              <a:t>Hard Threshold Activation (Step) </a:t>
            </a:r>
          </a:p>
        </p:txBody>
      </p:sp>
      <p:sp>
        <p:nvSpPr>
          <p:cNvPr id="8" name="TextBox 7">
            <a:extLst>
              <a:ext uri="{FF2B5EF4-FFF2-40B4-BE49-F238E27FC236}">
                <a16:creationId xmlns:a16="http://schemas.microsoft.com/office/drawing/2014/main" id="{1A991CE0-EBD5-4360-DBEA-54B169DC711A}"/>
              </a:ext>
            </a:extLst>
          </p:cNvPr>
          <p:cNvSpPr txBox="1"/>
          <p:nvPr/>
        </p:nvSpPr>
        <p:spPr>
          <a:xfrm>
            <a:off x="6245444" y="1018434"/>
            <a:ext cx="2212755" cy="646331"/>
          </a:xfrm>
          <a:prstGeom prst="rect">
            <a:avLst/>
          </a:prstGeom>
          <a:noFill/>
        </p:spPr>
        <p:txBody>
          <a:bodyPr wrap="square" rtlCol="0">
            <a:spAutoFit/>
          </a:bodyPr>
          <a:lstStyle/>
          <a:p>
            <a:r>
              <a:rPr lang="en-US" dirty="0"/>
              <a:t>Linearly Separable</a:t>
            </a:r>
          </a:p>
          <a:p>
            <a:endParaRPr lang="en-US" dirty="0"/>
          </a:p>
        </p:txBody>
      </p:sp>
      <p:pic>
        <p:nvPicPr>
          <p:cNvPr id="1026" name="Picture 2">
            <a:extLst>
              <a:ext uri="{FF2B5EF4-FFF2-40B4-BE49-F238E27FC236}">
                <a16:creationId xmlns:a16="http://schemas.microsoft.com/office/drawing/2014/main" id="{9DFE853A-83F4-D702-C065-2ED8C7DE8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5389" y="1354282"/>
            <a:ext cx="2872863" cy="1781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023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91810-38A8-C551-F104-156D8559938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56CB42-F2DE-3296-0B89-40807F0C47C1}"/>
              </a:ext>
            </a:extLst>
          </p:cNvPr>
          <p:cNvSpPr txBox="1">
            <a:spLocks noGrp="1"/>
          </p:cNvSpPr>
          <p:nvPr>
            <p:ph type="title"/>
          </p:nvPr>
        </p:nvSpPr>
        <p:spPr>
          <a:xfrm>
            <a:off x="214628" y="487044"/>
            <a:ext cx="8243571" cy="795089"/>
          </a:xfrm>
          <a:prstGeom prst="rect">
            <a:avLst/>
          </a:prstGeom>
        </p:spPr>
        <p:txBody>
          <a:bodyPr vert="horz" wrap="square" lIns="0" tIns="55880" rIns="0" bIns="0" rtlCol="0">
            <a:spAutoFit/>
          </a:bodyPr>
          <a:lstStyle/>
          <a:p>
            <a:pPr marL="12700">
              <a:lnSpc>
                <a:spcPct val="100000"/>
              </a:lnSpc>
              <a:spcBef>
                <a:spcPts val="440"/>
              </a:spcBef>
            </a:pPr>
            <a:r>
              <a:rPr lang="en-US" sz="4800" spc="-229" dirty="0"/>
              <a:t>Limitation of Perceptron</a:t>
            </a:r>
          </a:p>
        </p:txBody>
      </p:sp>
      <p:sp>
        <p:nvSpPr>
          <p:cNvPr id="4" name="object 4">
            <a:extLst>
              <a:ext uri="{FF2B5EF4-FFF2-40B4-BE49-F238E27FC236}">
                <a16:creationId xmlns:a16="http://schemas.microsoft.com/office/drawing/2014/main" id="{A2AA9F10-605E-AA6E-9FED-AEE998CE4107}"/>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object 5">
            <a:extLst>
              <a:ext uri="{FF2B5EF4-FFF2-40B4-BE49-F238E27FC236}">
                <a16:creationId xmlns:a16="http://schemas.microsoft.com/office/drawing/2014/main" id="{61BB3593-54AB-1074-F34F-D539E910856C}"/>
              </a:ext>
            </a:extLst>
          </p:cNvPr>
          <p:cNvSpPr txBox="1"/>
          <p:nvPr/>
        </p:nvSpPr>
        <p:spPr>
          <a:xfrm>
            <a:off x="5328920" y="4802992"/>
            <a:ext cx="1026794" cy="313690"/>
          </a:xfrm>
          <a:prstGeom prst="rect">
            <a:avLst/>
          </a:prstGeom>
        </p:spPr>
        <p:txBody>
          <a:bodyPr vert="horz" wrap="square" lIns="0" tIns="8890" rIns="0" bIns="0" rtlCol="0">
            <a:spAutoFit/>
          </a:bodyPr>
          <a:lstStyle/>
          <a:p>
            <a:pPr marL="12700">
              <a:lnSpc>
                <a:spcPct val="100000"/>
              </a:lnSpc>
              <a:spcBef>
                <a:spcPts val="70"/>
              </a:spcBef>
            </a:pPr>
            <a:r>
              <a:rPr sz="1800" spc="-35" dirty="0">
                <a:solidFill>
                  <a:srgbClr val="FFFFFF"/>
                </a:solidFill>
                <a:latin typeface="Tahoma"/>
                <a:cs typeface="Tahoma"/>
              </a:rPr>
              <a:t>Lecture</a:t>
            </a:r>
            <a:r>
              <a:rPr sz="1800" spc="-160" dirty="0">
                <a:solidFill>
                  <a:srgbClr val="FFFFFF"/>
                </a:solidFill>
                <a:latin typeface="Tahoma"/>
                <a:cs typeface="Tahoma"/>
              </a:rPr>
              <a:t> </a:t>
            </a:r>
            <a:r>
              <a:rPr sz="1800" spc="-105" dirty="0">
                <a:solidFill>
                  <a:srgbClr val="FFFFFF"/>
                </a:solidFill>
                <a:latin typeface="Tahoma"/>
                <a:cs typeface="Tahoma"/>
              </a:rPr>
              <a:t>2</a:t>
            </a:r>
            <a:r>
              <a:rPr sz="1800" spc="-204" dirty="0">
                <a:solidFill>
                  <a:srgbClr val="FFFFFF"/>
                </a:solidFill>
                <a:latin typeface="Tahoma"/>
                <a:cs typeface="Tahoma"/>
              </a:rPr>
              <a:t> </a:t>
            </a:r>
            <a:r>
              <a:rPr sz="1800" spc="-50" dirty="0">
                <a:solidFill>
                  <a:srgbClr val="FFFFFF"/>
                </a:solidFill>
                <a:latin typeface="Tahoma"/>
                <a:cs typeface="Tahoma"/>
              </a:rPr>
              <a:t>-</a:t>
            </a:r>
            <a:endParaRPr sz="1800">
              <a:latin typeface="Tahoma"/>
              <a:cs typeface="Tahoma"/>
            </a:endParaRPr>
          </a:p>
        </p:txBody>
      </p:sp>
      <p:sp>
        <p:nvSpPr>
          <p:cNvPr id="6" name="object 6">
            <a:extLst>
              <a:ext uri="{FF2B5EF4-FFF2-40B4-BE49-F238E27FC236}">
                <a16:creationId xmlns:a16="http://schemas.microsoft.com/office/drawing/2014/main" id="{51774F38-C95A-8414-305B-DC52FBE4AACB}"/>
              </a:ext>
            </a:extLst>
          </p:cNvPr>
          <p:cNvSpPr txBox="1"/>
          <p:nvPr/>
        </p:nvSpPr>
        <p:spPr>
          <a:xfrm>
            <a:off x="6489065" y="4802992"/>
            <a:ext cx="279400" cy="31369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1800" spc="-70" dirty="0">
                <a:solidFill>
                  <a:srgbClr val="FFFFFF"/>
                </a:solidFill>
                <a:latin typeface="Tahoma"/>
                <a:cs typeface="Tahoma"/>
              </a:rPr>
              <a:t>7</a:t>
            </a:fld>
            <a:endParaRPr sz="1800">
              <a:latin typeface="Tahoma"/>
              <a:cs typeface="Tahoma"/>
            </a:endParaRPr>
          </a:p>
        </p:txBody>
      </p:sp>
      <p:sp>
        <p:nvSpPr>
          <p:cNvPr id="7" name="object 7">
            <a:extLst>
              <a:ext uri="{FF2B5EF4-FFF2-40B4-BE49-F238E27FC236}">
                <a16:creationId xmlns:a16="http://schemas.microsoft.com/office/drawing/2014/main" id="{004C6C23-17D3-6F24-1F66-0B33668A29CF}"/>
              </a:ext>
            </a:extLst>
          </p:cNvPr>
          <p:cNvSpPr txBox="1">
            <a:spLocks noGrp="1"/>
          </p:cNvSpPr>
          <p:nvPr>
            <p:ph type="dt" sz="half" idx="6"/>
          </p:nvPr>
        </p:nvSpPr>
        <p:spPr>
          <a:prstGeom prst="rect">
            <a:avLst/>
          </a:prstGeom>
        </p:spPr>
        <p:txBody>
          <a:bodyPr vert="horz" wrap="square" lIns="0" tIns="8890" rIns="0" bIns="0" rtlCol="0">
            <a:spAutoFit/>
          </a:body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3" name="TextBox 2">
            <a:extLst>
              <a:ext uri="{FF2B5EF4-FFF2-40B4-BE49-F238E27FC236}">
                <a16:creationId xmlns:a16="http://schemas.microsoft.com/office/drawing/2014/main" id="{D1616A0E-1975-AE94-1C23-0F0ED738770F}"/>
              </a:ext>
            </a:extLst>
          </p:cNvPr>
          <p:cNvSpPr txBox="1"/>
          <p:nvPr/>
        </p:nvSpPr>
        <p:spPr>
          <a:xfrm>
            <a:off x="457200" y="1352550"/>
            <a:ext cx="51816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Can Only Solve Linearly Separable Problems</a:t>
            </a:r>
          </a:p>
          <a:p>
            <a:pPr marL="285750" indent="-285750">
              <a:buFont typeface="Arial" panose="020B0604020202020204" pitchFamily="34" charset="0"/>
              <a:buChar char="•"/>
            </a:pPr>
            <a:r>
              <a:rPr lang="en-US" dirty="0"/>
              <a:t>Only Binary Classification</a:t>
            </a:r>
          </a:p>
          <a:p>
            <a:pPr marL="285750" indent="-285750">
              <a:buFont typeface="Arial" panose="020B0604020202020204" pitchFamily="34" charset="0"/>
              <a:buChar char="•"/>
            </a:pPr>
            <a:r>
              <a:rPr lang="en-US" dirty="0"/>
              <a:t>No Hidden Layers</a:t>
            </a:r>
          </a:p>
          <a:p>
            <a:pPr marL="285750" indent="-285750">
              <a:buFont typeface="Arial" panose="020B0604020202020204" pitchFamily="34" charset="0"/>
              <a:buChar char="•"/>
            </a:pPr>
            <a:r>
              <a:rPr lang="en-US" dirty="0"/>
              <a:t>Hard Threshold Activation (Step) </a:t>
            </a:r>
          </a:p>
        </p:txBody>
      </p:sp>
      <p:sp>
        <p:nvSpPr>
          <p:cNvPr id="8" name="TextBox 7">
            <a:extLst>
              <a:ext uri="{FF2B5EF4-FFF2-40B4-BE49-F238E27FC236}">
                <a16:creationId xmlns:a16="http://schemas.microsoft.com/office/drawing/2014/main" id="{501B67D3-CDDA-B2DC-CEAB-29A69FE52060}"/>
              </a:ext>
            </a:extLst>
          </p:cNvPr>
          <p:cNvSpPr txBox="1"/>
          <p:nvPr/>
        </p:nvSpPr>
        <p:spPr>
          <a:xfrm>
            <a:off x="6245444" y="1018434"/>
            <a:ext cx="2212755" cy="646331"/>
          </a:xfrm>
          <a:prstGeom prst="rect">
            <a:avLst/>
          </a:prstGeom>
          <a:noFill/>
        </p:spPr>
        <p:txBody>
          <a:bodyPr wrap="square" rtlCol="0">
            <a:spAutoFit/>
          </a:bodyPr>
          <a:lstStyle/>
          <a:p>
            <a:r>
              <a:rPr lang="en-US" dirty="0"/>
              <a:t>Linearly Separable</a:t>
            </a:r>
          </a:p>
          <a:p>
            <a:endParaRPr lang="en-US" dirty="0"/>
          </a:p>
        </p:txBody>
      </p:sp>
      <p:pic>
        <p:nvPicPr>
          <p:cNvPr id="1026" name="Picture 2">
            <a:extLst>
              <a:ext uri="{FF2B5EF4-FFF2-40B4-BE49-F238E27FC236}">
                <a16:creationId xmlns:a16="http://schemas.microsoft.com/office/drawing/2014/main" id="{03E91C12-FAAF-A4F3-90CF-B31C2A61E9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5389" y="1354282"/>
            <a:ext cx="2872863" cy="17811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3B7438BE-F926-F09D-D06D-61C939AAE596}"/>
              </a:ext>
            </a:extLst>
          </p:cNvPr>
          <p:cNvPicPr>
            <a:picLocks noChangeAspect="1"/>
          </p:cNvPicPr>
          <p:nvPr/>
        </p:nvPicPr>
        <p:blipFill>
          <a:blip r:embed="rId3"/>
          <a:stretch>
            <a:fillRect/>
          </a:stretch>
        </p:blipFill>
        <p:spPr>
          <a:xfrm>
            <a:off x="2743200" y="2802577"/>
            <a:ext cx="2114613" cy="1967510"/>
          </a:xfrm>
          <a:prstGeom prst="rect">
            <a:avLst/>
          </a:prstGeom>
        </p:spPr>
      </p:pic>
      <p:sp>
        <p:nvSpPr>
          <p:cNvPr id="13" name="TextBox 12">
            <a:extLst>
              <a:ext uri="{FF2B5EF4-FFF2-40B4-BE49-F238E27FC236}">
                <a16:creationId xmlns:a16="http://schemas.microsoft.com/office/drawing/2014/main" id="{FF1ED52D-D444-6319-ECA2-006CF1EA0499}"/>
              </a:ext>
            </a:extLst>
          </p:cNvPr>
          <p:cNvSpPr txBox="1"/>
          <p:nvPr/>
        </p:nvSpPr>
        <p:spPr>
          <a:xfrm>
            <a:off x="5173701" y="3897248"/>
            <a:ext cx="3360699" cy="646331"/>
          </a:xfrm>
          <a:prstGeom prst="rect">
            <a:avLst/>
          </a:prstGeom>
          <a:noFill/>
        </p:spPr>
        <p:txBody>
          <a:bodyPr wrap="square" rtlCol="0">
            <a:spAutoFit/>
          </a:bodyPr>
          <a:lstStyle/>
          <a:p>
            <a:r>
              <a:rPr lang="en-US" dirty="0"/>
              <a:t>Linearly Not Separable (XOR)</a:t>
            </a:r>
          </a:p>
          <a:p>
            <a:endParaRPr lang="en-US" dirty="0"/>
          </a:p>
        </p:txBody>
      </p:sp>
    </p:spTree>
    <p:extLst>
      <p:ext uri="{BB962C8B-B14F-4D97-AF65-F5344CB8AC3E}">
        <p14:creationId xmlns:p14="http://schemas.microsoft.com/office/powerpoint/2010/main" val="683921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D4053-284A-4087-532C-12D540615EE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360FBDE-AC8B-E764-029B-B443FDA0A69E}"/>
              </a:ext>
            </a:extLst>
          </p:cNvPr>
          <p:cNvSpPr txBox="1">
            <a:spLocks noGrp="1"/>
          </p:cNvSpPr>
          <p:nvPr>
            <p:ph type="title"/>
          </p:nvPr>
        </p:nvSpPr>
        <p:spPr>
          <a:xfrm>
            <a:off x="214628" y="487044"/>
            <a:ext cx="8243571" cy="795089"/>
          </a:xfrm>
          <a:prstGeom prst="rect">
            <a:avLst/>
          </a:prstGeom>
        </p:spPr>
        <p:txBody>
          <a:bodyPr vert="horz" wrap="square" lIns="0" tIns="55880" rIns="0" bIns="0" rtlCol="0">
            <a:spAutoFit/>
          </a:bodyPr>
          <a:lstStyle/>
          <a:p>
            <a:pPr marL="12700">
              <a:lnSpc>
                <a:spcPct val="100000"/>
              </a:lnSpc>
              <a:spcBef>
                <a:spcPts val="440"/>
              </a:spcBef>
            </a:pPr>
            <a:r>
              <a:rPr lang="en-US" sz="4800" spc="-229" dirty="0"/>
              <a:t>What about this one?</a:t>
            </a:r>
          </a:p>
        </p:txBody>
      </p:sp>
      <p:sp>
        <p:nvSpPr>
          <p:cNvPr id="4" name="object 4">
            <a:extLst>
              <a:ext uri="{FF2B5EF4-FFF2-40B4-BE49-F238E27FC236}">
                <a16:creationId xmlns:a16="http://schemas.microsoft.com/office/drawing/2014/main" id="{76BAF257-65F3-4F97-5FEE-FD598B8F5F88}"/>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object 5">
            <a:extLst>
              <a:ext uri="{FF2B5EF4-FFF2-40B4-BE49-F238E27FC236}">
                <a16:creationId xmlns:a16="http://schemas.microsoft.com/office/drawing/2014/main" id="{8C15C837-6C21-A6B0-4D3B-5D0914282F70}"/>
              </a:ext>
            </a:extLst>
          </p:cNvPr>
          <p:cNvSpPr txBox="1"/>
          <p:nvPr/>
        </p:nvSpPr>
        <p:spPr>
          <a:xfrm>
            <a:off x="5328920" y="4802992"/>
            <a:ext cx="1026794" cy="313690"/>
          </a:xfrm>
          <a:prstGeom prst="rect">
            <a:avLst/>
          </a:prstGeom>
        </p:spPr>
        <p:txBody>
          <a:bodyPr vert="horz" wrap="square" lIns="0" tIns="8890" rIns="0" bIns="0" rtlCol="0">
            <a:spAutoFit/>
          </a:bodyPr>
          <a:lstStyle/>
          <a:p>
            <a:pPr marL="12700">
              <a:lnSpc>
                <a:spcPct val="100000"/>
              </a:lnSpc>
              <a:spcBef>
                <a:spcPts val="70"/>
              </a:spcBef>
            </a:pPr>
            <a:r>
              <a:rPr sz="1800" spc="-35" dirty="0">
                <a:solidFill>
                  <a:srgbClr val="FFFFFF"/>
                </a:solidFill>
                <a:latin typeface="Tahoma"/>
                <a:cs typeface="Tahoma"/>
              </a:rPr>
              <a:t>Lecture</a:t>
            </a:r>
            <a:r>
              <a:rPr sz="1800" spc="-160" dirty="0">
                <a:solidFill>
                  <a:srgbClr val="FFFFFF"/>
                </a:solidFill>
                <a:latin typeface="Tahoma"/>
                <a:cs typeface="Tahoma"/>
              </a:rPr>
              <a:t> </a:t>
            </a:r>
            <a:r>
              <a:rPr sz="1800" spc="-105" dirty="0">
                <a:solidFill>
                  <a:srgbClr val="FFFFFF"/>
                </a:solidFill>
                <a:latin typeface="Tahoma"/>
                <a:cs typeface="Tahoma"/>
              </a:rPr>
              <a:t>2</a:t>
            </a:r>
            <a:r>
              <a:rPr sz="1800" spc="-204" dirty="0">
                <a:solidFill>
                  <a:srgbClr val="FFFFFF"/>
                </a:solidFill>
                <a:latin typeface="Tahoma"/>
                <a:cs typeface="Tahoma"/>
              </a:rPr>
              <a:t> </a:t>
            </a:r>
            <a:r>
              <a:rPr sz="1800" spc="-50" dirty="0">
                <a:solidFill>
                  <a:srgbClr val="FFFFFF"/>
                </a:solidFill>
                <a:latin typeface="Tahoma"/>
                <a:cs typeface="Tahoma"/>
              </a:rPr>
              <a:t>-</a:t>
            </a:r>
            <a:endParaRPr sz="1800">
              <a:latin typeface="Tahoma"/>
              <a:cs typeface="Tahoma"/>
            </a:endParaRPr>
          </a:p>
        </p:txBody>
      </p:sp>
      <p:sp>
        <p:nvSpPr>
          <p:cNvPr id="6" name="object 6">
            <a:extLst>
              <a:ext uri="{FF2B5EF4-FFF2-40B4-BE49-F238E27FC236}">
                <a16:creationId xmlns:a16="http://schemas.microsoft.com/office/drawing/2014/main" id="{45978B16-7F72-681D-DDE4-3EF5FB0E18D9}"/>
              </a:ext>
            </a:extLst>
          </p:cNvPr>
          <p:cNvSpPr txBox="1"/>
          <p:nvPr/>
        </p:nvSpPr>
        <p:spPr>
          <a:xfrm>
            <a:off x="6489065" y="4802992"/>
            <a:ext cx="279400" cy="31369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1800" spc="-70" dirty="0">
                <a:solidFill>
                  <a:srgbClr val="FFFFFF"/>
                </a:solidFill>
                <a:latin typeface="Tahoma"/>
                <a:cs typeface="Tahoma"/>
              </a:rPr>
              <a:t>8</a:t>
            </a:fld>
            <a:endParaRPr sz="1800">
              <a:latin typeface="Tahoma"/>
              <a:cs typeface="Tahoma"/>
            </a:endParaRPr>
          </a:p>
        </p:txBody>
      </p:sp>
      <p:sp>
        <p:nvSpPr>
          <p:cNvPr id="7" name="object 7">
            <a:extLst>
              <a:ext uri="{FF2B5EF4-FFF2-40B4-BE49-F238E27FC236}">
                <a16:creationId xmlns:a16="http://schemas.microsoft.com/office/drawing/2014/main" id="{9365968E-00BC-B944-9CD0-72109E6F3354}"/>
              </a:ext>
            </a:extLst>
          </p:cNvPr>
          <p:cNvSpPr txBox="1">
            <a:spLocks noGrp="1"/>
          </p:cNvSpPr>
          <p:nvPr>
            <p:ph type="dt" sz="half" idx="6"/>
          </p:nvPr>
        </p:nvSpPr>
        <p:spPr>
          <a:prstGeom prst="rect">
            <a:avLst/>
          </a:prstGeom>
        </p:spPr>
        <p:txBody>
          <a:bodyPr vert="horz" wrap="square" lIns="0" tIns="8890" rIns="0" bIns="0" rtlCol="0">
            <a:spAutoFit/>
          </a:bodyPr>
          <a:lstStyle/>
          <a:p>
            <a:pPr marL="12700">
              <a:lnSpc>
                <a:spcPct val="100000"/>
              </a:lnSpc>
              <a:spcBef>
                <a:spcPts val="70"/>
              </a:spcBef>
            </a:pPr>
            <a:r>
              <a:rPr spc="-10" dirty="0"/>
              <a:t>April</a:t>
            </a:r>
            <a:r>
              <a:rPr spc="-229" dirty="0"/>
              <a:t> </a:t>
            </a:r>
            <a:r>
              <a:rPr spc="-105" dirty="0"/>
              <a:t>3,</a:t>
            </a:r>
            <a:r>
              <a:rPr spc="-170" dirty="0"/>
              <a:t> </a:t>
            </a:r>
            <a:r>
              <a:rPr spc="-75" dirty="0"/>
              <a:t>2025</a:t>
            </a:r>
          </a:p>
        </p:txBody>
      </p:sp>
      <p:pic>
        <p:nvPicPr>
          <p:cNvPr id="8" name="Picture 7">
            <a:extLst>
              <a:ext uri="{FF2B5EF4-FFF2-40B4-BE49-F238E27FC236}">
                <a16:creationId xmlns:a16="http://schemas.microsoft.com/office/drawing/2014/main" id="{31A27FD4-95B2-4EEB-B3A0-0D209F225FE7}"/>
              </a:ext>
            </a:extLst>
          </p:cNvPr>
          <p:cNvPicPr>
            <a:picLocks noChangeAspect="1"/>
          </p:cNvPicPr>
          <p:nvPr/>
        </p:nvPicPr>
        <p:blipFill>
          <a:blip r:embed="rId2"/>
          <a:stretch>
            <a:fillRect/>
          </a:stretch>
        </p:blipFill>
        <p:spPr>
          <a:xfrm>
            <a:off x="214628" y="1428750"/>
            <a:ext cx="3882312" cy="2737417"/>
          </a:xfrm>
          <a:prstGeom prst="rect">
            <a:avLst/>
          </a:prstGeom>
        </p:spPr>
      </p:pic>
    </p:spTree>
    <p:extLst>
      <p:ext uri="{BB962C8B-B14F-4D97-AF65-F5344CB8AC3E}">
        <p14:creationId xmlns:p14="http://schemas.microsoft.com/office/powerpoint/2010/main" val="4181891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58EB4-437B-207A-E400-B30152A9832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F1B12E5-833E-1116-CC0C-3C366A8C5265}"/>
              </a:ext>
            </a:extLst>
          </p:cNvPr>
          <p:cNvSpPr txBox="1">
            <a:spLocks noGrp="1"/>
          </p:cNvSpPr>
          <p:nvPr>
            <p:ph type="title"/>
          </p:nvPr>
        </p:nvSpPr>
        <p:spPr>
          <a:xfrm>
            <a:off x="214628" y="487044"/>
            <a:ext cx="8243571" cy="795089"/>
          </a:xfrm>
          <a:prstGeom prst="rect">
            <a:avLst/>
          </a:prstGeom>
        </p:spPr>
        <p:txBody>
          <a:bodyPr vert="horz" wrap="square" lIns="0" tIns="55880" rIns="0" bIns="0" rtlCol="0">
            <a:spAutoFit/>
          </a:bodyPr>
          <a:lstStyle/>
          <a:p>
            <a:pPr marL="12700">
              <a:lnSpc>
                <a:spcPct val="100000"/>
              </a:lnSpc>
              <a:spcBef>
                <a:spcPts val="440"/>
              </a:spcBef>
            </a:pPr>
            <a:r>
              <a:rPr lang="en-US" sz="4800" spc="-229" dirty="0"/>
              <a:t>What about this one?</a:t>
            </a:r>
          </a:p>
        </p:txBody>
      </p:sp>
      <p:sp>
        <p:nvSpPr>
          <p:cNvPr id="4" name="object 4">
            <a:extLst>
              <a:ext uri="{FF2B5EF4-FFF2-40B4-BE49-F238E27FC236}">
                <a16:creationId xmlns:a16="http://schemas.microsoft.com/office/drawing/2014/main" id="{1620CA81-A09B-E78D-30DE-C0871B56D856}"/>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object 5">
            <a:extLst>
              <a:ext uri="{FF2B5EF4-FFF2-40B4-BE49-F238E27FC236}">
                <a16:creationId xmlns:a16="http://schemas.microsoft.com/office/drawing/2014/main" id="{33C2A25A-869C-8D60-1A14-29FDC23E3E0E}"/>
              </a:ext>
            </a:extLst>
          </p:cNvPr>
          <p:cNvSpPr txBox="1"/>
          <p:nvPr/>
        </p:nvSpPr>
        <p:spPr>
          <a:xfrm>
            <a:off x="5328920" y="4802992"/>
            <a:ext cx="1026794" cy="313690"/>
          </a:xfrm>
          <a:prstGeom prst="rect">
            <a:avLst/>
          </a:prstGeom>
        </p:spPr>
        <p:txBody>
          <a:bodyPr vert="horz" wrap="square" lIns="0" tIns="8890" rIns="0" bIns="0" rtlCol="0">
            <a:spAutoFit/>
          </a:bodyPr>
          <a:lstStyle/>
          <a:p>
            <a:pPr marL="12700">
              <a:lnSpc>
                <a:spcPct val="100000"/>
              </a:lnSpc>
              <a:spcBef>
                <a:spcPts val="70"/>
              </a:spcBef>
            </a:pPr>
            <a:r>
              <a:rPr sz="1800" spc="-35" dirty="0">
                <a:solidFill>
                  <a:srgbClr val="FFFFFF"/>
                </a:solidFill>
                <a:latin typeface="Tahoma"/>
                <a:cs typeface="Tahoma"/>
              </a:rPr>
              <a:t>Lecture</a:t>
            </a:r>
            <a:r>
              <a:rPr sz="1800" spc="-160" dirty="0">
                <a:solidFill>
                  <a:srgbClr val="FFFFFF"/>
                </a:solidFill>
                <a:latin typeface="Tahoma"/>
                <a:cs typeface="Tahoma"/>
              </a:rPr>
              <a:t> </a:t>
            </a:r>
            <a:r>
              <a:rPr sz="1800" spc="-105" dirty="0">
                <a:solidFill>
                  <a:srgbClr val="FFFFFF"/>
                </a:solidFill>
                <a:latin typeface="Tahoma"/>
                <a:cs typeface="Tahoma"/>
              </a:rPr>
              <a:t>2</a:t>
            </a:r>
            <a:r>
              <a:rPr sz="1800" spc="-204" dirty="0">
                <a:solidFill>
                  <a:srgbClr val="FFFFFF"/>
                </a:solidFill>
                <a:latin typeface="Tahoma"/>
                <a:cs typeface="Tahoma"/>
              </a:rPr>
              <a:t> </a:t>
            </a:r>
            <a:r>
              <a:rPr sz="1800" spc="-50" dirty="0">
                <a:solidFill>
                  <a:srgbClr val="FFFFFF"/>
                </a:solidFill>
                <a:latin typeface="Tahoma"/>
                <a:cs typeface="Tahoma"/>
              </a:rPr>
              <a:t>-</a:t>
            </a:r>
            <a:endParaRPr sz="1800">
              <a:latin typeface="Tahoma"/>
              <a:cs typeface="Tahoma"/>
            </a:endParaRPr>
          </a:p>
        </p:txBody>
      </p:sp>
      <p:sp>
        <p:nvSpPr>
          <p:cNvPr id="6" name="object 6">
            <a:extLst>
              <a:ext uri="{FF2B5EF4-FFF2-40B4-BE49-F238E27FC236}">
                <a16:creationId xmlns:a16="http://schemas.microsoft.com/office/drawing/2014/main" id="{77C16650-6D67-AFED-50D0-3E4A5760D463}"/>
              </a:ext>
            </a:extLst>
          </p:cNvPr>
          <p:cNvSpPr txBox="1"/>
          <p:nvPr/>
        </p:nvSpPr>
        <p:spPr>
          <a:xfrm>
            <a:off x="6489065" y="4802992"/>
            <a:ext cx="279400" cy="31369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1800" spc="-70" dirty="0">
                <a:solidFill>
                  <a:srgbClr val="FFFFFF"/>
                </a:solidFill>
                <a:latin typeface="Tahoma"/>
                <a:cs typeface="Tahoma"/>
              </a:rPr>
              <a:t>9</a:t>
            </a:fld>
            <a:endParaRPr sz="1800">
              <a:latin typeface="Tahoma"/>
              <a:cs typeface="Tahoma"/>
            </a:endParaRPr>
          </a:p>
        </p:txBody>
      </p:sp>
      <p:sp>
        <p:nvSpPr>
          <p:cNvPr id="7" name="object 7">
            <a:extLst>
              <a:ext uri="{FF2B5EF4-FFF2-40B4-BE49-F238E27FC236}">
                <a16:creationId xmlns:a16="http://schemas.microsoft.com/office/drawing/2014/main" id="{5CBF9434-DEA0-0ED9-7847-39931F077191}"/>
              </a:ext>
            </a:extLst>
          </p:cNvPr>
          <p:cNvSpPr txBox="1">
            <a:spLocks noGrp="1"/>
          </p:cNvSpPr>
          <p:nvPr>
            <p:ph type="dt" sz="half" idx="6"/>
          </p:nvPr>
        </p:nvSpPr>
        <p:spPr>
          <a:prstGeom prst="rect">
            <a:avLst/>
          </a:prstGeom>
        </p:spPr>
        <p:txBody>
          <a:bodyPr vert="horz" wrap="square" lIns="0" tIns="8890" rIns="0" bIns="0" rtlCol="0">
            <a:spAutoFit/>
          </a:bodyPr>
          <a:lstStyle/>
          <a:p>
            <a:pPr marL="12700">
              <a:lnSpc>
                <a:spcPct val="100000"/>
              </a:lnSpc>
              <a:spcBef>
                <a:spcPts val="70"/>
              </a:spcBef>
            </a:pPr>
            <a:r>
              <a:rPr spc="-10" dirty="0"/>
              <a:t>April</a:t>
            </a:r>
            <a:r>
              <a:rPr spc="-229" dirty="0"/>
              <a:t> </a:t>
            </a:r>
            <a:r>
              <a:rPr spc="-105" dirty="0"/>
              <a:t>3,</a:t>
            </a:r>
            <a:r>
              <a:rPr spc="-170" dirty="0"/>
              <a:t> </a:t>
            </a:r>
            <a:r>
              <a:rPr spc="-75" dirty="0"/>
              <a:t>2025</a:t>
            </a:r>
          </a:p>
        </p:txBody>
      </p:sp>
      <p:pic>
        <p:nvPicPr>
          <p:cNvPr id="10" name="Picture 9">
            <a:extLst>
              <a:ext uri="{FF2B5EF4-FFF2-40B4-BE49-F238E27FC236}">
                <a16:creationId xmlns:a16="http://schemas.microsoft.com/office/drawing/2014/main" id="{2B8BB787-E912-5E35-B9D7-1E9488F13C00}"/>
              </a:ext>
            </a:extLst>
          </p:cNvPr>
          <p:cNvPicPr>
            <a:picLocks noChangeAspect="1"/>
          </p:cNvPicPr>
          <p:nvPr/>
        </p:nvPicPr>
        <p:blipFill>
          <a:blip r:embed="rId2"/>
          <a:stretch>
            <a:fillRect/>
          </a:stretch>
        </p:blipFill>
        <p:spPr>
          <a:xfrm>
            <a:off x="214628" y="1428750"/>
            <a:ext cx="3882312" cy="2737417"/>
          </a:xfrm>
          <a:prstGeom prst="rect">
            <a:avLst/>
          </a:prstGeom>
        </p:spPr>
      </p:pic>
      <p:pic>
        <p:nvPicPr>
          <p:cNvPr id="2050" name="Picture 2" descr="Perceptron">
            <a:extLst>
              <a:ext uri="{FF2B5EF4-FFF2-40B4-BE49-F238E27FC236}">
                <a16:creationId xmlns:a16="http://schemas.microsoft.com/office/drawing/2014/main" id="{C2164D98-0303-8A55-58F0-EA261A5AEC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5636" y="1363138"/>
            <a:ext cx="3882312" cy="28030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9E76742-45B3-BBEF-E2D4-7378F4F7F3B2}"/>
              </a:ext>
            </a:extLst>
          </p:cNvPr>
          <p:cNvSpPr txBox="1"/>
          <p:nvPr/>
        </p:nvSpPr>
        <p:spPr>
          <a:xfrm>
            <a:off x="4876800" y="4248150"/>
            <a:ext cx="3882312" cy="369332"/>
          </a:xfrm>
          <a:prstGeom prst="rect">
            <a:avLst/>
          </a:prstGeom>
          <a:noFill/>
        </p:spPr>
        <p:txBody>
          <a:bodyPr wrap="square" rtlCol="0">
            <a:spAutoFit/>
          </a:bodyPr>
          <a:lstStyle/>
          <a:p>
            <a:r>
              <a:rPr lang="en-US" dirty="0"/>
              <a:t>Typical Structure of Neural Network</a:t>
            </a:r>
          </a:p>
        </p:txBody>
      </p:sp>
    </p:spTree>
    <p:extLst>
      <p:ext uri="{BB962C8B-B14F-4D97-AF65-F5344CB8AC3E}">
        <p14:creationId xmlns:p14="http://schemas.microsoft.com/office/powerpoint/2010/main" val="1499060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6F352-A865-D6DF-2F31-8BFD986C4D8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95A95B3-A852-9392-1376-BE9FA44879E3}"/>
              </a:ext>
            </a:extLst>
          </p:cNvPr>
          <p:cNvSpPr txBox="1">
            <a:spLocks noGrp="1"/>
          </p:cNvSpPr>
          <p:nvPr>
            <p:ph type="title"/>
          </p:nvPr>
        </p:nvSpPr>
        <p:spPr>
          <a:xfrm>
            <a:off x="214628" y="487044"/>
            <a:ext cx="8700772" cy="795089"/>
          </a:xfrm>
          <a:prstGeom prst="rect">
            <a:avLst/>
          </a:prstGeom>
        </p:spPr>
        <p:txBody>
          <a:bodyPr vert="horz" wrap="square" lIns="0" tIns="55880" rIns="0" bIns="0" rtlCol="0">
            <a:spAutoFit/>
          </a:bodyPr>
          <a:lstStyle/>
          <a:p>
            <a:pPr marL="12700">
              <a:lnSpc>
                <a:spcPct val="100000"/>
              </a:lnSpc>
              <a:spcBef>
                <a:spcPts val="440"/>
              </a:spcBef>
            </a:pPr>
            <a:r>
              <a:rPr lang="en-US" sz="4800" spc="-229" dirty="0"/>
              <a:t>Key Components in Neural Network </a:t>
            </a:r>
          </a:p>
        </p:txBody>
      </p:sp>
      <p:sp>
        <p:nvSpPr>
          <p:cNvPr id="4" name="object 4">
            <a:extLst>
              <a:ext uri="{FF2B5EF4-FFF2-40B4-BE49-F238E27FC236}">
                <a16:creationId xmlns:a16="http://schemas.microsoft.com/office/drawing/2014/main" id="{94A0F728-178E-97A1-2B55-9ECBD9AA4DB7}"/>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object 5">
            <a:extLst>
              <a:ext uri="{FF2B5EF4-FFF2-40B4-BE49-F238E27FC236}">
                <a16:creationId xmlns:a16="http://schemas.microsoft.com/office/drawing/2014/main" id="{25D94673-56B1-E542-1C6C-40C24574197F}"/>
              </a:ext>
            </a:extLst>
          </p:cNvPr>
          <p:cNvSpPr txBox="1"/>
          <p:nvPr/>
        </p:nvSpPr>
        <p:spPr>
          <a:xfrm>
            <a:off x="5328920" y="4802992"/>
            <a:ext cx="1026794" cy="313690"/>
          </a:xfrm>
          <a:prstGeom prst="rect">
            <a:avLst/>
          </a:prstGeom>
        </p:spPr>
        <p:txBody>
          <a:bodyPr vert="horz" wrap="square" lIns="0" tIns="8890" rIns="0" bIns="0" rtlCol="0">
            <a:spAutoFit/>
          </a:bodyPr>
          <a:lstStyle/>
          <a:p>
            <a:pPr marL="12700">
              <a:lnSpc>
                <a:spcPct val="100000"/>
              </a:lnSpc>
              <a:spcBef>
                <a:spcPts val="70"/>
              </a:spcBef>
            </a:pPr>
            <a:r>
              <a:rPr sz="1800" spc="-35" dirty="0">
                <a:solidFill>
                  <a:srgbClr val="FFFFFF"/>
                </a:solidFill>
                <a:latin typeface="Tahoma"/>
                <a:cs typeface="Tahoma"/>
              </a:rPr>
              <a:t>Lecture</a:t>
            </a:r>
            <a:r>
              <a:rPr sz="1800" spc="-160" dirty="0">
                <a:solidFill>
                  <a:srgbClr val="FFFFFF"/>
                </a:solidFill>
                <a:latin typeface="Tahoma"/>
                <a:cs typeface="Tahoma"/>
              </a:rPr>
              <a:t> </a:t>
            </a:r>
            <a:r>
              <a:rPr sz="1800" spc="-105" dirty="0">
                <a:solidFill>
                  <a:srgbClr val="FFFFFF"/>
                </a:solidFill>
                <a:latin typeface="Tahoma"/>
                <a:cs typeface="Tahoma"/>
              </a:rPr>
              <a:t>2</a:t>
            </a:r>
            <a:r>
              <a:rPr sz="1800" spc="-204" dirty="0">
                <a:solidFill>
                  <a:srgbClr val="FFFFFF"/>
                </a:solidFill>
                <a:latin typeface="Tahoma"/>
                <a:cs typeface="Tahoma"/>
              </a:rPr>
              <a:t> </a:t>
            </a:r>
            <a:r>
              <a:rPr sz="1800" spc="-50" dirty="0">
                <a:solidFill>
                  <a:srgbClr val="FFFFFF"/>
                </a:solidFill>
                <a:latin typeface="Tahoma"/>
                <a:cs typeface="Tahoma"/>
              </a:rPr>
              <a:t>-</a:t>
            </a:r>
            <a:endParaRPr sz="1800">
              <a:latin typeface="Tahoma"/>
              <a:cs typeface="Tahoma"/>
            </a:endParaRPr>
          </a:p>
        </p:txBody>
      </p:sp>
      <p:sp>
        <p:nvSpPr>
          <p:cNvPr id="6" name="object 6">
            <a:extLst>
              <a:ext uri="{FF2B5EF4-FFF2-40B4-BE49-F238E27FC236}">
                <a16:creationId xmlns:a16="http://schemas.microsoft.com/office/drawing/2014/main" id="{222C7B87-D714-6AAD-1F29-7F8B39F3E6FB}"/>
              </a:ext>
            </a:extLst>
          </p:cNvPr>
          <p:cNvSpPr txBox="1"/>
          <p:nvPr/>
        </p:nvSpPr>
        <p:spPr>
          <a:xfrm>
            <a:off x="6489065" y="4802992"/>
            <a:ext cx="279400" cy="31369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1800" spc="-70" dirty="0">
                <a:solidFill>
                  <a:srgbClr val="FFFFFF"/>
                </a:solidFill>
                <a:latin typeface="Tahoma"/>
                <a:cs typeface="Tahoma"/>
              </a:rPr>
              <a:t>10</a:t>
            </a:fld>
            <a:endParaRPr sz="1800">
              <a:latin typeface="Tahoma"/>
              <a:cs typeface="Tahoma"/>
            </a:endParaRPr>
          </a:p>
        </p:txBody>
      </p:sp>
      <p:sp>
        <p:nvSpPr>
          <p:cNvPr id="7" name="object 7">
            <a:extLst>
              <a:ext uri="{FF2B5EF4-FFF2-40B4-BE49-F238E27FC236}">
                <a16:creationId xmlns:a16="http://schemas.microsoft.com/office/drawing/2014/main" id="{9BE8B9FE-8822-9129-FFCD-2FFCE562C6B3}"/>
              </a:ext>
            </a:extLst>
          </p:cNvPr>
          <p:cNvSpPr txBox="1">
            <a:spLocks noGrp="1"/>
          </p:cNvSpPr>
          <p:nvPr>
            <p:ph type="dt" sz="half" idx="6"/>
          </p:nvPr>
        </p:nvSpPr>
        <p:spPr>
          <a:prstGeom prst="rect">
            <a:avLst/>
          </a:prstGeom>
        </p:spPr>
        <p:txBody>
          <a:bodyPr vert="horz" wrap="square" lIns="0" tIns="8890" rIns="0" bIns="0" rtlCol="0">
            <a:spAutoFit/>
          </a:body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8" name="TextBox 7">
            <a:extLst>
              <a:ext uri="{FF2B5EF4-FFF2-40B4-BE49-F238E27FC236}">
                <a16:creationId xmlns:a16="http://schemas.microsoft.com/office/drawing/2014/main" id="{D50522B3-CFFF-BA76-B907-74B04CCBFE84}"/>
              </a:ext>
            </a:extLst>
          </p:cNvPr>
          <p:cNvSpPr txBox="1"/>
          <p:nvPr/>
        </p:nvSpPr>
        <p:spPr>
          <a:xfrm>
            <a:off x="304800" y="1428750"/>
            <a:ext cx="8534400" cy="2862322"/>
          </a:xfrm>
          <a:prstGeom prst="rect">
            <a:avLst/>
          </a:prstGeom>
          <a:noFill/>
        </p:spPr>
        <p:txBody>
          <a:bodyPr wrap="square" rtlCol="0">
            <a:spAutoFit/>
          </a:bodyPr>
          <a:lstStyle/>
          <a:p>
            <a:pPr marL="285750" indent="-285750" algn="just">
              <a:buFont typeface="Arial" panose="020B0604020202020204" pitchFamily="34" charset="0"/>
              <a:buChar char="•"/>
            </a:pPr>
            <a:r>
              <a:rPr lang="en-US" sz="2000" b="1" dirty="0"/>
              <a:t>Input layers</a:t>
            </a:r>
            <a:r>
              <a:rPr lang="en-US" sz="2000" dirty="0"/>
              <a:t>: Receives raw data (features).Number of neurons = number of input features.</a:t>
            </a:r>
          </a:p>
          <a:p>
            <a:pPr algn="just"/>
            <a:r>
              <a:rPr lang="en-US" sz="2000" dirty="0"/>
              <a:t>    Example: For an image of 28×28 pixels → 784 input neurons.</a:t>
            </a:r>
          </a:p>
          <a:p>
            <a:pPr marL="342900" indent="-342900" algn="just">
              <a:buFont typeface="Arial" panose="020B0604020202020204" pitchFamily="34" charset="0"/>
              <a:buChar char="•"/>
            </a:pPr>
            <a:r>
              <a:rPr lang="en-US" sz="2000" b="1" dirty="0"/>
              <a:t>Weights</a:t>
            </a:r>
            <a:r>
              <a:rPr lang="en-US" sz="2000" dirty="0"/>
              <a:t>: An adjustable float value of each connection; Weights determine the strength of influence between neurons. Learning = adjusting these weights.</a:t>
            </a:r>
          </a:p>
          <a:p>
            <a:pPr marL="342900" indent="-342900" algn="just">
              <a:buFont typeface="Arial" panose="020B0604020202020204" pitchFamily="34" charset="0"/>
              <a:buChar char="•"/>
            </a:pPr>
            <a:r>
              <a:rPr lang="en-US" sz="2000" b="1" dirty="0"/>
              <a:t>Bias</a:t>
            </a:r>
            <a:r>
              <a:rPr lang="en-US" sz="2000" dirty="0"/>
              <a:t>: Added to the weighted sum before activation. Helps shift the activation function. Improves flexibility of the model.</a:t>
            </a:r>
          </a:p>
          <a:p>
            <a:pPr lvl="2" algn="just"/>
            <a:r>
              <a:rPr lang="en-US" sz="2000" dirty="0"/>
              <a:t>	</a:t>
            </a:r>
            <a:r>
              <a:rPr lang="en-US" sz="2000" dirty="0">
                <a:latin typeface="Cambria Math" panose="02040503050406030204" pitchFamily="18" charset="0"/>
                <a:ea typeface="Cambria Math" panose="02040503050406030204" pitchFamily="18" charset="0"/>
              </a:rPr>
              <a:t>a</a:t>
            </a:r>
            <a:r>
              <a:rPr lang="pl-PL" sz="2000" dirty="0">
                <a:latin typeface="Cambria Math" panose="02040503050406030204" pitchFamily="18" charset="0"/>
                <a:ea typeface="Cambria Math" panose="02040503050406030204" pitchFamily="18" charset="0"/>
              </a:rPr>
              <a:t>=w1​x1​+w2​x2​+...+</a:t>
            </a:r>
            <a:r>
              <a:rPr lang="pl-PL" sz="2000" b="1" i="1" dirty="0">
                <a:latin typeface="Cambria Math" panose="02040503050406030204" pitchFamily="18" charset="0"/>
                <a:ea typeface="Cambria Math" panose="02040503050406030204" pitchFamily="18" charset="0"/>
              </a:rPr>
              <a:t>b</a:t>
            </a:r>
            <a:endParaRPr lang="en-US" sz="2000" b="1" i="1"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816497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5EDE7-9EB5-EC9C-46A3-9FF6E290EF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EC89F93-FB72-1FE7-F426-8CF125D4E835}"/>
              </a:ext>
            </a:extLst>
          </p:cNvPr>
          <p:cNvSpPr txBox="1">
            <a:spLocks noGrp="1"/>
          </p:cNvSpPr>
          <p:nvPr>
            <p:ph type="title"/>
          </p:nvPr>
        </p:nvSpPr>
        <p:spPr>
          <a:xfrm>
            <a:off x="214628" y="487044"/>
            <a:ext cx="8243571" cy="795089"/>
          </a:xfrm>
          <a:prstGeom prst="rect">
            <a:avLst/>
          </a:prstGeom>
        </p:spPr>
        <p:txBody>
          <a:bodyPr vert="horz" wrap="square" lIns="0" tIns="55880" rIns="0" bIns="0" rtlCol="0">
            <a:spAutoFit/>
          </a:bodyPr>
          <a:lstStyle/>
          <a:p>
            <a:pPr marL="12700">
              <a:lnSpc>
                <a:spcPct val="100000"/>
              </a:lnSpc>
              <a:spcBef>
                <a:spcPts val="440"/>
              </a:spcBef>
            </a:pPr>
            <a:r>
              <a:rPr lang="en-US" sz="4800" spc="-229" dirty="0"/>
              <a:t>Key Definitions in Neural Network </a:t>
            </a:r>
          </a:p>
        </p:txBody>
      </p:sp>
      <p:sp>
        <p:nvSpPr>
          <p:cNvPr id="4" name="object 4">
            <a:extLst>
              <a:ext uri="{FF2B5EF4-FFF2-40B4-BE49-F238E27FC236}">
                <a16:creationId xmlns:a16="http://schemas.microsoft.com/office/drawing/2014/main" id="{7E3A649C-8135-C39D-B945-EA86F77E1808}"/>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object 5">
            <a:extLst>
              <a:ext uri="{FF2B5EF4-FFF2-40B4-BE49-F238E27FC236}">
                <a16:creationId xmlns:a16="http://schemas.microsoft.com/office/drawing/2014/main" id="{057DF21D-E725-C132-64FC-7C3951A860EC}"/>
              </a:ext>
            </a:extLst>
          </p:cNvPr>
          <p:cNvSpPr txBox="1"/>
          <p:nvPr/>
        </p:nvSpPr>
        <p:spPr>
          <a:xfrm>
            <a:off x="5328920" y="4802992"/>
            <a:ext cx="1026794" cy="313690"/>
          </a:xfrm>
          <a:prstGeom prst="rect">
            <a:avLst/>
          </a:prstGeom>
        </p:spPr>
        <p:txBody>
          <a:bodyPr vert="horz" wrap="square" lIns="0" tIns="8890" rIns="0" bIns="0" rtlCol="0">
            <a:spAutoFit/>
          </a:bodyPr>
          <a:lstStyle/>
          <a:p>
            <a:pPr marL="12700">
              <a:lnSpc>
                <a:spcPct val="100000"/>
              </a:lnSpc>
              <a:spcBef>
                <a:spcPts val="70"/>
              </a:spcBef>
            </a:pPr>
            <a:r>
              <a:rPr sz="1800" spc="-35" dirty="0">
                <a:solidFill>
                  <a:srgbClr val="FFFFFF"/>
                </a:solidFill>
                <a:latin typeface="Tahoma"/>
                <a:cs typeface="Tahoma"/>
              </a:rPr>
              <a:t>Lecture</a:t>
            </a:r>
            <a:r>
              <a:rPr sz="1800" spc="-160" dirty="0">
                <a:solidFill>
                  <a:srgbClr val="FFFFFF"/>
                </a:solidFill>
                <a:latin typeface="Tahoma"/>
                <a:cs typeface="Tahoma"/>
              </a:rPr>
              <a:t> </a:t>
            </a:r>
            <a:r>
              <a:rPr sz="1800" spc="-105" dirty="0">
                <a:solidFill>
                  <a:srgbClr val="FFFFFF"/>
                </a:solidFill>
                <a:latin typeface="Tahoma"/>
                <a:cs typeface="Tahoma"/>
              </a:rPr>
              <a:t>2</a:t>
            </a:r>
            <a:r>
              <a:rPr sz="1800" spc="-204" dirty="0">
                <a:solidFill>
                  <a:srgbClr val="FFFFFF"/>
                </a:solidFill>
                <a:latin typeface="Tahoma"/>
                <a:cs typeface="Tahoma"/>
              </a:rPr>
              <a:t> </a:t>
            </a:r>
            <a:r>
              <a:rPr sz="1800" spc="-50" dirty="0">
                <a:solidFill>
                  <a:srgbClr val="FFFFFF"/>
                </a:solidFill>
                <a:latin typeface="Tahoma"/>
                <a:cs typeface="Tahoma"/>
              </a:rPr>
              <a:t>-</a:t>
            </a:r>
            <a:endParaRPr sz="1800">
              <a:latin typeface="Tahoma"/>
              <a:cs typeface="Tahoma"/>
            </a:endParaRPr>
          </a:p>
        </p:txBody>
      </p:sp>
      <p:sp>
        <p:nvSpPr>
          <p:cNvPr id="6" name="object 6">
            <a:extLst>
              <a:ext uri="{FF2B5EF4-FFF2-40B4-BE49-F238E27FC236}">
                <a16:creationId xmlns:a16="http://schemas.microsoft.com/office/drawing/2014/main" id="{407BEF82-9436-F524-D259-96CF4FF9B136}"/>
              </a:ext>
            </a:extLst>
          </p:cNvPr>
          <p:cNvSpPr txBox="1"/>
          <p:nvPr/>
        </p:nvSpPr>
        <p:spPr>
          <a:xfrm>
            <a:off x="6489065" y="4802992"/>
            <a:ext cx="279400" cy="31369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1800" spc="-70" dirty="0">
                <a:solidFill>
                  <a:srgbClr val="FFFFFF"/>
                </a:solidFill>
                <a:latin typeface="Tahoma"/>
                <a:cs typeface="Tahoma"/>
              </a:rPr>
              <a:t>11</a:t>
            </a:fld>
            <a:endParaRPr sz="1800">
              <a:latin typeface="Tahoma"/>
              <a:cs typeface="Tahoma"/>
            </a:endParaRPr>
          </a:p>
        </p:txBody>
      </p:sp>
      <p:sp>
        <p:nvSpPr>
          <p:cNvPr id="7" name="object 7">
            <a:extLst>
              <a:ext uri="{FF2B5EF4-FFF2-40B4-BE49-F238E27FC236}">
                <a16:creationId xmlns:a16="http://schemas.microsoft.com/office/drawing/2014/main" id="{DD160100-84C7-7F71-2D73-76FB099917B5}"/>
              </a:ext>
            </a:extLst>
          </p:cNvPr>
          <p:cNvSpPr txBox="1">
            <a:spLocks noGrp="1"/>
          </p:cNvSpPr>
          <p:nvPr>
            <p:ph type="dt" sz="half" idx="6"/>
          </p:nvPr>
        </p:nvSpPr>
        <p:spPr>
          <a:prstGeom prst="rect">
            <a:avLst/>
          </a:prstGeom>
        </p:spPr>
        <p:txBody>
          <a:bodyPr vert="horz" wrap="square" lIns="0" tIns="8890" rIns="0" bIns="0" rtlCol="0">
            <a:spAutoFit/>
          </a:body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8" name="TextBox 7">
            <a:extLst>
              <a:ext uri="{FF2B5EF4-FFF2-40B4-BE49-F238E27FC236}">
                <a16:creationId xmlns:a16="http://schemas.microsoft.com/office/drawing/2014/main" id="{0C3500C3-FDA8-5A01-1B69-D2A24DBAFED7}"/>
              </a:ext>
            </a:extLst>
          </p:cNvPr>
          <p:cNvSpPr txBox="1"/>
          <p:nvPr/>
        </p:nvSpPr>
        <p:spPr>
          <a:xfrm>
            <a:off x="304800" y="1428750"/>
            <a:ext cx="8534400" cy="3477875"/>
          </a:xfrm>
          <a:prstGeom prst="rect">
            <a:avLst/>
          </a:prstGeom>
          <a:noFill/>
        </p:spPr>
        <p:txBody>
          <a:bodyPr wrap="square" rtlCol="0">
            <a:spAutoFit/>
          </a:bodyPr>
          <a:lstStyle/>
          <a:p>
            <a:pPr marL="285750" indent="-285750" algn="just">
              <a:buFont typeface="Arial" panose="020B0604020202020204" pitchFamily="34" charset="0"/>
              <a:buChar char="•"/>
            </a:pPr>
            <a:r>
              <a:rPr lang="en-US" sz="2000" b="1" dirty="0"/>
              <a:t>Activation Function</a:t>
            </a:r>
            <a:r>
              <a:rPr lang="en-US" sz="2000" dirty="0"/>
              <a:t>: Introduces </a:t>
            </a:r>
            <a:r>
              <a:rPr lang="en-US" sz="2000" b="1" dirty="0"/>
              <a:t>non-linearity</a:t>
            </a:r>
            <a:r>
              <a:rPr lang="en-US" sz="2000" dirty="0"/>
              <a:t> so the network can learn complex patterns. Without activation functions, the network behaves like a linear model.</a:t>
            </a:r>
          </a:p>
          <a:p>
            <a:pPr marL="285750" indent="-285750" algn="just">
              <a:buFont typeface="Arial" panose="020B0604020202020204" pitchFamily="34" charset="0"/>
              <a:buChar char="•"/>
            </a:pPr>
            <a:r>
              <a:rPr lang="en-US" sz="2000" b="1" dirty="0"/>
              <a:t>Hidden Layers</a:t>
            </a:r>
            <a:r>
              <a:rPr lang="en-US" sz="2000" dirty="0"/>
              <a:t>: Layers between input and output. Extract patterns and features. More layers → deeper network → can model complex relationships.</a:t>
            </a:r>
          </a:p>
          <a:p>
            <a:pPr marL="285750" indent="-285750" algn="just">
              <a:buFont typeface="Arial" panose="020B0604020202020204" pitchFamily="34" charset="0"/>
              <a:buChar char="•"/>
            </a:pPr>
            <a:r>
              <a:rPr lang="en-US" sz="2000" b="1" dirty="0"/>
              <a:t>Output Layer</a:t>
            </a:r>
            <a:r>
              <a:rPr lang="en-US" sz="2000" dirty="0"/>
              <a:t>: Produces final prediction.</a:t>
            </a:r>
          </a:p>
          <a:p>
            <a:pPr marL="285750" indent="-285750" algn="just">
              <a:buFont typeface="Arial" panose="020B0604020202020204" pitchFamily="34" charset="0"/>
              <a:buChar char="•"/>
            </a:pPr>
            <a:r>
              <a:rPr lang="en-US" sz="2000" b="1" dirty="0"/>
              <a:t>Loss Function</a:t>
            </a:r>
            <a:r>
              <a:rPr lang="en-US" sz="2000" dirty="0"/>
              <a:t>: Measures how wrong the prediction is.</a:t>
            </a:r>
          </a:p>
          <a:p>
            <a:pPr lvl="1" algn="just"/>
            <a:r>
              <a:rPr lang="en-US" sz="2000" dirty="0"/>
              <a:t>	</a:t>
            </a:r>
            <a:r>
              <a:rPr lang="en-US" sz="2000" b="1" dirty="0"/>
              <a:t>Binary Cross-Entropy </a:t>
            </a:r>
            <a:r>
              <a:rPr lang="en-US" sz="2000" dirty="0"/>
              <a:t>(binary classification)</a:t>
            </a:r>
          </a:p>
          <a:p>
            <a:pPr lvl="1" algn="just"/>
            <a:r>
              <a:rPr lang="en-US" sz="2000" dirty="0"/>
              <a:t>	</a:t>
            </a:r>
            <a:r>
              <a:rPr lang="en-US" sz="2000" b="1" dirty="0"/>
              <a:t>Categorical Cross-Entropy </a:t>
            </a:r>
            <a:r>
              <a:rPr lang="en-US" sz="2000" dirty="0"/>
              <a:t>(multi-class)</a:t>
            </a:r>
          </a:p>
          <a:p>
            <a:pPr lvl="1" algn="just"/>
            <a:r>
              <a:rPr lang="en-US" sz="2000" dirty="0"/>
              <a:t>	</a:t>
            </a:r>
            <a:r>
              <a:rPr lang="en-US" sz="2000" b="1" dirty="0"/>
              <a:t>Mean Squared Error </a:t>
            </a:r>
            <a:r>
              <a:rPr lang="en-US" sz="2000" dirty="0"/>
              <a:t>(regression)</a:t>
            </a:r>
          </a:p>
        </p:txBody>
      </p:sp>
    </p:spTree>
    <p:extLst>
      <p:ext uri="{BB962C8B-B14F-4D97-AF65-F5344CB8AC3E}">
        <p14:creationId xmlns:p14="http://schemas.microsoft.com/office/powerpoint/2010/main" val="2485842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F0BDF-F545-67C0-1904-0AB75E565E6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D8E151E-6C36-3424-826E-9859C8CDB65B}"/>
              </a:ext>
            </a:extLst>
          </p:cNvPr>
          <p:cNvSpPr txBox="1">
            <a:spLocks noGrp="1"/>
          </p:cNvSpPr>
          <p:nvPr>
            <p:ph type="title"/>
          </p:nvPr>
        </p:nvSpPr>
        <p:spPr>
          <a:xfrm>
            <a:off x="214628" y="487044"/>
            <a:ext cx="8243571" cy="795089"/>
          </a:xfrm>
          <a:prstGeom prst="rect">
            <a:avLst/>
          </a:prstGeom>
        </p:spPr>
        <p:txBody>
          <a:bodyPr vert="horz" wrap="square" lIns="0" tIns="55880" rIns="0" bIns="0" rtlCol="0">
            <a:spAutoFit/>
          </a:bodyPr>
          <a:lstStyle/>
          <a:p>
            <a:pPr marL="12700">
              <a:lnSpc>
                <a:spcPct val="100000"/>
              </a:lnSpc>
              <a:spcBef>
                <a:spcPts val="440"/>
              </a:spcBef>
            </a:pPr>
            <a:r>
              <a:rPr lang="en-US" sz="4800" spc="-229" dirty="0"/>
              <a:t>Key Definitions in Neural Network </a:t>
            </a:r>
          </a:p>
        </p:txBody>
      </p:sp>
      <p:sp>
        <p:nvSpPr>
          <p:cNvPr id="4" name="object 4">
            <a:extLst>
              <a:ext uri="{FF2B5EF4-FFF2-40B4-BE49-F238E27FC236}">
                <a16:creationId xmlns:a16="http://schemas.microsoft.com/office/drawing/2014/main" id="{712C1D54-827D-07BF-3A2D-964E1D809A69}"/>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object 5">
            <a:extLst>
              <a:ext uri="{FF2B5EF4-FFF2-40B4-BE49-F238E27FC236}">
                <a16:creationId xmlns:a16="http://schemas.microsoft.com/office/drawing/2014/main" id="{0FF3A905-4D4E-B2B1-237D-498F911430D4}"/>
              </a:ext>
            </a:extLst>
          </p:cNvPr>
          <p:cNvSpPr txBox="1"/>
          <p:nvPr/>
        </p:nvSpPr>
        <p:spPr>
          <a:xfrm>
            <a:off x="5328920" y="4802992"/>
            <a:ext cx="1026794" cy="313690"/>
          </a:xfrm>
          <a:prstGeom prst="rect">
            <a:avLst/>
          </a:prstGeom>
        </p:spPr>
        <p:txBody>
          <a:bodyPr vert="horz" wrap="square" lIns="0" tIns="8890" rIns="0" bIns="0" rtlCol="0">
            <a:spAutoFit/>
          </a:bodyPr>
          <a:lstStyle/>
          <a:p>
            <a:pPr marL="12700">
              <a:lnSpc>
                <a:spcPct val="100000"/>
              </a:lnSpc>
              <a:spcBef>
                <a:spcPts val="70"/>
              </a:spcBef>
            </a:pPr>
            <a:r>
              <a:rPr sz="1800" spc="-35" dirty="0">
                <a:solidFill>
                  <a:srgbClr val="FFFFFF"/>
                </a:solidFill>
                <a:latin typeface="Tahoma"/>
                <a:cs typeface="Tahoma"/>
              </a:rPr>
              <a:t>Lecture</a:t>
            </a:r>
            <a:r>
              <a:rPr sz="1800" spc="-160" dirty="0">
                <a:solidFill>
                  <a:srgbClr val="FFFFFF"/>
                </a:solidFill>
                <a:latin typeface="Tahoma"/>
                <a:cs typeface="Tahoma"/>
              </a:rPr>
              <a:t> </a:t>
            </a:r>
            <a:r>
              <a:rPr sz="1800" spc="-105" dirty="0">
                <a:solidFill>
                  <a:srgbClr val="FFFFFF"/>
                </a:solidFill>
                <a:latin typeface="Tahoma"/>
                <a:cs typeface="Tahoma"/>
              </a:rPr>
              <a:t>2</a:t>
            </a:r>
            <a:r>
              <a:rPr sz="1800" spc="-204" dirty="0">
                <a:solidFill>
                  <a:srgbClr val="FFFFFF"/>
                </a:solidFill>
                <a:latin typeface="Tahoma"/>
                <a:cs typeface="Tahoma"/>
              </a:rPr>
              <a:t> </a:t>
            </a:r>
            <a:r>
              <a:rPr sz="1800" spc="-50" dirty="0">
                <a:solidFill>
                  <a:srgbClr val="FFFFFF"/>
                </a:solidFill>
                <a:latin typeface="Tahoma"/>
                <a:cs typeface="Tahoma"/>
              </a:rPr>
              <a:t>-</a:t>
            </a:r>
            <a:endParaRPr sz="1800">
              <a:latin typeface="Tahoma"/>
              <a:cs typeface="Tahoma"/>
            </a:endParaRPr>
          </a:p>
        </p:txBody>
      </p:sp>
      <p:sp>
        <p:nvSpPr>
          <p:cNvPr id="6" name="object 6">
            <a:extLst>
              <a:ext uri="{FF2B5EF4-FFF2-40B4-BE49-F238E27FC236}">
                <a16:creationId xmlns:a16="http://schemas.microsoft.com/office/drawing/2014/main" id="{F9D3CEC1-9CF3-3379-18B0-AA3BA48E53EF}"/>
              </a:ext>
            </a:extLst>
          </p:cNvPr>
          <p:cNvSpPr txBox="1"/>
          <p:nvPr/>
        </p:nvSpPr>
        <p:spPr>
          <a:xfrm>
            <a:off x="6489065" y="4802992"/>
            <a:ext cx="279400" cy="31369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1800" spc="-70" dirty="0">
                <a:solidFill>
                  <a:srgbClr val="FFFFFF"/>
                </a:solidFill>
                <a:latin typeface="Tahoma"/>
                <a:cs typeface="Tahoma"/>
              </a:rPr>
              <a:t>12</a:t>
            </a:fld>
            <a:endParaRPr sz="1800">
              <a:latin typeface="Tahoma"/>
              <a:cs typeface="Tahoma"/>
            </a:endParaRPr>
          </a:p>
        </p:txBody>
      </p:sp>
      <p:sp>
        <p:nvSpPr>
          <p:cNvPr id="7" name="object 7">
            <a:extLst>
              <a:ext uri="{FF2B5EF4-FFF2-40B4-BE49-F238E27FC236}">
                <a16:creationId xmlns:a16="http://schemas.microsoft.com/office/drawing/2014/main" id="{67DA6B4F-70AC-C2C0-2C5C-86611DD6B23D}"/>
              </a:ext>
            </a:extLst>
          </p:cNvPr>
          <p:cNvSpPr txBox="1">
            <a:spLocks noGrp="1"/>
          </p:cNvSpPr>
          <p:nvPr>
            <p:ph type="dt" sz="half" idx="6"/>
          </p:nvPr>
        </p:nvSpPr>
        <p:spPr>
          <a:prstGeom prst="rect">
            <a:avLst/>
          </a:prstGeom>
        </p:spPr>
        <p:txBody>
          <a:bodyPr vert="horz" wrap="square" lIns="0" tIns="8890" rIns="0" bIns="0" rtlCol="0">
            <a:spAutoFit/>
          </a:body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8" name="TextBox 7">
            <a:extLst>
              <a:ext uri="{FF2B5EF4-FFF2-40B4-BE49-F238E27FC236}">
                <a16:creationId xmlns:a16="http://schemas.microsoft.com/office/drawing/2014/main" id="{3DD1608B-F623-4716-615B-6BCF7D269421}"/>
              </a:ext>
            </a:extLst>
          </p:cNvPr>
          <p:cNvSpPr txBox="1"/>
          <p:nvPr/>
        </p:nvSpPr>
        <p:spPr>
          <a:xfrm>
            <a:off x="304800" y="1276938"/>
            <a:ext cx="8534400" cy="4508927"/>
          </a:xfrm>
          <a:prstGeom prst="rect">
            <a:avLst/>
          </a:prstGeom>
          <a:noFill/>
        </p:spPr>
        <p:txBody>
          <a:bodyPr wrap="square" rtlCol="0">
            <a:spAutoFit/>
          </a:bodyPr>
          <a:lstStyle/>
          <a:p>
            <a:pPr marL="285750" indent="-285750" algn="just">
              <a:buFont typeface="Arial" panose="020B0604020202020204" pitchFamily="34" charset="0"/>
              <a:buChar char="•"/>
            </a:pPr>
            <a:r>
              <a:rPr lang="en-US" sz="1900" b="1" dirty="0"/>
              <a:t>Feed Forward</a:t>
            </a:r>
            <a:r>
              <a:rPr lang="en-US" sz="1900" dirty="0"/>
              <a:t>: Inputs come in, you take the weighted sum, add the bias, and finally pass it through the activation function. That results feed forward through the network and gets to the output.</a:t>
            </a:r>
          </a:p>
          <a:p>
            <a:pPr marL="285750" indent="-285750" algn="just">
              <a:buFont typeface="Arial" panose="020B0604020202020204" pitchFamily="34" charset="0"/>
              <a:buChar char="•"/>
            </a:pPr>
            <a:r>
              <a:rPr lang="en-US" sz="1900" b="1" dirty="0"/>
              <a:t>Optimization Algorithm</a:t>
            </a:r>
            <a:r>
              <a:rPr lang="en-US" sz="1900" dirty="0"/>
              <a:t>: Updates weights to reduce loss. </a:t>
            </a:r>
            <a:r>
              <a:rPr lang="en-US" sz="1900" dirty="0" err="1"/>
              <a:t>E.g</a:t>
            </a:r>
            <a:r>
              <a:rPr lang="en-US" sz="1900" dirty="0"/>
              <a:t> Gradient Descent, SGD </a:t>
            </a:r>
            <a:r>
              <a:rPr lang="en-US" sz="1900" dirty="0" err="1"/>
              <a:t>etc</a:t>
            </a:r>
            <a:endParaRPr lang="en-US" sz="1900" dirty="0"/>
          </a:p>
          <a:p>
            <a:pPr marL="285750" indent="-285750" algn="just">
              <a:buFont typeface="Arial" panose="020B0604020202020204" pitchFamily="34" charset="0"/>
              <a:buChar char="•"/>
            </a:pPr>
            <a:r>
              <a:rPr lang="en-US" sz="1900" b="1" dirty="0"/>
              <a:t>Backpropagation</a:t>
            </a:r>
            <a:r>
              <a:rPr lang="en-US" sz="1900" dirty="0"/>
              <a:t>: Algorithm used to compute gradients. Applies chain rule to update weights efficiently.</a:t>
            </a:r>
          </a:p>
          <a:p>
            <a:pPr marL="285750" indent="-285750" algn="just">
              <a:buFont typeface="Arial" panose="020B0604020202020204" pitchFamily="34" charset="0"/>
              <a:buChar char="•"/>
            </a:pPr>
            <a:r>
              <a:rPr lang="en-US" sz="1900" b="1" dirty="0"/>
              <a:t>Learning Rate</a:t>
            </a:r>
            <a:r>
              <a:rPr lang="en-US" sz="1900" dirty="0"/>
              <a:t>: Controls how big each weight update step is.</a:t>
            </a:r>
          </a:p>
          <a:p>
            <a:pPr lvl="1" algn="just"/>
            <a:r>
              <a:rPr lang="en-US" sz="1900" dirty="0"/>
              <a:t>	Too high → unstable</a:t>
            </a:r>
          </a:p>
          <a:p>
            <a:pPr lvl="1" algn="just"/>
            <a:r>
              <a:rPr lang="en-US" sz="1900" dirty="0"/>
              <a:t>	Too low → slow learning</a:t>
            </a:r>
          </a:p>
          <a:p>
            <a:pPr marL="342900" lvl="1" indent="-342900" algn="just">
              <a:buFont typeface="Arial" panose="020B0604020202020204" pitchFamily="34" charset="0"/>
              <a:buChar char="•"/>
            </a:pPr>
            <a:r>
              <a:rPr lang="en-US" sz="1900" b="1" dirty="0"/>
              <a:t>Epoch</a:t>
            </a:r>
            <a:r>
              <a:rPr lang="en-US" sz="1900" dirty="0"/>
              <a:t>: One </a:t>
            </a:r>
            <a:r>
              <a:rPr lang="en-US" sz="1900" b="1" dirty="0"/>
              <a:t>complete pass</a:t>
            </a:r>
            <a:r>
              <a:rPr lang="en-US" sz="1900" dirty="0"/>
              <a:t> of the entire training dataset through the neural network, Includes: feedforward + loss calculation + backpropagation + weight update</a:t>
            </a:r>
          </a:p>
          <a:p>
            <a:pPr marL="285750" indent="-285750" algn="just">
              <a:buFont typeface="Arial" panose="020B0604020202020204" pitchFamily="34" charset="0"/>
              <a:buChar char="•"/>
            </a:pPr>
            <a:endParaRPr lang="en-US" sz="2000" dirty="0"/>
          </a:p>
          <a:p>
            <a:pPr algn="just"/>
            <a:endParaRPr lang="en-US" sz="2000" dirty="0"/>
          </a:p>
        </p:txBody>
      </p:sp>
    </p:spTree>
    <p:extLst>
      <p:ext uri="{BB962C8B-B14F-4D97-AF65-F5344CB8AC3E}">
        <p14:creationId xmlns:p14="http://schemas.microsoft.com/office/powerpoint/2010/main" val="3271435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72E9E-50D9-B326-37DE-CEF3547ABD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B5DD3AB-AE9D-C55A-E191-4F1E3596B2C6}"/>
              </a:ext>
            </a:extLst>
          </p:cNvPr>
          <p:cNvSpPr txBox="1">
            <a:spLocks noGrp="1"/>
          </p:cNvSpPr>
          <p:nvPr>
            <p:ph type="title"/>
          </p:nvPr>
        </p:nvSpPr>
        <p:spPr>
          <a:xfrm>
            <a:off x="214628" y="487044"/>
            <a:ext cx="8243571" cy="795089"/>
          </a:xfrm>
          <a:prstGeom prst="rect">
            <a:avLst/>
          </a:prstGeom>
        </p:spPr>
        <p:txBody>
          <a:bodyPr vert="horz" wrap="square" lIns="0" tIns="55880" rIns="0" bIns="0" rtlCol="0">
            <a:spAutoFit/>
          </a:bodyPr>
          <a:lstStyle/>
          <a:p>
            <a:pPr marL="12700">
              <a:lnSpc>
                <a:spcPct val="100000"/>
              </a:lnSpc>
              <a:spcBef>
                <a:spcPts val="440"/>
              </a:spcBef>
            </a:pPr>
            <a:r>
              <a:rPr lang="en-US" sz="4800" spc="-229" dirty="0"/>
              <a:t>Summary of Training a Network </a:t>
            </a:r>
          </a:p>
        </p:txBody>
      </p:sp>
      <p:sp>
        <p:nvSpPr>
          <p:cNvPr id="4" name="object 4">
            <a:extLst>
              <a:ext uri="{FF2B5EF4-FFF2-40B4-BE49-F238E27FC236}">
                <a16:creationId xmlns:a16="http://schemas.microsoft.com/office/drawing/2014/main" id="{0BF74C8A-7CA7-98D2-92E6-A46FFB32228A}"/>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object 5">
            <a:extLst>
              <a:ext uri="{FF2B5EF4-FFF2-40B4-BE49-F238E27FC236}">
                <a16:creationId xmlns:a16="http://schemas.microsoft.com/office/drawing/2014/main" id="{2F7A0947-3D36-CD3D-3B29-E1758C9D3CB4}"/>
              </a:ext>
            </a:extLst>
          </p:cNvPr>
          <p:cNvSpPr txBox="1"/>
          <p:nvPr/>
        </p:nvSpPr>
        <p:spPr>
          <a:xfrm>
            <a:off x="5328920" y="4802992"/>
            <a:ext cx="1026794" cy="313690"/>
          </a:xfrm>
          <a:prstGeom prst="rect">
            <a:avLst/>
          </a:prstGeom>
        </p:spPr>
        <p:txBody>
          <a:bodyPr vert="horz" wrap="square" lIns="0" tIns="8890" rIns="0" bIns="0" rtlCol="0">
            <a:spAutoFit/>
          </a:bodyPr>
          <a:lstStyle/>
          <a:p>
            <a:pPr marL="12700">
              <a:lnSpc>
                <a:spcPct val="100000"/>
              </a:lnSpc>
              <a:spcBef>
                <a:spcPts val="70"/>
              </a:spcBef>
            </a:pPr>
            <a:r>
              <a:rPr sz="1800" spc="-35" dirty="0">
                <a:solidFill>
                  <a:srgbClr val="FFFFFF"/>
                </a:solidFill>
                <a:latin typeface="Tahoma"/>
                <a:cs typeface="Tahoma"/>
              </a:rPr>
              <a:t>Lecture</a:t>
            </a:r>
            <a:r>
              <a:rPr sz="1800" spc="-160" dirty="0">
                <a:solidFill>
                  <a:srgbClr val="FFFFFF"/>
                </a:solidFill>
                <a:latin typeface="Tahoma"/>
                <a:cs typeface="Tahoma"/>
              </a:rPr>
              <a:t> </a:t>
            </a:r>
            <a:r>
              <a:rPr sz="1800" spc="-105" dirty="0">
                <a:solidFill>
                  <a:srgbClr val="FFFFFF"/>
                </a:solidFill>
                <a:latin typeface="Tahoma"/>
                <a:cs typeface="Tahoma"/>
              </a:rPr>
              <a:t>2</a:t>
            </a:r>
            <a:r>
              <a:rPr sz="1800" spc="-204" dirty="0">
                <a:solidFill>
                  <a:srgbClr val="FFFFFF"/>
                </a:solidFill>
                <a:latin typeface="Tahoma"/>
                <a:cs typeface="Tahoma"/>
              </a:rPr>
              <a:t> </a:t>
            </a:r>
            <a:r>
              <a:rPr sz="1800" spc="-50" dirty="0">
                <a:solidFill>
                  <a:srgbClr val="FFFFFF"/>
                </a:solidFill>
                <a:latin typeface="Tahoma"/>
                <a:cs typeface="Tahoma"/>
              </a:rPr>
              <a:t>-</a:t>
            </a:r>
            <a:endParaRPr sz="1800">
              <a:latin typeface="Tahoma"/>
              <a:cs typeface="Tahoma"/>
            </a:endParaRPr>
          </a:p>
        </p:txBody>
      </p:sp>
      <p:sp>
        <p:nvSpPr>
          <p:cNvPr id="6" name="object 6">
            <a:extLst>
              <a:ext uri="{FF2B5EF4-FFF2-40B4-BE49-F238E27FC236}">
                <a16:creationId xmlns:a16="http://schemas.microsoft.com/office/drawing/2014/main" id="{34CD5E12-AE76-B874-A4F7-237648217C6A}"/>
              </a:ext>
            </a:extLst>
          </p:cNvPr>
          <p:cNvSpPr txBox="1"/>
          <p:nvPr/>
        </p:nvSpPr>
        <p:spPr>
          <a:xfrm>
            <a:off x="6489065" y="4802992"/>
            <a:ext cx="279400" cy="31369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1800" spc="-70" dirty="0">
                <a:solidFill>
                  <a:srgbClr val="FFFFFF"/>
                </a:solidFill>
                <a:latin typeface="Tahoma"/>
                <a:cs typeface="Tahoma"/>
              </a:rPr>
              <a:t>13</a:t>
            </a:fld>
            <a:endParaRPr sz="1800">
              <a:latin typeface="Tahoma"/>
              <a:cs typeface="Tahoma"/>
            </a:endParaRPr>
          </a:p>
        </p:txBody>
      </p:sp>
      <p:sp>
        <p:nvSpPr>
          <p:cNvPr id="7" name="object 7">
            <a:extLst>
              <a:ext uri="{FF2B5EF4-FFF2-40B4-BE49-F238E27FC236}">
                <a16:creationId xmlns:a16="http://schemas.microsoft.com/office/drawing/2014/main" id="{3D9DC9C7-8FA1-6428-01B5-A45E7D46BB64}"/>
              </a:ext>
            </a:extLst>
          </p:cNvPr>
          <p:cNvSpPr txBox="1">
            <a:spLocks noGrp="1"/>
          </p:cNvSpPr>
          <p:nvPr>
            <p:ph type="dt" sz="half" idx="6"/>
          </p:nvPr>
        </p:nvSpPr>
        <p:spPr>
          <a:prstGeom prst="rect">
            <a:avLst/>
          </a:prstGeom>
        </p:spPr>
        <p:txBody>
          <a:bodyPr vert="horz" wrap="square" lIns="0" tIns="8890" rIns="0" bIns="0" rtlCol="0">
            <a:spAutoFit/>
          </a:bodyPr>
          <a:lstStyle/>
          <a:p>
            <a:pPr marL="12700">
              <a:lnSpc>
                <a:spcPct val="100000"/>
              </a:lnSpc>
              <a:spcBef>
                <a:spcPts val="70"/>
              </a:spcBef>
            </a:pPr>
            <a:r>
              <a:rPr spc="-10" dirty="0"/>
              <a:t>April</a:t>
            </a:r>
            <a:r>
              <a:rPr spc="-229" dirty="0"/>
              <a:t> </a:t>
            </a:r>
            <a:r>
              <a:rPr spc="-105" dirty="0"/>
              <a:t>3,</a:t>
            </a:r>
            <a:r>
              <a:rPr spc="-170" dirty="0"/>
              <a:t> </a:t>
            </a:r>
            <a:r>
              <a:rPr spc="-75" dirty="0"/>
              <a:t>2025</a:t>
            </a:r>
          </a:p>
        </p:txBody>
      </p:sp>
      <p:pic>
        <p:nvPicPr>
          <p:cNvPr id="9" name="Picture 8">
            <a:extLst>
              <a:ext uri="{FF2B5EF4-FFF2-40B4-BE49-F238E27FC236}">
                <a16:creationId xmlns:a16="http://schemas.microsoft.com/office/drawing/2014/main" id="{9D91AFEB-C9BB-1891-943E-35E0209196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3885" y="1334940"/>
            <a:ext cx="5627115" cy="3751410"/>
          </a:xfrm>
          <a:prstGeom prst="rect">
            <a:avLst/>
          </a:prstGeom>
        </p:spPr>
      </p:pic>
    </p:spTree>
    <p:extLst>
      <p:ext uri="{BB962C8B-B14F-4D97-AF65-F5344CB8AC3E}">
        <p14:creationId xmlns:p14="http://schemas.microsoft.com/office/powerpoint/2010/main" val="3073956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205</TotalTime>
  <Words>689</Words>
  <Application>Microsoft Office PowerPoint</Application>
  <PresentationFormat>On-screen Show (16:9)</PresentationFormat>
  <Paragraphs>108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Cambria Math</vt:lpstr>
      <vt:lpstr>Tahoma</vt:lpstr>
      <vt:lpstr>Wingdings</vt:lpstr>
      <vt:lpstr>Office Theme</vt:lpstr>
      <vt:lpstr>ANN and Perceptron</vt:lpstr>
      <vt:lpstr>Understanding Human Neuron</vt:lpstr>
      <vt:lpstr>Artificial Neural Network</vt:lpstr>
      <vt:lpstr>Simplest ANN Perceptron</vt:lpstr>
      <vt:lpstr>Limitation of Perceptron</vt:lpstr>
      <vt:lpstr>Limitation of Perceptron</vt:lpstr>
      <vt:lpstr>Limitation of Perceptron</vt:lpstr>
      <vt:lpstr>What about this one?</vt:lpstr>
      <vt:lpstr>What about this one?</vt:lpstr>
      <vt:lpstr>Key Components in Neural Network </vt:lpstr>
      <vt:lpstr>Key Definitions in Neural Network </vt:lpstr>
      <vt:lpstr>Key Definitions in Neural Network </vt:lpstr>
      <vt:lpstr>Summary of Training a Network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Image Classification with Linear Classifiers</dc:title>
  <cp:lastModifiedBy>Tanvir Ahmed</cp:lastModifiedBy>
  <cp:revision>6</cp:revision>
  <dcterms:created xsi:type="dcterms:W3CDTF">2026-01-16T14:01:30Z</dcterms:created>
  <dcterms:modified xsi:type="dcterms:W3CDTF">2026-02-15T03:24:34Z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2025-04-04T00:00:00Z</vt:filetime>
  </property>
  <property fmtid="{D5CDD505-2E9C-101B-9397-08002B2CF9AE}" pid="3" name="LastSaved">
    <vt:filetime>2026-01-16T00:00:00Z</vt:filetime>
  </property>
</Properties>
</file>