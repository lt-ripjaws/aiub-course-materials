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58" r:id="rId2"/>
    <p:sldId id="361" r:id="rId3"/>
    <p:sldId id="362" r:id="rId4"/>
    <p:sldId id="363" r:id="rId5"/>
    <p:sldId id="364" r:id="rId6"/>
    <p:sldId id="368" r:id="rId7"/>
    <p:sldId id="369" r:id="rId8"/>
    <p:sldId id="367" r:id="rId9"/>
    <p:sldId id="365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1" d="100"/>
          <a:sy n="141" d="100"/>
        </p:scale>
        <p:origin x="74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6BF7E4AA-0B85-44E6-BF55-81938EF97278}"/>
    <pc:docChg chg="undo custSel addSld delSld modSld">
      <pc:chgData name="Tanvir Ahmed" userId="5fa9bf89-1556-4927-a8e9-24c5d464f299" providerId="ADAL" clId="{6BF7E4AA-0B85-44E6-BF55-81938EF97278}" dt="2026-02-14T15:12:15.735" v="15" actId="14100"/>
      <pc:docMkLst>
        <pc:docMk/>
      </pc:docMkLst>
      <pc:sldChg chg="modSp mod">
        <pc:chgData name="Tanvir Ahmed" userId="5fa9bf89-1556-4927-a8e9-24c5d464f299" providerId="ADAL" clId="{6BF7E4AA-0B85-44E6-BF55-81938EF97278}" dt="2026-02-14T15:08:44.980" v="0" actId="14100"/>
        <pc:sldMkLst>
          <pc:docMk/>
          <pc:sldMk cId="4129580438" sldId="363"/>
        </pc:sldMkLst>
        <pc:spChg chg="mod">
          <ac:chgData name="Tanvir Ahmed" userId="5fa9bf89-1556-4927-a8e9-24c5d464f299" providerId="ADAL" clId="{6BF7E4AA-0B85-44E6-BF55-81938EF97278}" dt="2026-02-14T15:08:44.980" v="0" actId="14100"/>
          <ac:spMkLst>
            <pc:docMk/>
            <pc:sldMk cId="4129580438" sldId="363"/>
            <ac:spMk id="3" creationId="{765A55CB-9C16-21E2-9445-548736C02607}"/>
          </ac:spMkLst>
        </pc:spChg>
      </pc:sldChg>
      <pc:sldChg chg="addSp delSp modSp add del mod">
        <pc:chgData name="Tanvir Ahmed" userId="5fa9bf89-1556-4927-a8e9-24c5d464f299" providerId="ADAL" clId="{6BF7E4AA-0B85-44E6-BF55-81938EF97278}" dt="2026-02-14T15:10:30.995" v="4"/>
        <pc:sldMkLst>
          <pc:docMk/>
          <pc:sldMk cId="4181891432" sldId="366"/>
        </pc:sldMkLst>
        <pc:picChg chg="add mod">
          <ac:chgData name="Tanvir Ahmed" userId="5fa9bf89-1556-4927-a8e9-24c5d464f299" providerId="ADAL" clId="{6BF7E4AA-0B85-44E6-BF55-81938EF97278}" dt="2026-02-14T15:10:30.995" v="4"/>
          <ac:picMkLst>
            <pc:docMk/>
            <pc:sldMk cId="4181891432" sldId="366"/>
            <ac:picMk id="8" creationId="{31A27FD4-95B2-4EEB-B3A0-0D209F225FE7}"/>
          </ac:picMkLst>
        </pc:picChg>
        <pc:picChg chg="del">
          <ac:chgData name="Tanvir Ahmed" userId="5fa9bf89-1556-4927-a8e9-24c5d464f299" providerId="ADAL" clId="{6BF7E4AA-0B85-44E6-BF55-81938EF97278}" dt="2026-02-14T15:10:30.253" v="3" actId="478"/>
          <ac:picMkLst>
            <pc:docMk/>
            <pc:sldMk cId="4181891432" sldId="366"/>
            <ac:picMk id="10" creationId="{0C045843-0061-6FC1-444B-91BA4FE59716}"/>
          </ac:picMkLst>
        </pc:picChg>
      </pc:sldChg>
      <pc:sldChg chg="modSp mod">
        <pc:chgData name="Tanvir Ahmed" userId="5fa9bf89-1556-4927-a8e9-24c5d464f299" providerId="ADAL" clId="{6BF7E4AA-0B85-44E6-BF55-81938EF97278}" dt="2026-02-14T15:12:15.735" v="15" actId="14100"/>
        <pc:sldMkLst>
          <pc:docMk/>
          <pc:sldMk cId="1816497055" sldId="368"/>
        </pc:sldMkLst>
        <pc:spChg chg="mod">
          <ac:chgData name="Tanvir Ahmed" userId="5fa9bf89-1556-4927-a8e9-24c5d464f299" providerId="ADAL" clId="{6BF7E4AA-0B85-44E6-BF55-81938EF97278}" dt="2026-02-14T15:12:15.735" v="15" actId="14100"/>
          <ac:spMkLst>
            <pc:docMk/>
            <pc:sldMk cId="1816497055" sldId="368"/>
            <ac:spMk id="2" creationId="{C95A95B3-A852-9392-1376-BE9FA44879E3}"/>
          </ac:spMkLst>
        </pc:spChg>
      </pc:sldChg>
    </pc:docChg>
  </pc:docChgLst>
  <pc:docChgLst>
    <pc:chgData name="Tanvir Ahmed" userId="5fa9bf89-1556-4927-a8e9-24c5d464f299" providerId="ADAL" clId="{AE83358B-5FE0-4F9E-9137-F39B1506DA04}"/>
    <pc:docChg chg="delSld">
      <pc:chgData name="Tanvir Ahmed" userId="5fa9bf89-1556-4927-a8e9-24c5d464f299" providerId="ADAL" clId="{AE83358B-5FE0-4F9E-9137-F39B1506DA04}" dt="2026-02-15T03:24:25.893" v="0" actId="2696"/>
      <pc:docMkLst>
        <pc:docMk/>
      </pc:docMkLst>
      <pc:sldChg chg="del">
        <pc:chgData name="Tanvir Ahmed" userId="5fa9bf89-1556-4927-a8e9-24c5d464f299" providerId="ADAL" clId="{AE83358B-5FE0-4F9E-9137-F39B1506DA04}" dt="2026-02-15T03:24:25.893" v="0" actId="2696"/>
        <pc:sldMkLst>
          <pc:docMk/>
          <pc:sldMk cId="4169074550" sldId="361"/>
        </pc:sldMkLst>
      </pc:sldChg>
    </pc:docChg>
  </pc:docChgLst>
  <pc:docChgLst>
    <pc:chgData name="Tanvir Ahmed" userId="5fa9bf89-1556-4927-a8e9-24c5d464f299" providerId="ADAL" clId="{D45BD149-4603-4004-B82E-2B8BDA57628C}"/>
    <pc:docChg chg="undo custSel addSld modSld">
      <pc:chgData name="Tanvir Ahmed" userId="5fa9bf89-1556-4927-a8e9-24c5d464f299" providerId="ADAL" clId="{D45BD149-4603-4004-B82E-2B8BDA57628C}" dt="2026-02-28T16:00:04.576" v="124"/>
      <pc:docMkLst>
        <pc:docMk/>
      </pc:docMkLst>
      <pc:sldChg chg="modSp">
        <pc:chgData name="Tanvir Ahmed" userId="5fa9bf89-1556-4927-a8e9-24c5d464f299" providerId="ADAL" clId="{D45BD149-4603-4004-B82E-2B8BDA57628C}" dt="2026-02-28T15:38:29.309" v="0" actId="20577"/>
        <pc:sldMkLst>
          <pc:docMk/>
          <pc:sldMk cId="3800238198" sldId="359"/>
        </pc:sldMkLst>
        <pc:spChg chg="mod">
          <ac:chgData name="Tanvir Ahmed" userId="5fa9bf89-1556-4927-a8e9-24c5d464f299" providerId="ADAL" clId="{D45BD149-4603-4004-B82E-2B8BDA57628C}" dt="2026-02-28T15:38:29.309" v="0" actId="20577"/>
          <ac:spMkLst>
            <pc:docMk/>
            <pc:sldMk cId="3800238198" sldId="359"/>
            <ac:spMk id="4" creationId="{BF37437B-6A77-158E-E660-604F68AA7F91}"/>
          </ac:spMkLst>
        </pc:spChg>
      </pc:sldChg>
      <pc:sldChg chg="addSp delSp modSp new mod modAnim">
        <pc:chgData name="Tanvir Ahmed" userId="5fa9bf89-1556-4927-a8e9-24c5d464f299" providerId="ADAL" clId="{D45BD149-4603-4004-B82E-2B8BDA57628C}" dt="2026-02-28T15:59:18.187" v="123"/>
        <pc:sldMkLst>
          <pc:docMk/>
          <pc:sldMk cId="2796476653" sldId="363"/>
        </pc:sldMkLst>
        <pc:spChg chg="mod">
          <ac:chgData name="Tanvir Ahmed" userId="5fa9bf89-1556-4927-a8e9-24c5d464f299" providerId="ADAL" clId="{D45BD149-4603-4004-B82E-2B8BDA57628C}" dt="2026-02-28T15:48:55.050" v="27" actId="20577"/>
          <ac:spMkLst>
            <pc:docMk/>
            <pc:sldMk cId="2796476653" sldId="363"/>
            <ac:spMk id="2" creationId="{2517A1A8-2455-45B6-94E7-26A399D05A1D}"/>
          </ac:spMkLst>
        </pc:spChg>
        <pc:spChg chg="del">
          <ac:chgData name="Tanvir Ahmed" userId="5fa9bf89-1556-4927-a8e9-24c5d464f299" providerId="ADAL" clId="{D45BD149-4603-4004-B82E-2B8BDA57628C}" dt="2026-02-28T15:48:57.765" v="28" actId="478"/>
          <ac:spMkLst>
            <pc:docMk/>
            <pc:sldMk cId="2796476653" sldId="363"/>
            <ac:spMk id="3" creationId="{B5414DA4-C4ED-4D4B-9C4B-5612858B285D}"/>
          </ac:spMkLst>
        </pc:spChg>
        <pc:spChg chg="add mod">
          <ac:chgData name="Tanvir Ahmed" userId="5fa9bf89-1556-4927-a8e9-24c5d464f299" providerId="ADAL" clId="{D45BD149-4603-4004-B82E-2B8BDA57628C}" dt="2026-02-28T15:58:56.381" v="120" actId="20577"/>
          <ac:spMkLst>
            <pc:docMk/>
            <pc:sldMk cId="2796476653" sldId="363"/>
            <ac:spMk id="4" creationId="{3CEF8C83-6830-4B22-9669-FACAEBF34118}"/>
          </ac:spMkLst>
        </pc:spChg>
        <pc:spChg chg="add mod">
          <ac:chgData name="Tanvir Ahmed" userId="5fa9bf89-1556-4927-a8e9-24c5d464f299" providerId="ADAL" clId="{D45BD149-4603-4004-B82E-2B8BDA57628C}" dt="2026-02-28T15:58:20.053" v="96" actId="1076"/>
          <ac:spMkLst>
            <pc:docMk/>
            <pc:sldMk cId="2796476653" sldId="363"/>
            <ac:spMk id="5" creationId="{9A1E31DE-7473-41D5-B418-9D86B962C51F}"/>
          </ac:spMkLst>
        </pc:spChg>
        <pc:spChg chg="add mod">
          <ac:chgData name="Tanvir Ahmed" userId="5fa9bf89-1556-4927-a8e9-24c5d464f299" providerId="ADAL" clId="{D45BD149-4603-4004-B82E-2B8BDA57628C}" dt="2026-02-28T15:58:28.293" v="98" actId="113"/>
          <ac:spMkLst>
            <pc:docMk/>
            <pc:sldMk cId="2796476653" sldId="363"/>
            <ac:spMk id="8" creationId="{C588E534-B319-45A5-8047-8B505E940C8C}"/>
          </ac:spMkLst>
        </pc:spChg>
        <pc:spChg chg="add mod">
          <ac:chgData name="Tanvir Ahmed" userId="5fa9bf89-1556-4927-a8e9-24c5d464f299" providerId="ADAL" clId="{D45BD149-4603-4004-B82E-2B8BDA57628C}" dt="2026-02-28T15:58:35.269" v="102" actId="113"/>
          <ac:spMkLst>
            <pc:docMk/>
            <pc:sldMk cId="2796476653" sldId="363"/>
            <ac:spMk id="9" creationId="{F5D72AE7-4399-4CED-A903-CD06B8B8F66F}"/>
          </ac:spMkLst>
        </pc:spChg>
        <pc:picChg chg="add mod">
          <ac:chgData name="Tanvir Ahmed" userId="5fa9bf89-1556-4927-a8e9-24c5d464f299" providerId="ADAL" clId="{D45BD149-4603-4004-B82E-2B8BDA57628C}" dt="2026-02-28T15:56:24.979" v="53" actId="1076"/>
          <ac:picMkLst>
            <pc:docMk/>
            <pc:sldMk cId="2796476653" sldId="363"/>
            <ac:picMk id="7" creationId="{D68A14BC-B6B6-4191-ABFE-96C89177DDA0}"/>
          </ac:picMkLst>
        </pc:picChg>
        <pc:picChg chg="add del mod">
          <ac:chgData name="Tanvir Ahmed" userId="5fa9bf89-1556-4927-a8e9-24c5d464f299" providerId="ADAL" clId="{D45BD149-4603-4004-B82E-2B8BDA57628C}" dt="2026-02-28T15:57:43.795" v="91" actId="478"/>
          <ac:picMkLst>
            <pc:docMk/>
            <pc:sldMk cId="2796476653" sldId="363"/>
            <ac:picMk id="11" creationId="{85DB328A-8519-405F-BBDF-61B6B943C0F0}"/>
          </ac:picMkLst>
        </pc:picChg>
        <pc:picChg chg="add mod">
          <ac:chgData name="Tanvir Ahmed" userId="5fa9bf89-1556-4927-a8e9-24c5d464f299" providerId="ADAL" clId="{D45BD149-4603-4004-B82E-2B8BDA57628C}" dt="2026-02-28T15:58:16.020" v="94" actId="1076"/>
          <ac:picMkLst>
            <pc:docMk/>
            <pc:sldMk cId="2796476653" sldId="363"/>
            <ac:picMk id="13" creationId="{FB4ADF88-67C0-4EE8-B76E-1162418475CD}"/>
          </ac:picMkLst>
        </pc:picChg>
      </pc:sldChg>
      <pc:sldChg chg="add">
        <pc:chgData name="Tanvir Ahmed" userId="5fa9bf89-1556-4927-a8e9-24c5d464f299" providerId="ADAL" clId="{D45BD149-4603-4004-B82E-2B8BDA57628C}" dt="2026-02-28T16:00:04.576" v="124"/>
        <pc:sldMkLst>
          <pc:docMk/>
          <pc:sldMk cId="2692865954" sldId="364"/>
        </pc:sldMkLst>
      </pc:sldChg>
    </pc:docChg>
  </pc:docChgLst>
  <pc:docChgLst>
    <pc:chgData name="Tanvir Ahmed" userId="5fa9bf89-1556-4927-a8e9-24c5d464f299" providerId="ADAL" clId="{A7618E8A-B491-488C-8024-BBCB5C8E399F}"/>
    <pc:docChg chg="custSel delSld modMainMaster">
      <pc:chgData name="Tanvir Ahmed" userId="5fa9bf89-1556-4927-a8e9-24c5d464f299" providerId="ADAL" clId="{A7618E8A-B491-488C-8024-BBCB5C8E399F}" dt="2026-01-16T16:34:26.706" v="7" actId="2696"/>
      <pc:docMkLst>
        <pc:docMk/>
      </pc:docMkLst>
      <pc:sldMasterChg chg="delSp mod modSldLayout">
        <pc:chgData name="Tanvir Ahmed" userId="5fa9bf89-1556-4927-a8e9-24c5d464f299" providerId="ADAL" clId="{A7618E8A-B491-488C-8024-BBCB5C8E399F}" dt="2026-01-16T16:34:11.007" v="4" actId="478"/>
        <pc:sldMasterMkLst>
          <pc:docMk/>
          <pc:sldMasterMk cId="0" sldId="2147483648"/>
        </pc:sldMasterMkLst>
        <pc:sldLayoutChg chg="delSp mod">
          <pc:chgData name="Tanvir Ahmed" userId="5fa9bf89-1556-4927-a8e9-24c5d464f299" providerId="ADAL" clId="{A7618E8A-B491-488C-8024-BBCB5C8E399F}" dt="2026-01-16T16:34:11.007" v="4" actId="478"/>
          <pc:sldLayoutMkLst>
            <pc:docMk/>
            <pc:sldMasterMk cId="0" sldId="2147483648"/>
            <pc:sldLayoutMk cId="0" sldId="2147483661"/>
          </pc:sldLayoutMkLst>
        </pc:sldLayoutChg>
      </pc:sldMasterChg>
    </pc:docChg>
  </pc:docChgLst>
  <pc:docChgLst>
    <pc:chgData name="Tanvir Ahmed" userId="5fa9bf89-1556-4927-a8e9-24c5d464f299" providerId="ADAL" clId="{1AA4345A-BCE0-4C06-BB87-746FC5FA3BB4}"/>
    <pc:docChg chg="undo custSel addSld delSld modSld sldOrd">
      <pc:chgData name="Tanvir Ahmed" userId="5fa9bf89-1556-4927-a8e9-24c5d464f299" providerId="ADAL" clId="{1AA4345A-BCE0-4C06-BB87-746FC5FA3BB4}" dt="2026-02-14T13:50:17.348" v="1638" actId="20577"/>
      <pc:docMkLst>
        <pc:docMk/>
      </pc:docMkLst>
      <pc:sldChg chg="addSp delSp modSp mod ord">
        <pc:chgData name="Tanvir Ahmed" userId="5fa9bf89-1556-4927-a8e9-24c5d464f299" providerId="ADAL" clId="{1AA4345A-BCE0-4C06-BB87-746FC5FA3BB4}" dt="2026-02-10T03:38:35.407" v="1003" actId="1076"/>
        <pc:sldMkLst>
          <pc:docMk/>
          <pc:sldMk cId="0" sldId="261"/>
        </pc:sldMkLst>
        <pc:spChg chg="mod">
          <ac:chgData name="Tanvir Ahmed" userId="5fa9bf89-1556-4927-a8e9-24c5d464f299" providerId="ADAL" clId="{1AA4345A-BCE0-4C06-BB87-746FC5FA3BB4}" dt="2026-02-10T03:35:21.187" v="963" actId="20577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Tanvir Ahmed" userId="5fa9bf89-1556-4927-a8e9-24c5d464f299" providerId="ADAL" clId="{1AA4345A-BCE0-4C06-BB87-746FC5FA3BB4}" dt="2026-02-10T03:37:31.720" v="992" actId="1076"/>
          <ac:spMkLst>
            <pc:docMk/>
            <pc:sldMk cId="0" sldId="261"/>
            <ac:spMk id="11" creationId="{1AE058A1-76B5-6130-21A5-0DEF9B047C28}"/>
          </ac:spMkLst>
        </pc:spChg>
        <pc:spChg chg="add mod">
          <ac:chgData name="Tanvir Ahmed" userId="5fa9bf89-1556-4927-a8e9-24c5d464f299" providerId="ADAL" clId="{1AA4345A-BCE0-4C06-BB87-746FC5FA3BB4}" dt="2026-02-10T03:38:15.193" v="998"/>
          <ac:spMkLst>
            <pc:docMk/>
            <pc:sldMk cId="0" sldId="261"/>
            <ac:spMk id="13" creationId="{8BBD4AF8-B0AD-1A91-EB35-86A638A9AFAC}"/>
          </ac:spMkLst>
        </pc:spChg>
        <pc:picChg chg="add mod">
          <ac:chgData name="Tanvir Ahmed" userId="5fa9bf89-1556-4927-a8e9-24c5d464f299" providerId="ADAL" clId="{1AA4345A-BCE0-4C06-BB87-746FC5FA3BB4}" dt="2026-02-10T03:38:35.407" v="1003" actId="1076"/>
          <ac:picMkLst>
            <pc:docMk/>
            <pc:sldMk cId="0" sldId="261"/>
            <ac:picMk id="3078" creationId="{38D775BC-A50D-DC73-2D40-5A7D9449DDEC}"/>
          </ac:picMkLst>
        </pc:picChg>
      </pc:sldChg>
      <pc:sldChg chg="modSp add mod">
        <pc:chgData name="Tanvir Ahmed" userId="5fa9bf89-1556-4927-a8e9-24c5d464f299" providerId="ADAL" clId="{1AA4345A-BCE0-4C06-BB87-746FC5FA3BB4}" dt="2026-02-14T13:50:17.348" v="1638" actId="20577"/>
        <pc:sldMkLst>
          <pc:docMk/>
          <pc:sldMk cId="700707328" sldId="358"/>
        </pc:sldMkLst>
        <pc:spChg chg="mod">
          <ac:chgData name="Tanvir Ahmed" userId="5fa9bf89-1556-4927-a8e9-24c5d464f299" providerId="ADAL" clId="{1AA4345A-BCE0-4C06-BB87-746FC5FA3BB4}" dt="2026-02-10T03:28:38.703" v="859" actId="20577"/>
          <ac:spMkLst>
            <pc:docMk/>
            <pc:sldMk cId="700707328" sldId="358"/>
            <ac:spMk id="2" creationId="{00000000-0000-0000-0000-000000000000}"/>
          </ac:spMkLst>
        </pc:spChg>
        <pc:graphicFrameChg chg="modGraphic">
          <ac:chgData name="Tanvir Ahmed" userId="5fa9bf89-1556-4927-a8e9-24c5d464f299" providerId="ADAL" clId="{1AA4345A-BCE0-4C06-BB87-746FC5FA3BB4}" dt="2026-02-14T13:50:17.348" v="1638" actId="20577"/>
          <ac:graphicFrameMkLst>
            <pc:docMk/>
            <pc:sldMk cId="700707328" sldId="358"/>
            <ac:graphicFrameMk id="7" creationId="{29FF08AD-7519-4C4A-8E0D-640DF5BB5E58}"/>
          </ac:graphicFrameMkLst>
        </pc:graphicFrameChg>
      </pc:sldChg>
      <pc:sldChg chg="addSp delSp modSp new mod ord setBg">
        <pc:chgData name="Tanvir Ahmed" userId="5fa9bf89-1556-4927-a8e9-24c5d464f299" providerId="ADAL" clId="{1AA4345A-BCE0-4C06-BB87-746FC5FA3BB4}" dt="2026-02-10T03:29:40.755" v="878" actId="20577"/>
        <pc:sldMkLst>
          <pc:docMk/>
          <pc:sldMk cId="3800238198" sldId="359"/>
        </pc:sldMkLst>
        <pc:spChg chg="mod">
          <ac:chgData name="Tanvir Ahmed" userId="5fa9bf89-1556-4927-a8e9-24c5d464f299" providerId="ADAL" clId="{1AA4345A-BCE0-4C06-BB87-746FC5FA3BB4}" dt="2026-02-10T03:28:55.172" v="874" actId="20577"/>
          <ac:spMkLst>
            <pc:docMk/>
            <pc:sldMk cId="3800238198" sldId="359"/>
            <ac:spMk id="2" creationId="{82A430E8-3E7A-CB7C-5DC2-514CB7062ECD}"/>
          </ac:spMkLst>
        </pc:spChg>
        <pc:spChg chg="mod">
          <ac:chgData name="Tanvir Ahmed" userId="5fa9bf89-1556-4927-a8e9-24c5d464f299" providerId="ADAL" clId="{1AA4345A-BCE0-4C06-BB87-746FC5FA3BB4}" dt="2026-02-10T03:29:40.755" v="878" actId="20577"/>
          <ac:spMkLst>
            <pc:docMk/>
            <pc:sldMk cId="3800238198" sldId="359"/>
            <ac:spMk id="3" creationId="{F10B1AC6-BF2C-D8BC-2591-78A5D400289C}"/>
          </ac:spMkLst>
        </pc:spChg>
        <pc:spChg chg="add">
          <ac:chgData name="Tanvir Ahmed" userId="5fa9bf89-1556-4927-a8e9-24c5d464f299" providerId="ADAL" clId="{1AA4345A-BCE0-4C06-BB87-746FC5FA3BB4}" dt="2026-01-31T14:03:00.066" v="313" actId="26606"/>
          <ac:spMkLst>
            <pc:docMk/>
            <pc:sldMk cId="3800238198" sldId="359"/>
            <ac:spMk id="10" creationId="{1A95671B-3CC6-4792-9114-B74FAEA224E6}"/>
          </ac:spMkLst>
        </pc:spChg>
        <pc:picChg chg="add mod">
          <ac:chgData name="Tanvir Ahmed" userId="5fa9bf89-1556-4927-a8e9-24c5d464f299" providerId="ADAL" clId="{1AA4345A-BCE0-4C06-BB87-746FC5FA3BB4}" dt="2026-02-10T03:29:10.827" v="877" actId="1076"/>
          <ac:picMkLst>
            <pc:docMk/>
            <pc:sldMk cId="3800238198" sldId="359"/>
            <ac:picMk id="1026" creationId="{BCA504B1-40C4-6C68-A78E-43C03AE56758}"/>
          </ac:picMkLst>
        </pc:picChg>
      </pc:sldChg>
      <pc:sldChg chg="addSp delSp modSp add mod">
        <pc:chgData name="Tanvir Ahmed" userId="5fa9bf89-1556-4927-a8e9-24c5d464f299" providerId="ADAL" clId="{1AA4345A-BCE0-4C06-BB87-746FC5FA3BB4}" dt="2026-02-10T03:33:39.286" v="933" actId="14100"/>
        <pc:sldMkLst>
          <pc:docMk/>
          <pc:sldMk cId="966005880" sldId="360"/>
        </pc:sldMkLst>
        <pc:spChg chg="mod">
          <ac:chgData name="Tanvir Ahmed" userId="5fa9bf89-1556-4927-a8e9-24c5d464f299" providerId="ADAL" clId="{1AA4345A-BCE0-4C06-BB87-746FC5FA3BB4}" dt="2026-02-10T03:30:27.440" v="916" actId="20577"/>
          <ac:spMkLst>
            <pc:docMk/>
            <pc:sldMk cId="966005880" sldId="360"/>
            <ac:spMk id="2" creationId="{6C4A02F0-DC00-9856-F4E6-F4EF20C3517B}"/>
          </ac:spMkLst>
        </pc:spChg>
        <pc:spChg chg="add mod">
          <ac:chgData name="Tanvir Ahmed" userId="5fa9bf89-1556-4927-a8e9-24c5d464f299" providerId="ADAL" clId="{1AA4345A-BCE0-4C06-BB87-746FC5FA3BB4}" dt="2026-02-10T03:33:39.286" v="933" actId="14100"/>
          <ac:spMkLst>
            <pc:docMk/>
            <pc:sldMk cId="966005880" sldId="360"/>
            <ac:spMk id="8" creationId="{DB0F0F50-3A0E-4CC6-5572-B85EED9578F2}"/>
          </ac:spMkLst>
        </pc:spChg>
        <pc:picChg chg="add mod">
          <ac:chgData name="Tanvir Ahmed" userId="5fa9bf89-1556-4927-a8e9-24c5d464f299" providerId="ADAL" clId="{1AA4345A-BCE0-4C06-BB87-746FC5FA3BB4}" dt="2026-02-10T03:30:35.786" v="918" actId="1076"/>
          <ac:picMkLst>
            <pc:docMk/>
            <pc:sldMk cId="966005880" sldId="360"/>
            <ac:picMk id="2050" creationId="{1B323400-F018-59F4-7FED-B970DA6F9FB0}"/>
          </ac:picMkLst>
        </pc:picChg>
      </pc:sldChg>
      <pc:sldChg chg="new del">
        <pc:chgData name="Tanvir Ahmed" userId="5fa9bf89-1556-4927-a8e9-24c5d464f299" providerId="ADAL" clId="{1AA4345A-BCE0-4C06-BB87-746FC5FA3BB4}" dt="2026-02-14T12:23:09.460" v="1008" actId="2696"/>
        <pc:sldMkLst>
          <pc:docMk/>
          <pc:sldMk cId="1893456690" sldId="362"/>
        </pc:sldMkLst>
      </pc:sldChg>
      <pc:sldChg chg="addSp delSp modSp add mod">
        <pc:chgData name="Tanvir Ahmed" userId="5fa9bf89-1556-4927-a8e9-24c5d464f299" providerId="ADAL" clId="{1AA4345A-BCE0-4C06-BB87-746FC5FA3BB4}" dt="2026-02-14T12:26:54.063" v="1060" actId="1076"/>
        <pc:sldMkLst>
          <pc:docMk/>
          <pc:sldMk cId="4129580438" sldId="363"/>
        </pc:sldMkLst>
        <pc:spChg chg="mod">
          <ac:chgData name="Tanvir Ahmed" userId="5fa9bf89-1556-4927-a8e9-24c5d464f299" providerId="ADAL" clId="{1AA4345A-BCE0-4C06-BB87-746FC5FA3BB4}" dt="2026-02-14T12:25:36.250" v="1037" actId="20577"/>
          <ac:spMkLst>
            <pc:docMk/>
            <pc:sldMk cId="4129580438" sldId="363"/>
            <ac:spMk id="2" creationId="{939182AF-F35B-34CF-606E-3DF51DD58ED6}"/>
          </ac:spMkLst>
        </pc:spChg>
        <pc:spChg chg="add mod">
          <ac:chgData name="Tanvir Ahmed" userId="5fa9bf89-1556-4927-a8e9-24c5d464f299" providerId="ADAL" clId="{1AA4345A-BCE0-4C06-BB87-746FC5FA3BB4}" dt="2026-02-14T12:26:54.063" v="1060" actId="1076"/>
          <ac:spMkLst>
            <pc:docMk/>
            <pc:sldMk cId="4129580438" sldId="363"/>
            <ac:spMk id="3" creationId="{765A55CB-9C16-21E2-9445-548736C02607}"/>
          </ac:spMkLst>
        </pc:spChg>
        <pc:spChg chg="del">
          <ac:chgData name="Tanvir Ahmed" userId="5fa9bf89-1556-4927-a8e9-24c5d464f299" providerId="ADAL" clId="{1AA4345A-BCE0-4C06-BB87-746FC5FA3BB4}" dt="2026-02-14T12:23:20.527" v="1009" actId="478"/>
          <ac:spMkLst>
            <pc:docMk/>
            <pc:sldMk cId="4129580438" sldId="363"/>
            <ac:spMk id="11" creationId="{5C493215-0809-F702-91CC-3BEEB29EB66A}"/>
          </ac:spMkLst>
        </pc:spChg>
        <pc:spChg chg="del">
          <ac:chgData name="Tanvir Ahmed" userId="5fa9bf89-1556-4927-a8e9-24c5d464f299" providerId="ADAL" clId="{1AA4345A-BCE0-4C06-BB87-746FC5FA3BB4}" dt="2026-02-14T12:23:24.231" v="1010" actId="478"/>
          <ac:spMkLst>
            <pc:docMk/>
            <pc:sldMk cId="4129580438" sldId="363"/>
            <ac:spMk id="13" creationId="{DF657B71-4833-49E1-2667-A7B9465A9BDE}"/>
          </ac:spMkLst>
        </pc:spChg>
        <pc:picChg chg="del">
          <ac:chgData name="Tanvir Ahmed" userId="5fa9bf89-1556-4927-a8e9-24c5d464f299" providerId="ADAL" clId="{1AA4345A-BCE0-4C06-BB87-746FC5FA3BB4}" dt="2026-02-14T12:23:26.130" v="1011" actId="478"/>
          <ac:picMkLst>
            <pc:docMk/>
            <pc:sldMk cId="4129580438" sldId="363"/>
            <ac:picMk id="3078" creationId="{AAD7A1C4-67EC-940E-54AD-5D2321533AFE}"/>
          </ac:picMkLst>
        </pc:picChg>
      </pc:sldChg>
      <pc:sldChg chg="addSp modSp add mod">
        <pc:chgData name="Tanvir Ahmed" userId="5fa9bf89-1556-4927-a8e9-24c5d464f299" providerId="ADAL" clId="{1AA4345A-BCE0-4C06-BB87-746FC5FA3BB4}" dt="2026-02-14T12:28:50.433" v="1102" actId="14100"/>
        <pc:sldMkLst>
          <pc:docMk/>
          <pc:sldMk cId="3527023480" sldId="364"/>
        </pc:sldMkLst>
        <pc:spChg chg="mod">
          <ac:chgData name="Tanvir Ahmed" userId="5fa9bf89-1556-4927-a8e9-24c5d464f299" providerId="ADAL" clId="{1AA4345A-BCE0-4C06-BB87-746FC5FA3BB4}" dt="2026-02-14T12:28:50.433" v="1102" actId="14100"/>
          <ac:spMkLst>
            <pc:docMk/>
            <pc:sldMk cId="3527023480" sldId="364"/>
            <ac:spMk id="3" creationId="{144F5DE9-B10A-B36B-9DC1-63C0EAD150AE}"/>
          </ac:spMkLst>
        </pc:spChg>
        <pc:spChg chg="add mod">
          <ac:chgData name="Tanvir Ahmed" userId="5fa9bf89-1556-4927-a8e9-24c5d464f299" providerId="ADAL" clId="{1AA4345A-BCE0-4C06-BB87-746FC5FA3BB4}" dt="2026-02-14T12:28:14.221" v="1100" actId="14100"/>
          <ac:spMkLst>
            <pc:docMk/>
            <pc:sldMk cId="3527023480" sldId="364"/>
            <ac:spMk id="8" creationId="{1A991CE0-EBD5-4360-DBEA-54B169DC711A}"/>
          </ac:spMkLst>
        </pc:spChg>
        <pc:picChg chg="add mod">
          <ac:chgData name="Tanvir Ahmed" userId="5fa9bf89-1556-4927-a8e9-24c5d464f299" providerId="ADAL" clId="{1AA4345A-BCE0-4C06-BB87-746FC5FA3BB4}" dt="2026-02-14T12:28:21.165" v="1101" actId="1076"/>
          <ac:picMkLst>
            <pc:docMk/>
            <pc:sldMk cId="3527023480" sldId="364"/>
            <ac:picMk id="1026" creationId="{9DFE853A-83F4-D702-C065-2ED8C7DE8378}"/>
          </ac:picMkLst>
        </pc:picChg>
      </pc:sldChg>
      <pc:sldChg chg="addSp delSp modSp add mod">
        <pc:chgData name="Tanvir Ahmed" userId="5fa9bf89-1556-4927-a8e9-24c5d464f299" providerId="ADAL" clId="{1AA4345A-BCE0-4C06-BB87-746FC5FA3BB4}" dt="2026-02-14T12:31:22.475" v="1135" actId="14100"/>
        <pc:sldMkLst>
          <pc:docMk/>
          <pc:sldMk cId="683921950" sldId="365"/>
        </pc:sldMkLst>
        <pc:spChg chg="add mod">
          <ac:chgData name="Tanvir Ahmed" userId="5fa9bf89-1556-4927-a8e9-24c5d464f299" providerId="ADAL" clId="{1AA4345A-BCE0-4C06-BB87-746FC5FA3BB4}" dt="2026-02-14T12:31:22.475" v="1135" actId="14100"/>
          <ac:spMkLst>
            <pc:docMk/>
            <pc:sldMk cId="683921950" sldId="365"/>
            <ac:spMk id="13" creationId="{FF1ED52D-D444-6319-ECA2-006CF1EA0499}"/>
          </ac:spMkLst>
        </pc:spChg>
        <pc:picChg chg="add del mod">
          <ac:chgData name="Tanvir Ahmed" userId="5fa9bf89-1556-4927-a8e9-24c5d464f299" providerId="ADAL" clId="{1AA4345A-BCE0-4C06-BB87-746FC5FA3BB4}" dt="2026-02-14T12:30:03.538" v="1111" actId="478"/>
          <ac:picMkLst>
            <pc:docMk/>
            <pc:sldMk cId="683921950" sldId="365"/>
            <ac:picMk id="10" creationId="{8D12B294-68DC-3044-B7C0-F735E8179D19}"/>
          </ac:picMkLst>
        </pc:picChg>
        <pc:picChg chg="add mod">
          <ac:chgData name="Tanvir Ahmed" userId="5fa9bf89-1556-4927-a8e9-24c5d464f299" providerId="ADAL" clId="{1AA4345A-BCE0-4C06-BB87-746FC5FA3BB4}" dt="2026-02-14T12:30:51.450" v="1117" actId="1076"/>
          <ac:picMkLst>
            <pc:docMk/>
            <pc:sldMk cId="683921950" sldId="365"/>
            <ac:picMk id="12" creationId="{3B7438BE-F926-F09D-D06D-61C939AAE596}"/>
          </ac:picMkLst>
        </pc:picChg>
      </pc:sldChg>
      <pc:sldChg chg="addSp delSp modSp add mod">
        <pc:chgData name="Tanvir Ahmed" userId="5fa9bf89-1556-4927-a8e9-24c5d464f299" providerId="ADAL" clId="{1AA4345A-BCE0-4C06-BB87-746FC5FA3BB4}" dt="2026-02-14T12:34:57.780" v="1182" actId="1076"/>
        <pc:sldMkLst>
          <pc:docMk/>
          <pc:sldMk cId="4181891432" sldId="366"/>
        </pc:sldMkLst>
        <pc:spChg chg="mod">
          <ac:chgData name="Tanvir Ahmed" userId="5fa9bf89-1556-4927-a8e9-24c5d464f299" providerId="ADAL" clId="{1AA4345A-BCE0-4C06-BB87-746FC5FA3BB4}" dt="2026-02-14T12:34:17.139" v="1174" actId="20577"/>
          <ac:spMkLst>
            <pc:docMk/>
            <pc:sldMk cId="4181891432" sldId="366"/>
            <ac:spMk id="2" creationId="{B360FBDE-AC8B-E764-029B-B443FDA0A69E}"/>
          </ac:spMkLst>
        </pc:spChg>
        <pc:spChg chg="del">
          <ac:chgData name="Tanvir Ahmed" userId="5fa9bf89-1556-4927-a8e9-24c5d464f299" providerId="ADAL" clId="{1AA4345A-BCE0-4C06-BB87-746FC5FA3BB4}" dt="2026-02-14T12:34:21.965" v="1176" actId="478"/>
          <ac:spMkLst>
            <pc:docMk/>
            <pc:sldMk cId="4181891432" sldId="366"/>
            <ac:spMk id="3" creationId="{9817EBE5-05F8-0508-51BA-32C4164E8811}"/>
          </ac:spMkLst>
        </pc:spChg>
        <pc:spChg chg="del">
          <ac:chgData name="Tanvir Ahmed" userId="5fa9bf89-1556-4927-a8e9-24c5d464f299" providerId="ADAL" clId="{1AA4345A-BCE0-4C06-BB87-746FC5FA3BB4}" dt="2026-02-14T12:34:26.209" v="1178" actId="478"/>
          <ac:spMkLst>
            <pc:docMk/>
            <pc:sldMk cId="4181891432" sldId="366"/>
            <ac:spMk id="8" creationId="{B4519187-FE17-679E-8430-2FEA1287CB9B}"/>
          </ac:spMkLst>
        </pc:spChg>
        <pc:spChg chg="del">
          <ac:chgData name="Tanvir Ahmed" userId="5fa9bf89-1556-4927-a8e9-24c5d464f299" providerId="ADAL" clId="{1AA4345A-BCE0-4C06-BB87-746FC5FA3BB4}" dt="2026-02-14T12:34:28.723" v="1179" actId="478"/>
          <ac:spMkLst>
            <pc:docMk/>
            <pc:sldMk cId="4181891432" sldId="366"/>
            <ac:spMk id="13" creationId="{6F8C7ABE-E8EC-1BF9-6917-B3F55CA30859}"/>
          </ac:spMkLst>
        </pc:spChg>
        <pc:picChg chg="add mod">
          <ac:chgData name="Tanvir Ahmed" userId="5fa9bf89-1556-4927-a8e9-24c5d464f299" providerId="ADAL" clId="{1AA4345A-BCE0-4C06-BB87-746FC5FA3BB4}" dt="2026-02-14T12:34:57.780" v="1182" actId="1076"/>
          <ac:picMkLst>
            <pc:docMk/>
            <pc:sldMk cId="4181891432" sldId="366"/>
            <ac:picMk id="10" creationId="{0C045843-0061-6FC1-444B-91BA4FE59716}"/>
          </ac:picMkLst>
        </pc:picChg>
        <pc:picChg chg="del">
          <ac:chgData name="Tanvir Ahmed" userId="5fa9bf89-1556-4927-a8e9-24c5d464f299" providerId="ADAL" clId="{1AA4345A-BCE0-4C06-BB87-746FC5FA3BB4}" dt="2026-02-14T12:34:19.387" v="1175" actId="478"/>
          <ac:picMkLst>
            <pc:docMk/>
            <pc:sldMk cId="4181891432" sldId="366"/>
            <ac:picMk id="12" creationId="{2E1FB433-756A-343E-A639-E7023CCC3D97}"/>
          </ac:picMkLst>
        </pc:picChg>
        <pc:picChg chg="del">
          <ac:chgData name="Tanvir Ahmed" userId="5fa9bf89-1556-4927-a8e9-24c5d464f299" providerId="ADAL" clId="{1AA4345A-BCE0-4C06-BB87-746FC5FA3BB4}" dt="2026-02-14T12:34:23.663" v="1177" actId="478"/>
          <ac:picMkLst>
            <pc:docMk/>
            <pc:sldMk cId="4181891432" sldId="366"/>
            <ac:picMk id="1026" creationId="{908DADC2-4782-FD2F-DEC8-F789E79438E6}"/>
          </ac:picMkLst>
        </pc:picChg>
      </pc:sldChg>
      <pc:sldChg chg="addSp modSp add mod">
        <pc:chgData name="Tanvir Ahmed" userId="5fa9bf89-1556-4927-a8e9-24c5d464f299" providerId="ADAL" clId="{1AA4345A-BCE0-4C06-BB87-746FC5FA3BB4}" dt="2026-02-14T12:39:06.206" v="1235" actId="14100"/>
        <pc:sldMkLst>
          <pc:docMk/>
          <pc:sldMk cId="1499060287" sldId="367"/>
        </pc:sldMkLst>
        <pc:spChg chg="add mod">
          <ac:chgData name="Tanvir Ahmed" userId="5fa9bf89-1556-4927-a8e9-24c5d464f299" providerId="ADAL" clId="{1AA4345A-BCE0-4C06-BB87-746FC5FA3BB4}" dt="2026-02-14T12:39:06.206" v="1235" actId="14100"/>
          <ac:spMkLst>
            <pc:docMk/>
            <pc:sldMk cId="1499060287" sldId="367"/>
            <ac:spMk id="3" creationId="{19E76742-45B3-BBEF-E2D4-7378F4F7F3B2}"/>
          </ac:spMkLst>
        </pc:spChg>
        <pc:picChg chg="mod">
          <ac:chgData name="Tanvir Ahmed" userId="5fa9bf89-1556-4927-a8e9-24c5d464f299" providerId="ADAL" clId="{1AA4345A-BCE0-4C06-BB87-746FC5FA3BB4}" dt="2026-02-14T12:35:33.278" v="1187" actId="1076"/>
          <ac:picMkLst>
            <pc:docMk/>
            <pc:sldMk cId="1499060287" sldId="367"/>
            <ac:picMk id="10" creationId="{2B8BB787-E912-5E35-B9D7-1E9488F13C00}"/>
          </ac:picMkLst>
        </pc:picChg>
        <pc:picChg chg="add mod">
          <ac:chgData name="Tanvir Ahmed" userId="5fa9bf89-1556-4927-a8e9-24c5d464f299" providerId="ADAL" clId="{1AA4345A-BCE0-4C06-BB87-746FC5FA3BB4}" dt="2026-02-14T12:38:37.538" v="1195" actId="1076"/>
          <ac:picMkLst>
            <pc:docMk/>
            <pc:sldMk cId="1499060287" sldId="367"/>
            <ac:picMk id="2050" creationId="{C2164D98-0303-8A55-58F0-EA261A5AEC6B}"/>
          </ac:picMkLst>
        </pc:picChg>
      </pc:sldChg>
      <pc:sldChg chg="addSp delSp modSp add mod">
        <pc:chgData name="Tanvir Ahmed" userId="5fa9bf89-1556-4927-a8e9-24c5d464f299" providerId="ADAL" clId="{1AA4345A-BCE0-4C06-BB87-746FC5FA3BB4}" dt="2026-02-14T12:50:13.322" v="1455" actId="2711"/>
        <pc:sldMkLst>
          <pc:docMk/>
          <pc:sldMk cId="1816497055" sldId="368"/>
        </pc:sldMkLst>
        <pc:spChg chg="mod">
          <ac:chgData name="Tanvir Ahmed" userId="5fa9bf89-1556-4927-a8e9-24c5d464f299" providerId="ADAL" clId="{1AA4345A-BCE0-4C06-BB87-746FC5FA3BB4}" dt="2026-02-14T12:45:45.100" v="1333" actId="20577"/>
          <ac:spMkLst>
            <pc:docMk/>
            <pc:sldMk cId="1816497055" sldId="368"/>
            <ac:spMk id="2" creationId="{C95A95B3-A852-9392-1376-BE9FA44879E3}"/>
          </ac:spMkLst>
        </pc:spChg>
        <pc:spChg chg="del">
          <ac:chgData name="Tanvir Ahmed" userId="5fa9bf89-1556-4927-a8e9-24c5d464f299" providerId="ADAL" clId="{1AA4345A-BCE0-4C06-BB87-746FC5FA3BB4}" dt="2026-02-14T12:39:44.735" v="1274" actId="478"/>
          <ac:spMkLst>
            <pc:docMk/>
            <pc:sldMk cId="1816497055" sldId="368"/>
            <ac:spMk id="3" creationId="{B976ADCF-1FC4-5500-3429-123EF063B684}"/>
          </ac:spMkLst>
        </pc:spChg>
        <pc:spChg chg="add mod">
          <ac:chgData name="Tanvir Ahmed" userId="5fa9bf89-1556-4927-a8e9-24c5d464f299" providerId="ADAL" clId="{1AA4345A-BCE0-4C06-BB87-746FC5FA3BB4}" dt="2026-02-14T12:50:13.322" v="1455" actId="2711"/>
          <ac:spMkLst>
            <pc:docMk/>
            <pc:sldMk cId="1816497055" sldId="368"/>
            <ac:spMk id="8" creationId="{D50522B3-CFFF-BA76-B907-74B04CCBFE84}"/>
          </ac:spMkLst>
        </pc:spChg>
        <pc:picChg chg="del">
          <ac:chgData name="Tanvir Ahmed" userId="5fa9bf89-1556-4927-a8e9-24c5d464f299" providerId="ADAL" clId="{1AA4345A-BCE0-4C06-BB87-746FC5FA3BB4}" dt="2026-02-14T12:39:39.673" v="1272" actId="478"/>
          <ac:picMkLst>
            <pc:docMk/>
            <pc:sldMk cId="1816497055" sldId="368"/>
            <ac:picMk id="10" creationId="{616ECCD6-3010-351A-5E8D-B6D92DD52763}"/>
          </ac:picMkLst>
        </pc:picChg>
        <pc:picChg chg="del">
          <ac:chgData name="Tanvir Ahmed" userId="5fa9bf89-1556-4927-a8e9-24c5d464f299" providerId="ADAL" clId="{1AA4345A-BCE0-4C06-BB87-746FC5FA3BB4}" dt="2026-02-14T12:39:41.481" v="1273" actId="478"/>
          <ac:picMkLst>
            <pc:docMk/>
            <pc:sldMk cId="1816497055" sldId="368"/>
            <ac:picMk id="2050" creationId="{C7E2BD84-74CA-B777-9BBE-C886906C38DC}"/>
          </ac:picMkLst>
        </pc:picChg>
      </pc:sldChg>
      <pc:sldChg chg="addSp modSp add mod">
        <pc:chgData name="Tanvir Ahmed" userId="5fa9bf89-1556-4927-a8e9-24c5d464f299" providerId="ADAL" clId="{1AA4345A-BCE0-4C06-BB87-746FC5FA3BB4}" dt="2026-02-14T13:18:30.284" v="1507" actId="113"/>
        <pc:sldMkLst>
          <pc:docMk/>
          <pc:sldMk cId="2485842275" sldId="369"/>
        </pc:sldMkLst>
        <pc:spChg chg="add">
          <ac:chgData name="Tanvir Ahmed" userId="5fa9bf89-1556-4927-a8e9-24c5d464f299" providerId="ADAL" clId="{1AA4345A-BCE0-4C06-BB87-746FC5FA3BB4}" dt="2026-02-14T13:17:30.859" v="1491"/>
          <ac:spMkLst>
            <pc:docMk/>
            <pc:sldMk cId="2485842275" sldId="369"/>
            <ac:spMk id="3" creationId="{66FFDC9F-7984-3C0F-7980-0F5CEDBDE8C7}"/>
          </ac:spMkLst>
        </pc:spChg>
        <pc:spChg chg="mod">
          <ac:chgData name="Tanvir Ahmed" userId="5fa9bf89-1556-4927-a8e9-24c5d464f299" providerId="ADAL" clId="{1AA4345A-BCE0-4C06-BB87-746FC5FA3BB4}" dt="2026-02-14T13:18:30.284" v="1507" actId="113"/>
          <ac:spMkLst>
            <pc:docMk/>
            <pc:sldMk cId="2485842275" sldId="369"/>
            <ac:spMk id="8" creationId="{0C3500C3-FDA8-5A01-1B69-D2A24DBAFED7}"/>
          </ac:spMkLst>
        </pc:spChg>
        <pc:spChg chg="add">
          <ac:chgData name="Tanvir Ahmed" userId="5fa9bf89-1556-4927-a8e9-24c5d464f299" providerId="ADAL" clId="{1AA4345A-BCE0-4C06-BB87-746FC5FA3BB4}" dt="2026-02-14T13:17:33.893" v="1492"/>
          <ac:spMkLst>
            <pc:docMk/>
            <pc:sldMk cId="2485842275" sldId="369"/>
            <ac:spMk id="9" creationId="{2756F771-0DAC-7A99-450F-2AABEC933893}"/>
          </ac:spMkLst>
        </pc:spChg>
      </pc:sldChg>
      <pc:sldChg chg="new del">
        <pc:chgData name="Tanvir Ahmed" userId="5fa9bf89-1556-4927-a8e9-24c5d464f299" providerId="ADAL" clId="{1AA4345A-BCE0-4C06-BB87-746FC5FA3BB4}" dt="2026-02-14T12:51:16.751" v="1457" actId="680"/>
        <pc:sldMkLst>
          <pc:docMk/>
          <pc:sldMk cId="2488872275" sldId="369"/>
        </pc:sldMkLst>
      </pc:sldChg>
      <pc:sldChg chg="modSp add mod">
        <pc:chgData name="Tanvir Ahmed" userId="5fa9bf89-1556-4927-a8e9-24c5d464f299" providerId="ADAL" clId="{1AA4345A-BCE0-4C06-BB87-746FC5FA3BB4}" dt="2026-02-14T13:25:31.529" v="1582" actId="255"/>
        <pc:sldMkLst>
          <pc:docMk/>
          <pc:sldMk cId="3271435006" sldId="370"/>
        </pc:sldMkLst>
        <pc:spChg chg="mod">
          <ac:chgData name="Tanvir Ahmed" userId="5fa9bf89-1556-4927-a8e9-24c5d464f299" providerId="ADAL" clId="{1AA4345A-BCE0-4C06-BB87-746FC5FA3BB4}" dt="2026-02-14T13:25:31.529" v="1582" actId="255"/>
          <ac:spMkLst>
            <pc:docMk/>
            <pc:sldMk cId="3271435006" sldId="370"/>
            <ac:spMk id="8" creationId="{3DD1608B-F623-4716-615B-6BCF7D269421}"/>
          </ac:spMkLst>
        </pc:spChg>
      </pc:sldChg>
      <pc:sldChg chg="addSp delSp modSp add mod">
        <pc:chgData name="Tanvir Ahmed" userId="5fa9bf89-1556-4927-a8e9-24c5d464f299" providerId="ADAL" clId="{1AA4345A-BCE0-4C06-BB87-746FC5FA3BB4}" dt="2026-02-14T13:38:48.681" v="1636" actId="1036"/>
        <pc:sldMkLst>
          <pc:docMk/>
          <pc:sldMk cId="307395688" sldId="371"/>
        </pc:sldMkLst>
        <pc:spChg chg="mod">
          <ac:chgData name="Tanvir Ahmed" userId="5fa9bf89-1556-4927-a8e9-24c5d464f299" providerId="ADAL" clId="{1AA4345A-BCE0-4C06-BB87-746FC5FA3BB4}" dt="2026-02-14T13:25:59.944" v="1624" actId="20577"/>
          <ac:spMkLst>
            <pc:docMk/>
            <pc:sldMk cId="307395688" sldId="371"/>
            <ac:spMk id="2" creationId="{1B5DD3AB-AE9D-C55A-E191-4F1E3596B2C6}"/>
          </ac:spMkLst>
        </pc:spChg>
        <pc:spChg chg="del mod">
          <ac:chgData name="Tanvir Ahmed" userId="5fa9bf89-1556-4927-a8e9-24c5d464f299" providerId="ADAL" clId="{1AA4345A-BCE0-4C06-BB87-746FC5FA3BB4}" dt="2026-02-14T13:38:42.251" v="1634"/>
          <ac:spMkLst>
            <pc:docMk/>
            <pc:sldMk cId="307395688" sldId="371"/>
            <ac:spMk id="8" creationId="{E3B30DBD-9F9C-24B0-6022-69FA6AE80696}"/>
          </ac:spMkLst>
        </pc:spChg>
        <pc:picChg chg="add mod">
          <ac:chgData name="Tanvir Ahmed" userId="5fa9bf89-1556-4927-a8e9-24c5d464f299" providerId="ADAL" clId="{1AA4345A-BCE0-4C06-BB87-746FC5FA3BB4}" dt="2026-02-14T13:38:48.681" v="1636" actId="1036"/>
          <ac:picMkLst>
            <pc:docMk/>
            <pc:sldMk cId="307395688" sldId="371"/>
            <ac:picMk id="9" creationId="{9D91AFEB-C9BB-1891-943E-35E0209196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0D639-DF18-4071-89BF-8D56C5CEDBE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908A8-31C5-4870-8D6B-DAF079F34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1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9775" y="723900"/>
            <a:ext cx="5124450" cy="341947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0576" y="623951"/>
            <a:ext cx="951865" cy="2238375"/>
          </a:xfrm>
          <a:custGeom>
            <a:avLst/>
            <a:gdLst/>
            <a:ahLst/>
            <a:cxnLst/>
            <a:rect l="l" t="t" r="r" b="b"/>
            <a:pathLst>
              <a:path w="951864" h="2238375">
                <a:moveTo>
                  <a:pt x="0" y="0"/>
                </a:moveTo>
                <a:lnTo>
                  <a:pt x="49392" y="30001"/>
                </a:lnTo>
                <a:lnTo>
                  <a:pt x="116722" y="65391"/>
                </a:lnTo>
                <a:lnTo>
                  <a:pt x="155755" y="85117"/>
                </a:lnTo>
                <a:lnTo>
                  <a:pt x="197644" y="106202"/>
                </a:lnTo>
                <a:lnTo>
                  <a:pt x="241844" y="128651"/>
                </a:lnTo>
                <a:lnTo>
                  <a:pt x="287814" y="152467"/>
                </a:lnTo>
                <a:lnTo>
                  <a:pt x="335010" y="177653"/>
                </a:lnTo>
                <a:lnTo>
                  <a:pt x="382889" y="204216"/>
                </a:lnTo>
                <a:lnTo>
                  <a:pt x="430907" y="232157"/>
                </a:lnTo>
                <a:lnTo>
                  <a:pt x="478523" y="261481"/>
                </a:lnTo>
                <a:lnTo>
                  <a:pt x="525193" y="292193"/>
                </a:lnTo>
                <a:lnTo>
                  <a:pt x="570374" y="324296"/>
                </a:lnTo>
                <a:lnTo>
                  <a:pt x="613523" y="357794"/>
                </a:lnTo>
                <a:lnTo>
                  <a:pt x="654096" y="392692"/>
                </a:lnTo>
                <a:lnTo>
                  <a:pt x="691552" y="428992"/>
                </a:lnTo>
                <a:lnTo>
                  <a:pt x="725346" y="466700"/>
                </a:lnTo>
                <a:lnTo>
                  <a:pt x="754936" y="505819"/>
                </a:lnTo>
                <a:lnTo>
                  <a:pt x="779779" y="546353"/>
                </a:lnTo>
                <a:lnTo>
                  <a:pt x="798813" y="583729"/>
                </a:lnTo>
                <a:lnTo>
                  <a:pt x="817099" y="623918"/>
                </a:lnTo>
                <a:lnTo>
                  <a:pt x="834560" y="666657"/>
                </a:lnTo>
                <a:lnTo>
                  <a:pt x="851119" y="711681"/>
                </a:lnTo>
                <a:lnTo>
                  <a:pt x="866698" y="758727"/>
                </a:lnTo>
                <a:lnTo>
                  <a:pt x="881220" y="807529"/>
                </a:lnTo>
                <a:lnTo>
                  <a:pt x="894606" y="857824"/>
                </a:lnTo>
                <a:lnTo>
                  <a:pt x="906780" y="909347"/>
                </a:lnTo>
                <a:lnTo>
                  <a:pt x="917664" y="961833"/>
                </a:lnTo>
                <a:lnTo>
                  <a:pt x="927180" y="1015020"/>
                </a:lnTo>
                <a:lnTo>
                  <a:pt x="935251" y="1068642"/>
                </a:lnTo>
                <a:lnTo>
                  <a:pt x="941799" y="1122435"/>
                </a:lnTo>
                <a:lnTo>
                  <a:pt x="946747" y="1176134"/>
                </a:lnTo>
                <a:lnTo>
                  <a:pt x="950017" y="1229476"/>
                </a:lnTo>
                <a:lnTo>
                  <a:pt x="951532" y="1282196"/>
                </a:lnTo>
                <a:lnTo>
                  <a:pt x="951215" y="1334030"/>
                </a:lnTo>
                <a:lnTo>
                  <a:pt x="948987" y="1384714"/>
                </a:lnTo>
                <a:lnTo>
                  <a:pt x="944771" y="1433983"/>
                </a:lnTo>
                <a:lnTo>
                  <a:pt x="938489" y="1481573"/>
                </a:lnTo>
                <a:lnTo>
                  <a:pt x="930065" y="1527219"/>
                </a:lnTo>
                <a:lnTo>
                  <a:pt x="919420" y="1570658"/>
                </a:lnTo>
                <a:lnTo>
                  <a:pt x="906477" y="1611626"/>
                </a:lnTo>
                <a:lnTo>
                  <a:pt x="891159" y="1649857"/>
                </a:lnTo>
                <a:lnTo>
                  <a:pt x="871047" y="1687844"/>
                </a:lnTo>
                <a:lnTo>
                  <a:pt x="845594" y="1724899"/>
                </a:lnTo>
                <a:lnTo>
                  <a:pt x="815321" y="1761000"/>
                </a:lnTo>
                <a:lnTo>
                  <a:pt x="780752" y="1796129"/>
                </a:lnTo>
                <a:lnTo>
                  <a:pt x="742408" y="1830263"/>
                </a:lnTo>
                <a:lnTo>
                  <a:pt x="700813" y="1863382"/>
                </a:lnTo>
                <a:lnTo>
                  <a:pt x="656490" y="1895465"/>
                </a:lnTo>
                <a:lnTo>
                  <a:pt x="609960" y="1926492"/>
                </a:lnTo>
                <a:lnTo>
                  <a:pt x="561746" y="1956443"/>
                </a:lnTo>
                <a:lnTo>
                  <a:pt x="512372" y="1985295"/>
                </a:lnTo>
                <a:lnTo>
                  <a:pt x="462359" y="2013029"/>
                </a:lnTo>
                <a:lnTo>
                  <a:pt x="412230" y="2039624"/>
                </a:lnTo>
                <a:lnTo>
                  <a:pt x="362509" y="2065059"/>
                </a:lnTo>
                <a:lnTo>
                  <a:pt x="313717" y="2089314"/>
                </a:lnTo>
                <a:lnTo>
                  <a:pt x="266377" y="2112367"/>
                </a:lnTo>
                <a:lnTo>
                  <a:pt x="221011" y="2134199"/>
                </a:lnTo>
                <a:lnTo>
                  <a:pt x="178144" y="2154789"/>
                </a:lnTo>
                <a:lnTo>
                  <a:pt x="138296" y="2174115"/>
                </a:lnTo>
                <a:lnTo>
                  <a:pt x="101991" y="2192157"/>
                </a:lnTo>
                <a:lnTo>
                  <a:pt x="69751" y="2208895"/>
                </a:lnTo>
                <a:lnTo>
                  <a:pt x="42099" y="2224308"/>
                </a:lnTo>
                <a:lnTo>
                  <a:pt x="19558" y="223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94409" y="1944623"/>
            <a:ext cx="1370965" cy="1442085"/>
          </a:xfrm>
          <a:custGeom>
            <a:avLst/>
            <a:gdLst/>
            <a:ahLst/>
            <a:cxnLst/>
            <a:rect l="l" t="t" r="r" b="b"/>
            <a:pathLst>
              <a:path w="1370964" h="1442085">
                <a:moveTo>
                  <a:pt x="1008253" y="976249"/>
                </a:moveTo>
                <a:lnTo>
                  <a:pt x="1000531" y="968883"/>
                </a:lnTo>
                <a:lnTo>
                  <a:pt x="938911" y="910082"/>
                </a:lnTo>
                <a:lnTo>
                  <a:pt x="930529" y="937361"/>
                </a:lnTo>
                <a:lnTo>
                  <a:pt x="171958" y="703961"/>
                </a:lnTo>
                <a:lnTo>
                  <a:pt x="163436" y="731266"/>
                </a:lnTo>
                <a:lnTo>
                  <a:pt x="922147" y="964666"/>
                </a:lnTo>
                <a:lnTo>
                  <a:pt x="913765" y="991997"/>
                </a:lnTo>
                <a:lnTo>
                  <a:pt x="1008253" y="976249"/>
                </a:lnTo>
                <a:close/>
              </a:path>
              <a:path w="1370964" h="1442085">
                <a:moveTo>
                  <a:pt x="1030605" y="1437640"/>
                </a:moveTo>
                <a:lnTo>
                  <a:pt x="1017473" y="1421765"/>
                </a:lnTo>
                <a:lnTo>
                  <a:pt x="969518" y="1363726"/>
                </a:lnTo>
                <a:lnTo>
                  <a:pt x="957961" y="1389824"/>
                </a:lnTo>
                <a:lnTo>
                  <a:pt x="11557" y="971296"/>
                </a:lnTo>
                <a:lnTo>
                  <a:pt x="0" y="997331"/>
                </a:lnTo>
                <a:lnTo>
                  <a:pt x="946391" y="1415986"/>
                </a:lnTo>
                <a:lnTo>
                  <a:pt x="934847" y="1442085"/>
                </a:lnTo>
                <a:lnTo>
                  <a:pt x="1030605" y="1437640"/>
                </a:lnTo>
                <a:close/>
              </a:path>
              <a:path w="1370964" h="1442085">
                <a:moveTo>
                  <a:pt x="1370838" y="22352"/>
                </a:moveTo>
                <a:lnTo>
                  <a:pt x="1277620" y="0"/>
                </a:lnTo>
                <a:lnTo>
                  <a:pt x="1284071" y="27736"/>
                </a:lnTo>
                <a:lnTo>
                  <a:pt x="40640" y="317119"/>
                </a:lnTo>
                <a:lnTo>
                  <a:pt x="47117" y="344932"/>
                </a:lnTo>
                <a:lnTo>
                  <a:pt x="1290574" y="55676"/>
                </a:lnTo>
                <a:lnTo>
                  <a:pt x="1297051" y="83439"/>
                </a:lnTo>
                <a:lnTo>
                  <a:pt x="1368221" y="24511"/>
                </a:lnTo>
                <a:lnTo>
                  <a:pt x="1370838" y="22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2576" y="179387"/>
            <a:ext cx="203644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9130" y="4887723"/>
            <a:ext cx="1478279" cy="192360"/>
          </a:xfrm>
        </p:spPr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40319" y="4874974"/>
            <a:ext cx="121094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1654" y="4874974"/>
            <a:ext cx="318135" cy="276999"/>
          </a:xfrm>
        </p:spPr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333550"/>
            <a:ext cx="8574087" cy="1101328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766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429910"/>
            <a:ext cx="8576373" cy="103058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36754"/>
            <a:ext cx="7808976" cy="816102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766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149320"/>
            <a:ext cx="7754112" cy="36347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5" y="4670298"/>
            <a:ext cx="8574087" cy="13030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344929"/>
            <a:ext cx="1419654" cy="107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40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42" y="136143"/>
            <a:ext cx="83623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57370" y="2125979"/>
            <a:ext cx="4449445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4802992"/>
            <a:ext cx="3215004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r>
              <a:rPr spc="-85" dirty="0"/>
              <a:t>CS231n</a:t>
            </a:r>
            <a:r>
              <a:rPr spc="-180" dirty="0"/>
              <a:t> </a:t>
            </a:r>
            <a:r>
              <a:rPr spc="-35" dirty="0"/>
              <a:t>10</a:t>
            </a:r>
            <a:r>
              <a:rPr sz="1800" spc="-52" baseline="25462" dirty="0"/>
              <a:t>th</a:t>
            </a:r>
            <a:r>
              <a:rPr sz="1800" spc="44" baseline="25462" dirty="0"/>
              <a:t> </a:t>
            </a:r>
            <a:r>
              <a:rPr sz="1800" spc="-30" dirty="0"/>
              <a:t>Anniversary</a:t>
            </a:r>
            <a:endParaRPr sz="18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882001" y="4802992"/>
            <a:ext cx="1191895" cy="313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April</a:t>
            </a:r>
            <a:r>
              <a:rPr spc="-229" dirty="0"/>
              <a:t> </a:t>
            </a:r>
            <a:r>
              <a:rPr spc="-105" dirty="0"/>
              <a:t>3,</a:t>
            </a:r>
            <a:r>
              <a:rPr spc="-170" dirty="0"/>
              <a:t> </a:t>
            </a:r>
            <a:r>
              <a:rPr spc="-75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28920" y="4275625"/>
            <a:ext cx="1477645" cy="8410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198245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hyperlink" Target="https://github.com/Rifath-Mahmud/CVPR/blob/main/Animations-Images/1.%20FilterOrKernal.sv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8.png"/><Relationship Id="rId4" Type="http://schemas.openxmlformats.org/officeDocument/2006/relationships/hyperlink" Target="https://github.com/Rifath-Mahmud/CVPR/blob/main/Animations-Images/2.%20Stride.sv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1.png"/><Relationship Id="rId4" Type="http://schemas.openxmlformats.org/officeDocument/2006/relationships/hyperlink" Target="https://github.com/Rifath-Mahmud/CVPR/blob/main/Animations-Images/3.%20MaxPooling.sv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oloclub.github.io/cnn-explainer/#article-convolu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78" y="311518"/>
            <a:ext cx="6768460" cy="727487"/>
          </a:xfrm>
        </p:spPr>
        <p:txBody>
          <a:bodyPr anchor="ctr">
            <a:noAutofit/>
          </a:bodyPr>
          <a:lstStyle/>
          <a:p>
            <a:r>
              <a:rPr lang="en-US" sz="2000" dirty="0"/>
              <a:t>Introduction to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680" y="1039003"/>
            <a:ext cx="2092132" cy="363474"/>
          </a:xfrm>
        </p:spPr>
        <p:txBody>
          <a:bodyPr>
            <a:normAutofit/>
          </a:bodyPr>
          <a:lstStyle/>
          <a:p>
            <a:r>
              <a:rPr lang="en-US"/>
              <a:t>Course Code: CSC 4254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770" y="2243282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462113"/>
              </p:ext>
            </p:extLst>
          </p:nvPr>
        </p:nvGraphicFramePr>
        <p:xfrm>
          <a:off x="477611" y="3741024"/>
          <a:ext cx="8188780" cy="6243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7065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73073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62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835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70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7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38555">
                <a:tc>
                  <a:txBody>
                    <a:bodyPr/>
                    <a:lstStyle/>
                    <a:p>
                      <a:r>
                        <a:rPr lang="en-US" sz="1400" dirty="0"/>
                        <a:t>Lecture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006351" y="1048169"/>
            <a:ext cx="401930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sz="1350">
                <a:solidFill>
                  <a:prstClr val="white"/>
                </a:solidFill>
                <a:latin typeface="Calibri"/>
              </a:rPr>
              <a:t>Course Title: Computer Vision &amp;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hlinkClick r:id="rId4"/>
            <a:extLst>
              <a:ext uri="{FF2B5EF4-FFF2-40B4-BE49-F238E27FC236}">
                <a16:creationId xmlns:a16="http://schemas.microsoft.com/office/drawing/2014/main" id="{F6561B5C-0779-94E5-646B-5240A5646DEC}"/>
              </a:ext>
            </a:extLst>
          </p:cNvPr>
          <p:cNvSpPr txBox="1">
            <a:spLocks/>
          </p:cNvSpPr>
          <p:nvPr/>
        </p:nvSpPr>
        <p:spPr>
          <a:xfrm>
            <a:off x="390842" y="284230"/>
            <a:ext cx="8362315" cy="607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b="1" dirty="0"/>
              <a:t>Convolutions and Filters 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(click title to access the animation in web)</a:t>
            </a:r>
          </a:p>
        </p:txBody>
      </p:sp>
      <p:pic>
        <p:nvPicPr>
          <p:cNvPr id="18" name="anim_0b7b44fa">
            <a:hlinkClick r:id="" action="ppaction://media"/>
            <a:extLst>
              <a:ext uri="{FF2B5EF4-FFF2-40B4-BE49-F238E27FC236}">
                <a16:creationId xmlns:a16="http://schemas.microsoft.com/office/drawing/2014/main" id="{0A5A1A5F-1E3A-6E87-7A89-75D0BA60E5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3" r="14166" b="23093"/>
          <a:stretch>
            <a:fillRect/>
          </a:stretch>
        </p:blipFill>
        <p:spPr>
          <a:xfrm>
            <a:off x="929050" y="971550"/>
            <a:ext cx="7848600" cy="333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1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51435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402E14-2D13-9A10-5BDD-3E804FD2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482602"/>
            <a:ext cx="3327400" cy="9047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by Step Calculation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BC0280-CD05-B517-AC0D-45C1BF59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639" y="158179"/>
            <a:ext cx="4851399" cy="48271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39DA3-084D-A4C5-45F6-529373EFF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79" y="1504950"/>
            <a:ext cx="2624068" cy="1333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91DBAA-6FB4-4B53-24C2-4A44BF61D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97" y="3313179"/>
            <a:ext cx="2114845" cy="1095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BF539A-C968-34CA-F1EE-CA404441CD13}"/>
              </a:ext>
            </a:extLst>
          </p:cNvPr>
          <p:cNvSpPr txBox="1"/>
          <p:nvPr/>
        </p:nvSpPr>
        <p:spPr>
          <a:xfrm>
            <a:off x="1389820" y="4384042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Matrix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99333-69E7-EAA3-C092-53DE2C634B73}"/>
              </a:ext>
            </a:extLst>
          </p:cNvPr>
          <p:cNvSpPr txBox="1"/>
          <p:nvPr/>
        </p:nvSpPr>
        <p:spPr>
          <a:xfrm>
            <a:off x="1389820" y="2826262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Matrix A</a:t>
            </a:r>
          </a:p>
        </p:txBody>
      </p:sp>
    </p:spTree>
    <p:extLst>
      <p:ext uri="{BB962C8B-B14F-4D97-AF65-F5344CB8AC3E}">
        <p14:creationId xmlns:p14="http://schemas.microsoft.com/office/powerpoint/2010/main" val="127786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25DE69-5773-97F5-6918-842CBD97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858" y="2500537"/>
            <a:ext cx="5098884" cy="23818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6561B5C-0779-94E5-646B-5240A5646DEC}"/>
              </a:ext>
            </a:extLst>
          </p:cNvPr>
          <p:cNvSpPr txBox="1">
            <a:spLocks/>
          </p:cNvSpPr>
          <p:nvPr/>
        </p:nvSpPr>
        <p:spPr>
          <a:xfrm>
            <a:off x="390842" y="284230"/>
            <a:ext cx="8362315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dirty="0"/>
              <a:t>Convolutions and Filters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B0C66-2890-0D39-612F-A0CED10B0ADC}"/>
              </a:ext>
            </a:extLst>
          </p:cNvPr>
          <p:cNvSpPr txBox="1"/>
          <p:nvPr/>
        </p:nvSpPr>
        <p:spPr>
          <a:xfrm>
            <a:off x="228600" y="819150"/>
            <a:ext cx="83623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in a scenario where we are dealing with color images where there are three channels, the filter that is convolving with the original image would also have three channels, resulting in a single scalar output per convolution. Also, if the filters are convolving with an intermediate output – let’s say 64 x 112 x 112 in shape – the filter would have 64 channels to fetch a scalar output. In addition, if there are 512 filters that are convolving with the output that was obtained in the intermediate layer, the output post-convolution with 512 filters would be 512 x 112 x 112 in shape</a:t>
            </a:r>
          </a:p>
        </p:txBody>
      </p:sp>
    </p:spTree>
    <p:extLst>
      <p:ext uri="{BB962C8B-B14F-4D97-AF65-F5344CB8AC3E}">
        <p14:creationId xmlns:p14="http://schemas.microsoft.com/office/powerpoint/2010/main" val="353178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0841-8DE9-03A1-5176-041EC7A4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hlinkClick r:id="rId4"/>
            <a:extLst>
              <a:ext uri="{FF2B5EF4-FFF2-40B4-BE49-F238E27FC236}">
                <a16:creationId xmlns:a16="http://schemas.microsoft.com/office/drawing/2014/main" id="{F8E54429-EC3B-6E79-15FA-B141D0B82876}"/>
              </a:ext>
            </a:extLst>
          </p:cNvPr>
          <p:cNvSpPr txBox="1">
            <a:spLocks/>
          </p:cNvSpPr>
          <p:nvPr/>
        </p:nvSpPr>
        <p:spPr>
          <a:xfrm>
            <a:off x="390842" y="293236"/>
            <a:ext cx="8362315" cy="607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dirty="0"/>
              <a:t>Strides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(click title to access the animation in web)</a:t>
            </a:r>
            <a:endParaRPr lang="en-US" dirty="0"/>
          </a:p>
        </p:txBody>
      </p:sp>
      <p:pic>
        <p:nvPicPr>
          <p:cNvPr id="2" name="anim-copy_264c480d">
            <a:hlinkClick r:id="" action="ppaction://media"/>
            <a:extLst>
              <a:ext uri="{FF2B5EF4-FFF2-40B4-BE49-F238E27FC236}">
                <a16:creationId xmlns:a16="http://schemas.microsoft.com/office/drawing/2014/main" id="{B77BA8C1-0EEC-264F-EA16-06594F5BB5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16667" b="3666"/>
          <a:stretch>
            <a:fillRect/>
          </a:stretch>
        </p:blipFill>
        <p:spPr>
          <a:xfrm>
            <a:off x="761999" y="914400"/>
            <a:ext cx="76200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3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880A-F7D6-8251-0CDC-F2C51F985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1BBBAC-F496-B08B-A136-CAB06DE1FB49}"/>
              </a:ext>
            </a:extLst>
          </p:cNvPr>
          <p:cNvSpPr txBox="1">
            <a:spLocks/>
          </p:cNvSpPr>
          <p:nvPr/>
        </p:nvSpPr>
        <p:spPr>
          <a:xfrm>
            <a:off x="390842" y="284230"/>
            <a:ext cx="8362315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/>
              <a:t>Padding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EB540-C9A2-8D4B-534E-84A74D53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" y="1047750"/>
            <a:ext cx="7620000" cy="362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6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1B550-ADC0-2F8D-3DD2-43D475EB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5185181-41BF-0129-F101-E886DCC1B752}"/>
              </a:ext>
            </a:extLst>
          </p:cNvPr>
          <p:cNvSpPr txBox="1">
            <a:spLocks/>
          </p:cNvSpPr>
          <p:nvPr/>
        </p:nvSpPr>
        <p:spPr>
          <a:xfrm>
            <a:off x="390842" y="284230"/>
            <a:ext cx="8362315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dirty="0"/>
              <a:t>Putting them all together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55092-7D80-B7E2-2CB9-2856CEF7B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50" y="1352550"/>
            <a:ext cx="8229600" cy="31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0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0841-8DE9-03A1-5176-041EC7A4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hlinkClick r:id="rId4"/>
            <a:extLst>
              <a:ext uri="{FF2B5EF4-FFF2-40B4-BE49-F238E27FC236}">
                <a16:creationId xmlns:a16="http://schemas.microsoft.com/office/drawing/2014/main" id="{6EB77930-E4FB-818E-45DF-B903F1634006}"/>
              </a:ext>
            </a:extLst>
          </p:cNvPr>
          <p:cNvSpPr txBox="1">
            <a:spLocks/>
          </p:cNvSpPr>
          <p:nvPr/>
        </p:nvSpPr>
        <p:spPr>
          <a:xfrm>
            <a:off x="390842" y="293236"/>
            <a:ext cx="8362315" cy="607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dirty="0"/>
              <a:t>Pooling (Max Pooling)</a:t>
            </a:r>
          </a:p>
          <a:p>
            <a:pPr algn="ctr"/>
            <a:r>
              <a:rPr lang="en-US" sz="1200" b="1" dirty="0">
                <a:solidFill>
                  <a:srgbClr val="0070C0"/>
                </a:solidFill>
              </a:rPr>
              <a:t>(click title to access the animation in web)</a:t>
            </a:r>
            <a:endParaRPr lang="en-US" dirty="0"/>
          </a:p>
        </p:txBody>
      </p:sp>
      <p:pic>
        <p:nvPicPr>
          <p:cNvPr id="7" name="maxpooling-copy_239a4290">
            <a:hlinkClick r:id="" action="ppaction://media"/>
            <a:extLst>
              <a:ext uri="{FF2B5EF4-FFF2-40B4-BE49-F238E27FC236}">
                <a16:creationId xmlns:a16="http://schemas.microsoft.com/office/drawing/2014/main" id="{B2677A81-EE0B-9266-A9F5-58813EB9E9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14286" b="3046"/>
          <a:stretch>
            <a:fillRect/>
          </a:stretch>
        </p:blipFill>
        <p:spPr>
          <a:xfrm>
            <a:off x="1371600" y="1123950"/>
            <a:ext cx="64008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2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CFCB7-CF96-3F69-B62E-5E3BD539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52550"/>
            <a:ext cx="7162800" cy="738664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https://poloclub.github.io/cnn-explainer/#article-convolution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7BB05-B2A6-EF6F-FB39-BDC1808BB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90550"/>
            <a:ext cx="7924800" cy="332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BAD26C-261A-65D0-7751-745D396C8025}"/>
              </a:ext>
            </a:extLst>
          </p:cNvPr>
          <p:cNvSpPr txBox="1"/>
          <p:nvPr/>
        </p:nvSpPr>
        <p:spPr>
          <a:xfrm>
            <a:off x="838200" y="2190750"/>
            <a:ext cx="762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Wang, Z. J., Turko, R., Shaikh, O., Park, H., Das, N., Hohman, F., ... &amp; Chau, D. H. P. (2020). CNN explainer: learning convolutional neural networks with interactive visualization.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1396-1406.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</TotalTime>
  <Words>277</Words>
  <Application>Microsoft Office PowerPoint</Application>
  <PresentationFormat>On-screen Show (16:9)</PresentationFormat>
  <Paragraphs>26</Paragraphs>
  <Slides>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Tahoma</vt:lpstr>
      <vt:lpstr>Wingdings</vt:lpstr>
      <vt:lpstr>Office Theme</vt:lpstr>
      <vt:lpstr>Introduction to CNN</vt:lpstr>
      <vt:lpstr>PowerPoint Presentation</vt:lpstr>
      <vt:lpstr>Step by Step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Image Classification with Linear Classifiers</dc:title>
  <dc:creator>MAHMUD</dc:creator>
  <cp:lastModifiedBy>Tanvir Ahmed</cp:lastModifiedBy>
  <cp:revision>49</cp:revision>
  <dcterms:created xsi:type="dcterms:W3CDTF">2026-01-16T14:01:30Z</dcterms:created>
  <dcterms:modified xsi:type="dcterms:W3CDTF">2026-03-03T15:41:17Z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LastSaved">
    <vt:filetime>2026-01-16T00:00:00Z</vt:filetime>
  </property>
</Properties>
</file>