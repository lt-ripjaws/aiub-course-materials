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358" r:id="rId2"/>
    <p:sldId id="359" r:id="rId3"/>
    <p:sldId id="360" r:id="rId4"/>
    <p:sldId id="361" r:id="rId5"/>
    <p:sldId id="362" r:id="rId6"/>
    <p:sldId id="363" r:id="rId7"/>
    <p:sldId id="364" r:id="rId8"/>
    <p:sldId id="365" r:id="rId9"/>
    <p:sldId id="366" r:id="rId10"/>
  </p:sldIdLst>
  <p:sldSz cx="9144000" cy="5143500" type="screen16x9"/>
  <p:notesSz cx="9144000" cy="51435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41" d="100"/>
          <a:sy n="141" d="100"/>
        </p:scale>
        <p:origin x="744" y="120"/>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nvir Ahmed" userId="5fa9bf89-1556-4927-a8e9-24c5d464f299" providerId="ADAL" clId="{6BF7E4AA-0B85-44E6-BF55-81938EF97278}"/>
    <pc:docChg chg="undo custSel addSld delSld modSld">
      <pc:chgData name="Tanvir Ahmed" userId="5fa9bf89-1556-4927-a8e9-24c5d464f299" providerId="ADAL" clId="{6BF7E4AA-0B85-44E6-BF55-81938EF97278}" dt="2026-02-14T15:12:15.735" v="15" actId="14100"/>
      <pc:docMkLst>
        <pc:docMk/>
      </pc:docMkLst>
      <pc:sldChg chg="modSp mod">
        <pc:chgData name="Tanvir Ahmed" userId="5fa9bf89-1556-4927-a8e9-24c5d464f299" providerId="ADAL" clId="{6BF7E4AA-0B85-44E6-BF55-81938EF97278}" dt="2026-02-14T15:08:44.980" v="0" actId="14100"/>
        <pc:sldMkLst>
          <pc:docMk/>
          <pc:sldMk cId="4129580438" sldId="363"/>
        </pc:sldMkLst>
        <pc:spChg chg="mod">
          <ac:chgData name="Tanvir Ahmed" userId="5fa9bf89-1556-4927-a8e9-24c5d464f299" providerId="ADAL" clId="{6BF7E4AA-0B85-44E6-BF55-81938EF97278}" dt="2026-02-14T15:08:44.980" v="0" actId="14100"/>
          <ac:spMkLst>
            <pc:docMk/>
            <pc:sldMk cId="4129580438" sldId="363"/>
            <ac:spMk id="3" creationId="{765A55CB-9C16-21E2-9445-548736C02607}"/>
          </ac:spMkLst>
        </pc:spChg>
      </pc:sldChg>
      <pc:sldChg chg="addSp delSp modSp add del mod">
        <pc:chgData name="Tanvir Ahmed" userId="5fa9bf89-1556-4927-a8e9-24c5d464f299" providerId="ADAL" clId="{6BF7E4AA-0B85-44E6-BF55-81938EF97278}" dt="2026-02-14T15:10:30.995" v="4"/>
        <pc:sldMkLst>
          <pc:docMk/>
          <pc:sldMk cId="4181891432" sldId="366"/>
        </pc:sldMkLst>
        <pc:picChg chg="add mod">
          <ac:chgData name="Tanvir Ahmed" userId="5fa9bf89-1556-4927-a8e9-24c5d464f299" providerId="ADAL" clId="{6BF7E4AA-0B85-44E6-BF55-81938EF97278}" dt="2026-02-14T15:10:30.995" v="4"/>
          <ac:picMkLst>
            <pc:docMk/>
            <pc:sldMk cId="4181891432" sldId="366"/>
            <ac:picMk id="8" creationId="{31A27FD4-95B2-4EEB-B3A0-0D209F225FE7}"/>
          </ac:picMkLst>
        </pc:picChg>
        <pc:picChg chg="del">
          <ac:chgData name="Tanvir Ahmed" userId="5fa9bf89-1556-4927-a8e9-24c5d464f299" providerId="ADAL" clId="{6BF7E4AA-0B85-44E6-BF55-81938EF97278}" dt="2026-02-14T15:10:30.253" v="3" actId="478"/>
          <ac:picMkLst>
            <pc:docMk/>
            <pc:sldMk cId="4181891432" sldId="366"/>
            <ac:picMk id="10" creationId="{0C045843-0061-6FC1-444B-91BA4FE59716}"/>
          </ac:picMkLst>
        </pc:picChg>
      </pc:sldChg>
      <pc:sldChg chg="modSp mod">
        <pc:chgData name="Tanvir Ahmed" userId="5fa9bf89-1556-4927-a8e9-24c5d464f299" providerId="ADAL" clId="{6BF7E4AA-0B85-44E6-BF55-81938EF97278}" dt="2026-02-14T15:12:15.735" v="15" actId="14100"/>
        <pc:sldMkLst>
          <pc:docMk/>
          <pc:sldMk cId="1816497055" sldId="368"/>
        </pc:sldMkLst>
        <pc:spChg chg="mod">
          <ac:chgData name="Tanvir Ahmed" userId="5fa9bf89-1556-4927-a8e9-24c5d464f299" providerId="ADAL" clId="{6BF7E4AA-0B85-44E6-BF55-81938EF97278}" dt="2026-02-14T15:12:15.735" v="15" actId="14100"/>
          <ac:spMkLst>
            <pc:docMk/>
            <pc:sldMk cId="1816497055" sldId="368"/>
            <ac:spMk id="2" creationId="{C95A95B3-A852-9392-1376-BE9FA44879E3}"/>
          </ac:spMkLst>
        </pc:spChg>
      </pc:sldChg>
    </pc:docChg>
  </pc:docChgLst>
  <pc:docChgLst>
    <pc:chgData name="Tanvir Ahmed" userId="5fa9bf89-1556-4927-a8e9-24c5d464f299" providerId="ADAL" clId="{AE83358B-5FE0-4F9E-9137-F39B1506DA04}"/>
    <pc:docChg chg="delSld">
      <pc:chgData name="Tanvir Ahmed" userId="5fa9bf89-1556-4927-a8e9-24c5d464f299" providerId="ADAL" clId="{AE83358B-5FE0-4F9E-9137-F39B1506DA04}" dt="2026-02-15T03:24:25.893" v="0" actId="2696"/>
      <pc:docMkLst>
        <pc:docMk/>
      </pc:docMkLst>
      <pc:sldChg chg="del">
        <pc:chgData name="Tanvir Ahmed" userId="5fa9bf89-1556-4927-a8e9-24c5d464f299" providerId="ADAL" clId="{AE83358B-5FE0-4F9E-9137-F39B1506DA04}" dt="2026-02-15T03:24:25.893" v="0" actId="2696"/>
        <pc:sldMkLst>
          <pc:docMk/>
          <pc:sldMk cId="4169074550" sldId="361"/>
        </pc:sldMkLst>
      </pc:sldChg>
    </pc:docChg>
  </pc:docChgLst>
  <pc:docChgLst>
    <pc:chgData name="Tanvir Ahmed" userId="5fa9bf89-1556-4927-a8e9-24c5d464f299" providerId="ADAL" clId="{D45BD149-4603-4004-B82E-2B8BDA57628C}"/>
    <pc:docChg chg="undo custSel addSld modSld">
      <pc:chgData name="Tanvir Ahmed" userId="5fa9bf89-1556-4927-a8e9-24c5d464f299" providerId="ADAL" clId="{D45BD149-4603-4004-B82E-2B8BDA57628C}" dt="2026-02-28T16:19:39.789" v="269"/>
      <pc:docMkLst>
        <pc:docMk/>
      </pc:docMkLst>
      <pc:sldChg chg="modSp">
        <pc:chgData name="Tanvir Ahmed" userId="5fa9bf89-1556-4927-a8e9-24c5d464f299" providerId="ADAL" clId="{D45BD149-4603-4004-B82E-2B8BDA57628C}" dt="2026-02-28T15:38:29.309" v="0" actId="20577"/>
        <pc:sldMkLst>
          <pc:docMk/>
          <pc:sldMk cId="3800238198" sldId="359"/>
        </pc:sldMkLst>
        <pc:spChg chg="mod">
          <ac:chgData name="Tanvir Ahmed" userId="5fa9bf89-1556-4927-a8e9-24c5d464f299" providerId="ADAL" clId="{D45BD149-4603-4004-B82E-2B8BDA57628C}" dt="2026-02-28T15:38:29.309" v="0" actId="20577"/>
          <ac:spMkLst>
            <pc:docMk/>
            <pc:sldMk cId="3800238198" sldId="359"/>
            <ac:spMk id="4" creationId="{BF37437B-6A77-158E-E660-604F68AA7F91}"/>
          </ac:spMkLst>
        </pc:spChg>
      </pc:sldChg>
      <pc:sldChg chg="modSp">
        <pc:chgData name="Tanvir Ahmed" userId="5fa9bf89-1556-4927-a8e9-24c5d464f299" providerId="ADAL" clId="{D45BD149-4603-4004-B82E-2B8BDA57628C}" dt="2026-02-28T16:19:33.281" v="268"/>
        <pc:sldMkLst>
          <pc:docMk/>
          <pc:sldMk cId="1326816220" sldId="361"/>
        </pc:sldMkLst>
        <pc:picChg chg="mod">
          <ac:chgData name="Tanvir Ahmed" userId="5fa9bf89-1556-4927-a8e9-24c5d464f299" providerId="ADAL" clId="{D45BD149-4603-4004-B82E-2B8BDA57628C}" dt="2026-02-28T16:19:33.281" v="268"/>
          <ac:picMkLst>
            <pc:docMk/>
            <pc:sldMk cId="1326816220" sldId="361"/>
            <ac:picMk id="1026" creationId="{54BD086B-F791-BEAD-6746-F094184963B6}"/>
          </ac:picMkLst>
        </pc:picChg>
      </pc:sldChg>
      <pc:sldChg chg="addSp delSp modSp new mod modAnim">
        <pc:chgData name="Tanvir Ahmed" userId="5fa9bf89-1556-4927-a8e9-24c5d464f299" providerId="ADAL" clId="{D45BD149-4603-4004-B82E-2B8BDA57628C}" dt="2026-02-28T15:59:18.187" v="123"/>
        <pc:sldMkLst>
          <pc:docMk/>
          <pc:sldMk cId="2796476653" sldId="363"/>
        </pc:sldMkLst>
        <pc:spChg chg="mod">
          <ac:chgData name="Tanvir Ahmed" userId="5fa9bf89-1556-4927-a8e9-24c5d464f299" providerId="ADAL" clId="{D45BD149-4603-4004-B82E-2B8BDA57628C}" dt="2026-02-28T15:48:55.050" v="27" actId="20577"/>
          <ac:spMkLst>
            <pc:docMk/>
            <pc:sldMk cId="2796476653" sldId="363"/>
            <ac:spMk id="2" creationId="{2517A1A8-2455-45B6-94E7-26A399D05A1D}"/>
          </ac:spMkLst>
        </pc:spChg>
        <pc:spChg chg="del">
          <ac:chgData name="Tanvir Ahmed" userId="5fa9bf89-1556-4927-a8e9-24c5d464f299" providerId="ADAL" clId="{D45BD149-4603-4004-B82E-2B8BDA57628C}" dt="2026-02-28T15:48:57.765" v="28" actId="478"/>
          <ac:spMkLst>
            <pc:docMk/>
            <pc:sldMk cId="2796476653" sldId="363"/>
            <ac:spMk id="3" creationId="{B5414DA4-C4ED-4D4B-9C4B-5612858B285D}"/>
          </ac:spMkLst>
        </pc:spChg>
        <pc:spChg chg="add mod">
          <ac:chgData name="Tanvir Ahmed" userId="5fa9bf89-1556-4927-a8e9-24c5d464f299" providerId="ADAL" clId="{D45BD149-4603-4004-B82E-2B8BDA57628C}" dt="2026-02-28T15:58:56.381" v="120" actId="20577"/>
          <ac:spMkLst>
            <pc:docMk/>
            <pc:sldMk cId="2796476653" sldId="363"/>
            <ac:spMk id="4" creationId="{3CEF8C83-6830-4B22-9669-FACAEBF34118}"/>
          </ac:spMkLst>
        </pc:spChg>
        <pc:spChg chg="add mod">
          <ac:chgData name="Tanvir Ahmed" userId="5fa9bf89-1556-4927-a8e9-24c5d464f299" providerId="ADAL" clId="{D45BD149-4603-4004-B82E-2B8BDA57628C}" dt="2026-02-28T15:58:20.053" v="96" actId="1076"/>
          <ac:spMkLst>
            <pc:docMk/>
            <pc:sldMk cId="2796476653" sldId="363"/>
            <ac:spMk id="5" creationId="{9A1E31DE-7473-41D5-B418-9D86B962C51F}"/>
          </ac:spMkLst>
        </pc:spChg>
        <pc:spChg chg="add mod">
          <ac:chgData name="Tanvir Ahmed" userId="5fa9bf89-1556-4927-a8e9-24c5d464f299" providerId="ADAL" clId="{D45BD149-4603-4004-B82E-2B8BDA57628C}" dt="2026-02-28T15:58:28.293" v="98" actId="113"/>
          <ac:spMkLst>
            <pc:docMk/>
            <pc:sldMk cId="2796476653" sldId="363"/>
            <ac:spMk id="8" creationId="{C588E534-B319-45A5-8047-8B505E940C8C}"/>
          </ac:spMkLst>
        </pc:spChg>
        <pc:spChg chg="add mod">
          <ac:chgData name="Tanvir Ahmed" userId="5fa9bf89-1556-4927-a8e9-24c5d464f299" providerId="ADAL" clId="{D45BD149-4603-4004-B82E-2B8BDA57628C}" dt="2026-02-28T15:58:35.269" v="102" actId="113"/>
          <ac:spMkLst>
            <pc:docMk/>
            <pc:sldMk cId="2796476653" sldId="363"/>
            <ac:spMk id="9" creationId="{F5D72AE7-4399-4CED-A903-CD06B8B8F66F}"/>
          </ac:spMkLst>
        </pc:spChg>
        <pc:picChg chg="add mod">
          <ac:chgData name="Tanvir Ahmed" userId="5fa9bf89-1556-4927-a8e9-24c5d464f299" providerId="ADAL" clId="{D45BD149-4603-4004-B82E-2B8BDA57628C}" dt="2026-02-28T15:56:24.979" v="53" actId="1076"/>
          <ac:picMkLst>
            <pc:docMk/>
            <pc:sldMk cId="2796476653" sldId="363"/>
            <ac:picMk id="7" creationId="{D68A14BC-B6B6-4191-ABFE-96C89177DDA0}"/>
          </ac:picMkLst>
        </pc:picChg>
        <pc:picChg chg="add del mod">
          <ac:chgData name="Tanvir Ahmed" userId="5fa9bf89-1556-4927-a8e9-24c5d464f299" providerId="ADAL" clId="{D45BD149-4603-4004-B82E-2B8BDA57628C}" dt="2026-02-28T15:57:43.795" v="91" actId="478"/>
          <ac:picMkLst>
            <pc:docMk/>
            <pc:sldMk cId="2796476653" sldId="363"/>
            <ac:picMk id="11" creationId="{85DB328A-8519-405F-BBDF-61B6B943C0F0}"/>
          </ac:picMkLst>
        </pc:picChg>
        <pc:picChg chg="add mod">
          <ac:chgData name="Tanvir Ahmed" userId="5fa9bf89-1556-4927-a8e9-24c5d464f299" providerId="ADAL" clId="{D45BD149-4603-4004-B82E-2B8BDA57628C}" dt="2026-02-28T15:58:16.020" v="94" actId="1076"/>
          <ac:picMkLst>
            <pc:docMk/>
            <pc:sldMk cId="2796476653" sldId="363"/>
            <ac:picMk id="13" creationId="{FB4ADF88-67C0-4EE8-B76E-1162418475CD}"/>
          </ac:picMkLst>
        </pc:picChg>
      </pc:sldChg>
      <pc:sldChg chg="addSp delSp modSp add mod">
        <pc:chgData name="Tanvir Ahmed" userId="5fa9bf89-1556-4927-a8e9-24c5d464f299" providerId="ADAL" clId="{D45BD149-4603-4004-B82E-2B8BDA57628C}" dt="2026-02-28T16:19:39.789" v="269"/>
        <pc:sldMkLst>
          <pc:docMk/>
          <pc:sldMk cId="2692865954" sldId="364"/>
        </pc:sldMkLst>
        <pc:spChg chg="del">
          <ac:chgData name="Tanvir Ahmed" userId="5fa9bf89-1556-4927-a8e9-24c5d464f299" providerId="ADAL" clId="{D45BD149-4603-4004-B82E-2B8BDA57628C}" dt="2026-02-28T16:01:22.718" v="163" actId="478"/>
          <ac:spMkLst>
            <pc:docMk/>
            <pc:sldMk cId="2692865954" sldId="364"/>
            <ac:spMk id="3" creationId="{EE40355D-9495-A27C-5B12-79D398EE580D}"/>
          </ac:spMkLst>
        </pc:spChg>
        <pc:spChg chg="add del mod">
          <ac:chgData name="Tanvir Ahmed" userId="5fa9bf89-1556-4927-a8e9-24c5d464f299" providerId="ADAL" clId="{D45BD149-4603-4004-B82E-2B8BDA57628C}" dt="2026-02-28T16:01:35.800" v="166" actId="478"/>
          <ac:spMkLst>
            <pc:docMk/>
            <pc:sldMk cId="2692865954" sldId="364"/>
            <ac:spMk id="4" creationId="{0A909075-482B-48C2-A19A-ED4670EB32CC}"/>
          </ac:spMkLst>
        </pc:spChg>
        <pc:spChg chg="mod">
          <ac:chgData name="Tanvir Ahmed" userId="5fa9bf89-1556-4927-a8e9-24c5d464f299" providerId="ADAL" clId="{D45BD149-4603-4004-B82E-2B8BDA57628C}" dt="2026-02-28T16:01:19.447" v="162" actId="20577"/>
          <ac:spMkLst>
            <pc:docMk/>
            <pc:sldMk cId="2692865954" sldId="364"/>
            <ac:spMk id="6" creationId="{F6561B5C-0779-94E5-646B-5240A5646DEC}"/>
          </ac:spMkLst>
        </pc:spChg>
        <pc:spChg chg="mod">
          <ac:chgData name="Tanvir Ahmed" userId="5fa9bf89-1556-4927-a8e9-24c5d464f299" providerId="ADAL" clId="{D45BD149-4603-4004-B82E-2B8BDA57628C}" dt="2026-02-28T16:01:40.975" v="176" actId="1035"/>
          <ac:spMkLst>
            <pc:docMk/>
            <pc:sldMk cId="2692865954" sldId="364"/>
            <ac:spMk id="8" creationId="{8BCCA0DF-A039-D3AA-611C-F823A2555E9E}"/>
          </ac:spMkLst>
        </pc:spChg>
        <pc:picChg chg="add del mod">
          <ac:chgData name="Tanvir Ahmed" userId="5fa9bf89-1556-4927-a8e9-24c5d464f299" providerId="ADAL" clId="{D45BD149-4603-4004-B82E-2B8BDA57628C}" dt="2026-02-28T16:19:39.789" v="269"/>
          <ac:picMkLst>
            <pc:docMk/>
            <pc:sldMk cId="2692865954" sldId="364"/>
            <ac:picMk id="1026" creationId="{54BD086B-F791-BEAD-6746-F094184963B6}"/>
          </ac:picMkLst>
        </pc:picChg>
        <pc:cxnChg chg="mod">
          <ac:chgData name="Tanvir Ahmed" userId="5fa9bf89-1556-4927-a8e9-24c5d464f299" providerId="ADAL" clId="{D45BD149-4603-4004-B82E-2B8BDA57628C}" dt="2026-02-28T16:01:40.975" v="176" actId="1035"/>
          <ac:cxnSpMkLst>
            <pc:docMk/>
            <pc:sldMk cId="2692865954" sldId="364"/>
            <ac:cxnSpMk id="7" creationId="{A275CBFE-4CDF-8F7C-447A-4DBA7C9A7ED9}"/>
          </ac:cxnSpMkLst>
        </pc:cxnChg>
      </pc:sldChg>
      <pc:sldChg chg="addSp delSp modSp new mod modAnim">
        <pc:chgData name="Tanvir Ahmed" userId="5fa9bf89-1556-4927-a8e9-24c5d464f299" providerId="ADAL" clId="{D45BD149-4603-4004-B82E-2B8BDA57628C}" dt="2026-02-28T16:10:14.838" v="221"/>
        <pc:sldMkLst>
          <pc:docMk/>
          <pc:sldMk cId="3976522579" sldId="365"/>
        </pc:sldMkLst>
        <pc:spChg chg="mod">
          <ac:chgData name="Tanvir Ahmed" userId="5fa9bf89-1556-4927-a8e9-24c5d464f299" providerId="ADAL" clId="{D45BD149-4603-4004-B82E-2B8BDA57628C}" dt="2026-02-28T16:07:20.566" v="200" actId="122"/>
          <ac:spMkLst>
            <pc:docMk/>
            <pc:sldMk cId="3976522579" sldId="365"/>
            <ac:spMk id="2" creationId="{5F6B59CE-E0CC-42E1-8686-61F3D2F9AD5D}"/>
          </ac:spMkLst>
        </pc:spChg>
        <pc:spChg chg="del">
          <ac:chgData name="Tanvir Ahmed" userId="5fa9bf89-1556-4927-a8e9-24c5d464f299" providerId="ADAL" clId="{D45BD149-4603-4004-B82E-2B8BDA57628C}" dt="2026-02-28T16:08:01.190" v="201" actId="478"/>
          <ac:spMkLst>
            <pc:docMk/>
            <pc:sldMk cId="3976522579" sldId="365"/>
            <ac:spMk id="3" creationId="{7BADD801-C203-4283-BA91-93D5D704ED2D}"/>
          </ac:spMkLst>
        </pc:spChg>
        <pc:spChg chg="add mod">
          <ac:chgData name="Tanvir Ahmed" userId="5fa9bf89-1556-4927-a8e9-24c5d464f299" providerId="ADAL" clId="{D45BD149-4603-4004-B82E-2B8BDA57628C}" dt="2026-02-28T16:10:01.050" v="219" actId="14100"/>
          <ac:spMkLst>
            <pc:docMk/>
            <pc:sldMk cId="3976522579" sldId="365"/>
            <ac:spMk id="8" creationId="{32158999-7304-4F5A-AC8F-509D00AA82AA}"/>
          </ac:spMkLst>
        </pc:spChg>
        <pc:picChg chg="add mod">
          <ac:chgData name="Tanvir Ahmed" userId="5fa9bf89-1556-4927-a8e9-24c5d464f299" providerId="ADAL" clId="{D45BD149-4603-4004-B82E-2B8BDA57628C}" dt="2026-02-28T16:08:35.727" v="210" actId="1076"/>
          <ac:picMkLst>
            <pc:docMk/>
            <pc:sldMk cId="3976522579" sldId="365"/>
            <ac:picMk id="5" creationId="{61594019-F4BD-4609-A68D-93E235540B12}"/>
          </ac:picMkLst>
        </pc:picChg>
        <pc:picChg chg="add mod">
          <ac:chgData name="Tanvir Ahmed" userId="5fa9bf89-1556-4927-a8e9-24c5d464f299" providerId="ADAL" clId="{D45BD149-4603-4004-B82E-2B8BDA57628C}" dt="2026-02-28T16:08:41.687" v="212" actId="1076"/>
          <ac:picMkLst>
            <pc:docMk/>
            <pc:sldMk cId="3976522579" sldId="365"/>
            <ac:picMk id="7" creationId="{ED593B73-AF1D-4674-8E5A-B51FE6C70ABE}"/>
          </ac:picMkLst>
        </pc:picChg>
      </pc:sldChg>
      <pc:sldChg chg="addSp delSp modSp new mod modAnim">
        <pc:chgData name="Tanvir Ahmed" userId="5fa9bf89-1556-4927-a8e9-24c5d464f299" providerId="ADAL" clId="{D45BD149-4603-4004-B82E-2B8BDA57628C}" dt="2026-02-28T16:16:27.205" v="267"/>
        <pc:sldMkLst>
          <pc:docMk/>
          <pc:sldMk cId="1215508130" sldId="366"/>
        </pc:sldMkLst>
        <pc:spChg chg="mod">
          <ac:chgData name="Tanvir Ahmed" userId="5fa9bf89-1556-4927-a8e9-24c5d464f299" providerId="ADAL" clId="{D45BD149-4603-4004-B82E-2B8BDA57628C}" dt="2026-02-28T16:13:45.252" v="249" actId="20577"/>
          <ac:spMkLst>
            <pc:docMk/>
            <pc:sldMk cId="1215508130" sldId="366"/>
            <ac:spMk id="2" creationId="{190BC450-55A0-4FF6-A5BB-EE8CEA50E2AB}"/>
          </ac:spMkLst>
        </pc:spChg>
        <pc:spChg chg="del">
          <ac:chgData name="Tanvir Ahmed" userId="5fa9bf89-1556-4927-a8e9-24c5d464f299" providerId="ADAL" clId="{D45BD149-4603-4004-B82E-2B8BDA57628C}" dt="2026-02-28T16:13:47.628" v="250" actId="478"/>
          <ac:spMkLst>
            <pc:docMk/>
            <pc:sldMk cId="1215508130" sldId="366"/>
            <ac:spMk id="3" creationId="{B2B38B7F-8040-400D-A33E-5AC62DC25DC3}"/>
          </ac:spMkLst>
        </pc:spChg>
        <pc:spChg chg="add mod">
          <ac:chgData name="Tanvir Ahmed" userId="5fa9bf89-1556-4927-a8e9-24c5d464f299" providerId="ADAL" clId="{D45BD149-4603-4004-B82E-2B8BDA57628C}" dt="2026-02-28T16:16:18.551" v="265" actId="123"/>
          <ac:spMkLst>
            <pc:docMk/>
            <pc:sldMk cId="1215508130" sldId="366"/>
            <ac:spMk id="8" creationId="{1DA3C091-E57D-46E0-BA79-2FCF0802A0F6}"/>
          </ac:spMkLst>
        </pc:spChg>
        <pc:picChg chg="add mod">
          <ac:chgData name="Tanvir Ahmed" userId="5fa9bf89-1556-4927-a8e9-24c5d464f299" providerId="ADAL" clId="{D45BD149-4603-4004-B82E-2B8BDA57628C}" dt="2026-02-28T16:14:10.957" v="253" actId="1076"/>
          <ac:picMkLst>
            <pc:docMk/>
            <pc:sldMk cId="1215508130" sldId="366"/>
            <ac:picMk id="5" creationId="{4E6D6DCA-1FB5-46FA-BD0F-D08137D6DF51}"/>
          </ac:picMkLst>
        </pc:picChg>
        <pc:picChg chg="add mod">
          <ac:chgData name="Tanvir Ahmed" userId="5fa9bf89-1556-4927-a8e9-24c5d464f299" providerId="ADAL" clId="{D45BD149-4603-4004-B82E-2B8BDA57628C}" dt="2026-02-28T16:14:54.534" v="260" actId="1076"/>
          <ac:picMkLst>
            <pc:docMk/>
            <pc:sldMk cId="1215508130" sldId="366"/>
            <ac:picMk id="7" creationId="{2A3ECF65-3A94-4613-BED6-DD66F7070B81}"/>
          </ac:picMkLst>
        </pc:picChg>
      </pc:sldChg>
    </pc:docChg>
  </pc:docChgLst>
  <pc:docChgLst>
    <pc:chgData name="Tanvir Ahmed" userId="5fa9bf89-1556-4927-a8e9-24c5d464f299" providerId="ADAL" clId="{A7618E8A-B491-488C-8024-BBCB5C8E399F}"/>
    <pc:docChg chg="custSel delSld modMainMaster">
      <pc:chgData name="Tanvir Ahmed" userId="5fa9bf89-1556-4927-a8e9-24c5d464f299" providerId="ADAL" clId="{A7618E8A-B491-488C-8024-BBCB5C8E399F}" dt="2026-01-16T16:34:26.706" v="7" actId="2696"/>
      <pc:docMkLst>
        <pc:docMk/>
      </pc:docMkLst>
      <pc:sldMasterChg chg="delSp mod modSldLayout">
        <pc:chgData name="Tanvir Ahmed" userId="5fa9bf89-1556-4927-a8e9-24c5d464f299" providerId="ADAL" clId="{A7618E8A-B491-488C-8024-BBCB5C8E399F}" dt="2026-01-16T16:34:11.007" v="4" actId="478"/>
        <pc:sldMasterMkLst>
          <pc:docMk/>
          <pc:sldMasterMk cId="0" sldId="2147483648"/>
        </pc:sldMasterMkLst>
        <pc:sldLayoutChg chg="delSp mod">
          <pc:chgData name="Tanvir Ahmed" userId="5fa9bf89-1556-4927-a8e9-24c5d464f299" providerId="ADAL" clId="{A7618E8A-B491-488C-8024-BBCB5C8E399F}" dt="2026-01-16T16:34:11.007" v="4" actId="478"/>
          <pc:sldLayoutMkLst>
            <pc:docMk/>
            <pc:sldMasterMk cId="0" sldId="2147483648"/>
            <pc:sldLayoutMk cId="0" sldId="2147483661"/>
          </pc:sldLayoutMkLst>
        </pc:sldLayoutChg>
      </pc:sldMasterChg>
    </pc:docChg>
  </pc:docChgLst>
  <pc:docChgLst>
    <pc:chgData name="Tanvir Ahmed" userId="5fa9bf89-1556-4927-a8e9-24c5d464f299" providerId="ADAL" clId="{1AA4345A-BCE0-4C06-BB87-746FC5FA3BB4}"/>
    <pc:docChg chg="undo custSel addSld delSld modSld sldOrd">
      <pc:chgData name="Tanvir Ahmed" userId="5fa9bf89-1556-4927-a8e9-24c5d464f299" providerId="ADAL" clId="{1AA4345A-BCE0-4C06-BB87-746FC5FA3BB4}" dt="2026-02-14T13:50:17.348" v="1638" actId="20577"/>
      <pc:docMkLst>
        <pc:docMk/>
      </pc:docMkLst>
      <pc:sldChg chg="addSp delSp modSp mod ord">
        <pc:chgData name="Tanvir Ahmed" userId="5fa9bf89-1556-4927-a8e9-24c5d464f299" providerId="ADAL" clId="{1AA4345A-BCE0-4C06-BB87-746FC5FA3BB4}" dt="2026-02-10T03:38:35.407" v="1003" actId="1076"/>
        <pc:sldMkLst>
          <pc:docMk/>
          <pc:sldMk cId="0" sldId="261"/>
        </pc:sldMkLst>
        <pc:spChg chg="mod">
          <ac:chgData name="Tanvir Ahmed" userId="5fa9bf89-1556-4927-a8e9-24c5d464f299" providerId="ADAL" clId="{1AA4345A-BCE0-4C06-BB87-746FC5FA3BB4}" dt="2026-02-10T03:35:21.187" v="963" actId="20577"/>
          <ac:spMkLst>
            <pc:docMk/>
            <pc:sldMk cId="0" sldId="261"/>
            <ac:spMk id="2" creationId="{00000000-0000-0000-0000-000000000000}"/>
          </ac:spMkLst>
        </pc:spChg>
        <pc:spChg chg="add del mod">
          <ac:chgData name="Tanvir Ahmed" userId="5fa9bf89-1556-4927-a8e9-24c5d464f299" providerId="ADAL" clId="{1AA4345A-BCE0-4C06-BB87-746FC5FA3BB4}" dt="2026-02-10T03:37:31.720" v="992" actId="1076"/>
          <ac:spMkLst>
            <pc:docMk/>
            <pc:sldMk cId="0" sldId="261"/>
            <ac:spMk id="11" creationId="{1AE058A1-76B5-6130-21A5-0DEF9B047C28}"/>
          </ac:spMkLst>
        </pc:spChg>
        <pc:spChg chg="add mod">
          <ac:chgData name="Tanvir Ahmed" userId="5fa9bf89-1556-4927-a8e9-24c5d464f299" providerId="ADAL" clId="{1AA4345A-BCE0-4C06-BB87-746FC5FA3BB4}" dt="2026-02-10T03:38:15.193" v="998"/>
          <ac:spMkLst>
            <pc:docMk/>
            <pc:sldMk cId="0" sldId="261"/>
            <ac:spMk id="13" creationId="{8BBD4AF8-B0AD-1A91-EB35-86A638A9AFAC}"/>
          </ac:spMkLst>
        </pc:spChg>
        <pc:picChg chg="add mod">
          <ac:chgData name="Tanvir Ahmed" userId="5fa9bf89-1556-4927-a8e9-24c5d464f299" providerId="ADAL" clId="{1AA4345A-BCE0-4C06-BB87-746FC5FA3BB4}" dt="2026-02-10T03:38:35.407" v="1003" actId="1076"/>
          <ac:picMkLst>
            <pc:docMk/>
            <pc:sldMk cId="0" sldId="261"/>
            <ac:picMk id="3078" creationId="{38D775BC-A50D-DC73-2D40-5A7D9449DDEC}"/>
          </ac:picMkLst>
        </pc:picChg>
      </pc:sldChg>
      <pc:sldChg chg="modSp add mod">
        <pc:chgData name="Tanvir Ahmed" userId="5fa9bf89-1556-4927-a8e9-24c5d464f299" providerId="ADAL" clId="{1AA4345A-BCE0-4C06-BB87-746FC5FA3BB4}" dt="2026-02-14T13:50:17.348" v="1638" actId="20577"/>
        <pc:sldMkLst>
          <pc:docMk/>
          <pc:sldMk cId="700707328" sldId="358"/>
        </pc:sldMkLst>
        <pc:spChg chg="mod">
          <ac:chgData name="Tanvir Ahmed" userId="5fa9bf89-1556-4927-a8e9-24c5d464f299" providerId="ADAL" clId="{1AA4345A-BCE0-4C06-BB87-746FC5FA3BB4}" dt="2026-02-10T03:28:38.703" v="859" actId="20577"/>
          <ac:spMkLst>
            <pc:docMk/>
            <pc:sldMk cId="700707328" sldId="358"/>
            <ac:spMk id="2" creationId="{00000000-0000-0000-0000-000000000000}"/>
          </ac:spMkLst>
        </pc:spChg>
        <pc:graphicFrameChg chg="modGraphic">
          <ac:chgData name="Tanvir Ahmed" userId="5fa9bf89-1556-4927-a8e9-24c5d464f299" providerId="ADAL" clId="{1AA4345A-BCE0-4C06-BB87-746FC5FA3BB4}" dt="2026-02-14T13:50:17.348" v="1638" actId="20577"/>
          <ac:graphicFrameMkLst>
            <pc:docMk/>
            <pc:sldMk cId="700707328" sldId="358"/>
            <ac:graphicFrameMk id="7" creationId="{29FF08AD-7519-4C4A-8E0D-640DF5BB5E58}"/>
          </ac:graphicFrameMkLst>
        </pc:graphicFrameChg>
      </pc:sldChg>
      <pc:sldChg chg="addSp delSp modSp new mod ord setBg">
        <pc:chgData name="Tanvir Ahmed" userId="5fa9bf89-1556-4927-a8e9-24c5d464f299" providerId="ADAL" clId="{1AA4345A-BCE0-4C06-BB87-746FC5FA3BB4}" dt="2026-02-10T03:29:40.755" v="878" actId="20577"/>
        <pc:sldMkLst>
          <pc:docMk/>
          <pc:sldMk cId="3800238198" sldId="359"/>
        </pc:sldMkLst>
        <pc:spChg chg="mod">
          <ac:chgData name="Tanvir Ahmed" userId="5fa9bf89-1556-4927-a8e9-24c5d464f299" providerId="ADAL" clId="{1AA4345A-BCE0-4C06-BB87-746FC5FA3BB4}" dt="2026-02-10T03:28:55.172" v="874" actId="20577"/>
          <ac:spMkLst>
            <pc:docMk/>
            <pc:sldMk cId="3800238198" sldId="359"/>
            <ac:spMk id="2" creationId="{82A430E8-3E7A-CB7C-5DC2-514CB7062ECD}"/>
          </ac:spMkLst>
        </pc:spChg>
        <pc:spChg chg="mod">
          <ac:chgData name="Tanvir Ahmed" userId="5fa9bf89-1556-4927-a8e9-24c5d464f299" providerId="ADAL" clId="{1AA4345A-BCE0-4C06-BB87-746FC5FA3BB4}" dt="2026-02-10T03:29:40.755" v="878" actId="20577"/>
          <ac:spMkLst>
            <pc:docMk/>
            <pc:sldMk cId="3800238198" sldId="359"/>
            <ac:spMk id="3" creationId="{F10B1AC6-BF2C-D8BC-2591-78A5D400289C}"/>
          </ac:spMkLst>
        </pc:spChg>
        <pc:spChg chg="add">
          <ac:chgData name="Tanvir Ahmed" userId="5fa9bf89-1556-4927-a8e9-24c5d464f299" providerId="ADAL" clId="{1AA4345A-BCE0-4C06-BB87-746FC5FA3BB4}" dt="2026-01-31T14:03:00.066" v="313" actId="26606"/>
          <ac:spMkLst>
            <pc:docMk/>
            <pc:sldMk cId="3800238198" sldId="359"/>
            <ac:spMk id="10" creationId="{1A95671B-3CC6-4792-9114-B74FAEA224E6}"/>
          </ac:spMkLst>
        </pc:spChg>
        <pc:picChg chg="add mod">
          <ac:chgData name="Tanvir Ahmed" userId="5fa9bf89-1556-4927-a8e9-24c5d464f299" providerId="ADAL" clId="{1AA4345A-BCE0-4C06-BB87-746FC5FA3BB4}" dt="2026-02-10T03:29:10.827" v="877" actId="1076"/>
          <ac:picMkLst>
            <pc:docMk/>
            <pc:sldMk cId="3800238198" sldId="359"/>
            <ac:picMk id="1026" creationId="{BCA504B1-40C4-6C68-A78E-43C03AE56758}"/>
          </ac:picMkLst>
        </pc:picChg>
      </pc:sldChg>
      <pc:sldChg chg="addSp delSp modSp add mod">
        <pc:chgData name="Tanvir Ahmed" userId="5fa9bf89-1556-4927-a8e9-24c5d464f299" providerId="ADAL" clId="{1AA4345A-BCE0-4C06-BB87-746FC5FA3BB4}" dt="2026-02-10T03:33:39.286" v="933" actId="14100"/>
        <pc:sldMkLst>
          <pc:docMk/>
          <pc:sldMk cId="966005880" sldId="360"/>
        </pc:sldMkLst>
        <pc:spChg chg="mod">
          <ac:chgData name="Tanvir Ahmed" userId="5fa9bf89-1556-4927-a8e9-24c5d464f299" providerId="ADAL" clId="{1AA4345A-BCE0-4C06-BB87-746FC5FA3BB4}" dt="2026-02-10T03:30:27.440" v="916" actId="20577"/>
          <ac:spMkLst>
            <pc:docMk/>
            <pc:sldMk cId="966005880" sldId="360"/>
            <ac:spMk id="2" creationId="{6C4A02F0-DC00-9856-F4E6-F4EF20C3517B}"/>
          </ac:spMkLst>
        </pc:spChg>
        <pc:spChg chg="add mod">
          <ac:chgData name="Tanvir Ahmed" userId="5fa9bf89-1556-4927-a8e9-24c5d464f299" providerId="ADAL" clId="{1AA4345A-BCE0-4C06-BB87-746FC5FA3BB4}" dt="2026-02-10T03:33:39.286" v="933" actId="14100"/>
          <ac:spMkLst>
            <pc:docMk/>
            <pc:sldMk cId="966005880" sldId="360"/>
            <ac:spMk id="8" creationId="{DB0F0F50-3A0E-4CC6-5572-B85EED9578F2}"/>
          </ac:spMkLst>
        </pc:spChg>
        <pc:picChg chg="add mod">
          <ac:chgData name="Tanvir Ahmed" userId="5fa9bf89-1556-4927-a8e9-24c5d464f299" providerId="ADAL" clId="{1AA4345A-BCE0-4C06-BB87-746FC5FA3BB4}" dt="2026-02-10T03:30:35.786" v="918" actId="1076"/>
          <ac:picMkLst>
            <pc:docMk/>
            <pc:sldMk cId="966005880" sldId="360"/>
            <ac:picMk id="2050" creationId="{1B323400-F018-59F4-7FED-B970DA6F9FB0}"/>
          </ac:picMkLst>
        </pc:picChg>
      </pc:sldChg>
      <pc:sldChg chg="new del">
        <pc:chgData name="Tanvir Ahmed" userId="5fa9bf89-1556-4927-a8e9-24c5d464f299" providerId="ADAL" clId="{1AA4345A-BCE0-4C06-BB87-746FC5FA3BB4}" dt="2026-02-14T12:23:09.460" v="1008" actId="2696"/>
        <pc:sldMkLst>
          <pc:docMk/>
          <pc:sldMk cId="1893456690" sldId="362"/>
        </pc:sldMkLst>
      </pc:sldChg>
      <pc:sldChg chg="addSp delSp modSp add mod">
        <pc:chgData name="Tanvir Ahmed" userId="5fa9bf89-1556-4927-a8e9-24c5d464f299" providerId="ADAL" clId="{1AA4345A-BCE0-4C06-BB87-746FC5FA3BB4}" dt="2026-02-14T12:26:54.063" v="1060" actId="1076"/>
        <pc:sldMkLst>
          <pc:docMk/>
          <pc:sldMk cId="4129580438" sldId="363"/>
        </pc:sldMkLst>
        <pc:spChg chg="mod">
          <ac:chgData name="Tanvir Ahmed" userId="5fa9bf89-1556-4927-a8e9-24c5d464f299" providerId="ADAL" clId="{1AA4345A-BCE0-4C06-BB87-746FC5FA3BB4}" dt="2026-02-14T12:25:36.250" v="1037" actId="20577"/>
          <ac:spMkLst>
            <pc:docMk/>
            <pc:sldMk cId="4129580438" sldId="363"/>
            <ac:spMk id="2" creationId="{939182AF-F35B-34CF-606E-3DF51DD58ED6}"/>
          </ac:spMkLst>
        </pc:spChg>
        <pc:spChg chg="add mod">
          <ac:chgData name="Tanvir Ahmed" userId="5fa9bf89-1556-4927-a8e9-24c5d464f299" providerId="ADAL" clId="{1AA4345A-BCE0-4C06-BB87-746FC5FA3BB4}" dt="2026-02-14T12:26:54.063" v="1060" actId="1076"/>
          <ac:spMkLst>
            <pc:docMk/>
            <pc:sldMk cId="4129580438" sldId="363"/>
            <ac:spMk id="3" creationId="{765A55CB-9C16-21E2-9445-548736C02607}"/>
          </ac:spMkLst>
        </pc:spChg>
        <pc:spChg chg="del">
          <ac:chgData name="Tanvir Ahmed" userId="5fa9bf89-1556-4927-a8e9-24c5d464f299" providerId="ADAL" clId="{1AA4345A-BCE0-4C06-BB87-746FC5FA3BB4}" dt="2026-02-14T12:23:20.527" v="1009" actId="478"/>
          <ac:spMkLst>
            <pc:docMk/>
            <pc:sldMk cId="4129580438" sldId="363"/>
            <ac:spMk id="11" creationId="{5C493215-0809-F702-91CC-3BEEB29EB66A}"/>
          </ac:spMkLst>
        </pc:spChg>
        <pc:spChg chg="del">
          <ac:chgData name="Tanvir Ahmed" userId="5fa9bf89-1556-4927-a8e9-24c5d464f299" providerId="ADAL" clId="{1AA4345A-BCE0-4C06-BB87-746FC5FA3BB4}" dt="2026-02-14T12:23:24.231" v="1010" actId="478"/>
          <ac:spMkLst>
            <pc:docMk/>
            <pc:sldMk cId="4129580438" sldId="363"/>
            <ac:spMk id="13" creationId="{DF657B71-4833-49E1-2667-A7B9465A9BDE}"/>
          </ac:spMkLst>
        </pc:spChg>
        <pc:picChg chg="del">
          <ac:chgData name="Tanvir Ahmed" userId="5fa9bf89-1556-4927-a8e9-24c5d464f299" providerId="ADAL" clId="{1AA4345A-BCE0-4C06-BB87-746FC5FA3BB4}" dt="2026-02-14T12:23:26.130" v="1011" actId="478"/>
          <ac:picMkLst>
            <pc:docMk/>
            <pc:sldMk cId="4129580438" sldId="363"/>
            <ac:picMk id="3078" creationId="{AAD7A1C4-67EC-940E-54AD-5D2321533AFE}"/>
          </ac:picMkLst>
        </pc:picChg>
      </pc:sldChg>
      <pc:sldChg chg="addSp modSp add mod">
        <pc:chgData name="Tanvir Ahmed" userId="5fa9bf89-1556-4927-a8e9-24c5d464f299" providerId="ADAL" clId="{1AA4345A-BCE0-4C06-BB87-746FC5FA3BB4}" dt="2026-02-14T12:28:50.433" v="1102" actId="14100"/>
        <pc:sldMkLst>
          <pc:docMk/>
          <pc:sldMk cId="3527023480" sldId="364"/>
        </pc:sldMkLst>
        <pc:spChg chg="mod">
          <ac:chgData name="Tanvir Ahmed" userId="5fa9bf89-1556-4927-a8e9-24c5d464f299" providerId="ADAL" clId="{1AA4345A-BCE0-4C06-BB87-746FC5FA3BB4}" dt="2026-02-14T12:28:50.433" v="1102" actId="14100"/>
          <ac:spMkLst>
            <pc:docMk/>
            <pc:sldMk cId="3527023480" sldId="364"/>
            <ac:spMk id="3" creationId="{144F5DE9-B10A-B36B-9DC1-63C0EAD150AE}"/>
          </ac:spMkLst>
        </pc:spChg>
        <pc:spChg chg="add mod">
          <ac:chgData name="Tanvir Ahmed" userId="5fa9bf89-1556-4927-a8e9-24c5d464f299" providerId="ADAL" clId="{1AA4345A-BCE0-4C06-BB87-746FC5FA3BB4}" dt="2026-02-14T12:28:14.221" v="1100" actId="14100"/>
          <ac:spMkLst>
            <pc:docMk/>
            <pc:sldMk cId="3527023480" sldId="364"/>
            <ac:spMk id="8" creationId="{1A991CE0-EBD5-4360-DBEA-54B169DC711A}"/>
          </ac:spMkLst>
        </pc:spChg>
        <pc:picChg chg="add mod">
          <ac:chgData name="Tanvir Ahmed" userId="5fa9bf89-1556-4927-a8e9-24c5d464f299" providerId="ADAL" clId="{1AA4345A-BCE0-4C06-BB87-746FC5FA3BB4}" dt="2026-02-14T12:28:21.165" v="1101" actId="1076"/>
          <ac:picMkLst>
            <pc:docMk/>
            <pc:sldMk cId="3527023480" sldId="364"/>
            <ac:picMk id="1026" creationId="{9DFE853A-83F4-D702-C065-2ED8C7DE8378}"/>
          </ac:picMkLst>
        </pc:picChg>
      </pc:sldChg>
      <pc:sldChg chg="addSp delSp modSp add mod">
        <pc:chgData name="Tanvir Ahmed" userId="5fa9bf89-1556-4927-a8e9-24c5d464f299" providerId="ADAL" clId="{1AA4345A-BCE0-4C06-BB87-746FC5FA3BB4}" dt="2026-02-14T12:31:22.475" v="1135" actId="14100"/>
        <pc:sldMkLst>
          <pc:docMk/>
          <pc:sldMk cId="683921950" sldId="365"/>
        </pc:sldMkLst>
        <pc:spChg chg="add mod">
          <ac:chgData name="Tanvir Ahmed" userId="5fa9bf89-1556-4927-a8e9-24c5d464f299" providerId="ADAL" clId="{1AA4345A-BCE0-4C06-BB87-746FC5FA3BB4}" dt="2026-02-14T12:31:22.475" v="1135" actId="14100"/>
          <ac:spMkLst>
            <pc:docMk/>
            <pc:sldMk cId="683921950" sldId="365"/>
            <ac:spMk id="13" creationId="{FF1ED52D-D444-6319-ECA2-006CF1EA0499}"/>
          </ac:spMkLst>
        </pc:spChg>
        <pc:picChg chg="add del mod">
          <ac:chgData name="Tanvir Ahmed" userId="5fa9bf89-1556-4927-a8e9-24c5d464f299" providerId="ADAL" clId="{1AA4345A-BCE0-4C06-BB87-746FC5FA3BB4}" dt="2026-02-14T12:30:03.538" v="1111" actId="478"/>
          <ac:picMkLst>
            <pc:docMk/>
            <pc:sldMk cId="683921950" sldId="365"/>
            <ac:picMk id="10" creationId="{8D12B294-68DC-3044-B7C0-F735E8179D19}"/>
          </ac:picMkLst>
        </pc:picChg>
        <pc:picChg chg="add mod">
          <ac:chgData name="Tanvir Ahmed" userId="5fa9bf89-1556-4927-a8e9-24c5d464f299" providerId="ADAL" clId="{1AA4345A-BCE0-4C06-BB87-746FC5FA3BB4}" dt="2026-02-14T12:30:51.450" v="1117" actId="1076"/>
          <ac:picMkLst>
            <pc:docMk/>
            <pc:sldMk cId="683921950" sldId="365"/>
            <ac:picMk id="12" creationId="{3B7438BE-F926-F09D-D06D-61C939AAE596}"/>
          </ac:picMkLst>
        </pc:picChg>
      </pc:sldChg>
      <pc:sldChg chg="addSp delSp modSp add mod">
        <pc:chgData name="Tanvir Ahmed" userId="5fa9bf89-1556-4927-a8e9-24c5d464f299" providerId="ADAL" clId="{1AA4345A-BCE0-4C06-BB87-746FC5FA3BB4}" dt="2026-02-14T12:34:57.780" v="1182" actId="1076"/>
        <pc:sldMkLst>
          <pc:docMk/>
          <pc:sldMk cId="4181891432" sldId="366"/>
        </pc:sldMkLst>
        <pc:spChg chg="mod">
          <ac:chgData name="Tanvir Ahmed" userId="5fa9bf89-1556-4927-a8e9-24c5d464f299" providerId="ADAL" clId="{1AA4345A-BCE0-4C06-BB87-746FC5FA3BB4}" dt="2026-02-14T12:34:17.139" v="1174" actId="20577"/>
          <ac:spMkLst>
            <pc:docMk/>
            <pc:sldMk cId="4181891432" sldId="366"/>
            <ac:spMk id="2" creationId="{B360FBDE-AC8B-E764-029B-B443FDA0A69E}"/>
          </ac:spMkLst>
        </pc:spChg>
        <pc:spChg chg="del">
          <ac:chgData name="Tanvir Ahmed" userId="5fa9bf89-1556-4927-a8e9-24c5d464f299" providerId="ADAL" clId="{1AA4345A-BCE0-4C06-BB87-746FC5FA3BB4}" dt="2026-02-14T12:34:21.965" v="1176" actId="478"/>
          <ac:spMkLst>
            <pc:docMk/>
            <pc:sldMk cId="4181891432" sldId="366"/>
            <ac:spMk id="3" creationId="{9817EBE5-05F8-0508-51BA-32C4164E8811}"/>
          </ac:spMkLst>
        </pc:spChg>
        <pc:spChg chg="del">
          <ac:chgData name="Tanvir Ahmed" userId="5fa9bf89-1556-4927-a8e9-24c5d464f299" providerId="ADAL" clId="{1AA4345A-BCE0-4C06-BB87-746FC5FA3BB4}" dt="2026-02-14T12:34:26.209" v="1178" actId="478"/>
          <ac:spMkLst>
            <pc:docMk/>
            <pc:sldMk cId="4181891432" sldId="366"/>
            <ac:spMk id="8" creationId="{B4519187-FE17-679E-8430-2FEA1287CB9B}"/>
          </ac:spMkLst>
        </pc:spChg>
        <pc:spChg chg="del">
          <ac:chgData name="Tanvir Ahmed" userId="5fa9bf89-1556-4927-a8e9-24c5d464f299" providerId="ADAL" clId="{1AA4345A-BCE0-4C06-BB87-746FC5FA3BB4}" dt="2026-02-14T12:34:28.723" v="1179" actId="478"/>
          <ac:spMkLst>
            <pc:docMk/>
            <pc:sldMk cId="4181891432" sldId="366"/>
            <ac:spMk id="13" creationId="{6F8C7ABE-E8EC-1BF9-6917-B3F55CA30859}"/>
          </ac:spMkLst>
        </pc:spChg>
        <pc:picChg chg="add mod">
          <ac:chgData name="Tanvir Ahmed" userId="5fa9bf89-1556-4927-a8e9-24c5d464f299" providerId="ADAL" clId="{1AA4345A-BCE0-4C06-BB87-746FC5FA3BB4}" dt="2026-02-14T12:34:57.780" v="1182" actId="1076"/>
          <ac:picMkLst>
            <pc:docMk/>
            <pc:sldMk cId="4181891432" sldId="366"/>
            <ac:picMk id="10" creationId="{0C045843-0061-6FC1-444B-91BA4FE59716}"/>
          </ac:picMkLst>
        </pc:picChg>
        <pc:picChg chg="del">
          <ac:chgData name="Tanvir Ahmed" userId="5fa9bf89-1556-4927-a8e9-24c5d464f299" providerId="ADAL" clId="{1AA4345A-BCE0-4C06-BB87-746FC5FA3BB4}" dt="2026-02-14T12:34:19.387" v="1175" actId="478"/>
          <ac:picMkLst>
            <pc:docMk/>
            <pc:sldMk cId="4181891432" sldId="366"/>
            <ac:picMk id="12" creationId="{2E1FB433-756A-343E-A639-E7023CCC3D97}"/>
          </ac:picMkLst>
        </pc:picChg>
        <pc:picChg chg="del">
          <ac:chgData name="Tanvir Ahmed" userId="5fa9bf89-1556-4927-a8e9-24c5d464f299" providerId="ADAL" clId="{1AA4345A-BCE0-4C06-BB87-746FC5FA3BB4}" dt="2026-02-14T12:34:23.663" v="1177" actId="478"/>
          <ac:picMkLst>
            <pc:docMk/>
            <pc:sldMk cId="4181891432" sldId="366"/>
            <ac:picMk id="1026" creationId="{908DADC2-4782-FD2F-DEC8-F789E79438E6}"/>
          </ac:picMkLst>
        </pc:picChg>
      </pc:sldChg>
      <pc:sldChg chg="addSp modSp add mod">
        <pc:chgData name="Tanvir Ahmed" userId="5fa9bf89-1556-4927-a8e9-24c5d464f299" providerId="ADAL" clId="{1AA4345A-BCE0-4C06-BB87-746FC5FA3BB4}" dt="2026-02-14T12:39:06.206" v="1235" actId="14100"/>
        <pc:sldMkLst>
          <pc:docMk/>
          <pc:sldMk cId="1499060287" sldId="367"/>
        </pc:sldMkLst>
        <pc:spChg chg="add mod">
          <ac:chgData name="Tanvir Ahmed" userId="5fa9bf89-1556-4927-a8e9-24c5d464f299" providerId="ADAL" clId="{1AA4345A-BCE0-4C06-BB87-746FC5FA3BB4}" dt="2026-02-14T12:39:06.206" v="1235" actId="14100"/>
          <ac:spMkLst>
            <pc:docMk/>
            <pc:sldMk cId="1499060287" sldId="367"/>
            <ac:spMk id="3" creationId="{19E76742-45B3-BBEF-E2D4-7378F4F7F3B2}"/>
          </ac:spMkLst>
        </pc:spChg>
        <pc:picChg chg="mod">
          <ac:chgData name="Tanvir Ahmed" userId="5fa9bf89-1556-4927-a8e9-24c5d464f299" providerId="ADAL" clId="{1AA4345A-BCE0-4C06-BB87-746FC5FA3BB4}" dt="2026-02-14T12:35:33.278" v="1187" actId="1076"/>
          <ac:picMkLst>
            <pc:docMk/>
            <pc:sldMk cId="1499060287" sldId="367"/>
            <ac:picMk id="10" creationId="{2B8BB787-E912-5E35-B9D7-1E9488F13C00}"/>
          </ac:picMkLst>
        </pc:picChg>
        <pc:picChg chg="add mod">
          <ac:chgData name="Tanvir Ahmed" userId="5fa9bf89-1556-4927-a8e9-24c5d464f299" providerId="ADAL" clId="{1AA4345A-BCE0-4C06-BB87-746FC5FA3BB4}" dt="2026-02-14T12:38:37.538" v="1195" actId="1076"/>
          <ac:picMkLst>
            <pc:docMk/>
            <pc:sldMk cId="1499060287" sldId="367"/>
            <ac:picMk id="2050" creationId="{C2164D98-0303-8A55-58F0-EA261A5AEC6B}"/>
          </ac:picMkLst>
        </pc:picChg>
      </pc:sldChg>
      <pc:sldChg chg="addSp delSp modSp add mod">
        <pc:chgData name="Tanvir Ahmed" userId="5fa9bf89-1556-4927-a8e9-24c5d464f299" providerId="ADAL" clId="{1AA4345A-BCE0-4C06-BB87-746FC5FA3BB4}" dt="2026-02-14T12:50:13.322" v="1455" actId="2711"/>
        <pc:sldMkLst>
          <pc:docMk/>
          <pc:sldMk cId="1816497055" sldId="368"/>
        </pc:sldMkLst>
        <pc:spChg chg="mod">
          <ac:chgData name="Tanvir Ahmed" userId="5fa9bf89-1556-4927-a8e9-24c5d464f299" providerId="ADAL" clId="{1AA4345A-BCE0-4C06-BB87-746FC5FA3BB4}" dt="2026-02-14T12:45:45.100" v="1333" actId="20577"/>
          <ac:spMkLst>
            <pc:docMk/>
            <pc:sldMk cId="1816497055" sldId="368"/>
            <ac:spMk id="2" creationId="{C95A95B3-A852-9392-1376-BE9FA44879E3}"/>
          </ac:spMkLst>
        </pc:spChg>
        <pc:spChg chg="del">
          <ac:chgData name="Tanvir Ahmed" userId="5fa9bf89-1556-4927-a8e9-24c5d464f299" providerId="ADAL" clId="{1AA4345A-BCE0-4C06-BB87-746FC5FA3BB4}" dt="2026-02-14T12:39:44.735" v="1274" actId="478"/>
          <ac:spMkLst>
            <pc:docMk/>
            <pc:sldMk cId="1816497055" sldId="368"/>
            <ac:spMk id="3" creationId="{B976ADCF-1FC4-5500-3429-123EF063B684}"/>
          </ac:spMkLst>
        </pc:spChg>
        <pc:spChg chg="add mod">
          <ac:chgData name="Tanvir Ahmed" userId="5fa9bf89-1556-4927-a8e9-24c5d464f299" providerId="ADAL" clId="{1AA4345A-BCE0-4C06-BB87-746FC5FA3BB4}" dt="2026-02-14T12:50:13.322" v="1455" actId="2711"/>
          <ac:spMkLst>
            <pc:docMk/>
            <pc:sldMk cId="1816497055" sldId="368"/>
            <ac:spMk id="8" creationId="{D50522B3-CFFF-BA76-B907-74B04CCBFE84}"/>
          </ac:spMkLst>
        </pc:spChg>
        <pc:picChg chg="del">
          <ac:chgData name="Tanvir Ahmed" userId="5fa9bf89-1556-4927-a8e9-24c5d464f299" providerId="ADAL" clId="{1AA4345A-BCE0-4C06-BB87-746FC5FA3BB4}" dt="2026-02-14T12:39:39.673" v="1272" actId="478"/>
          <ac:picMkLst>
            <pc:docMk/>
            <pc:sldMk cId="1816497055" sldId="368"/>
            <ac:picMk id="10" creationId="{616ECCD6-3010-351A-5E8D-B6D92DD52763}"/>
          </ac:picMkLst>
        </pc:picChg>
        <pc:picChg chg="del">
          <ac:chgData name="Tanvir Ahmed" userId="5fa9bf89-1556-4927-a8e9-24c5d464f299" providerId="ADAL" clId="{1AA4345A-BCE0-4C06-BB87-746FC5FA3BB4}" dt="2026-02-14T12:39:41.481" v="1273" actId="478"/>
          <ac:picMkLst>
            <pc:docMk/>
            <pc:sldMk cId="1816497055" sldId="368"/>
            <ac:picMk id="2050" creationId="{C7E2BD84-74CA-B777-9BBE-C886906C38DC}"/>
          </ac:picMkLst>
        </pc:picChg>
      </pc:sldChg>
      <pc:sldChg chg="addSp modSp add mod">
        <pc:chgData name="Tanvir Ahmed" userId="5fa9bf89-1556-4927-a8e9-24c5d464f299" providerId="ADAL" clId="{1AA4345A-BCE0-4C06-BB87-746FC5FA3BB4}" dt="2026-02-14T13:18:30.284" v="1507" actId="113"/>
        <pc:sldMkLst>
          <pc:docMk/>
          <pc:sldMk cId="2485842275" sldId="369"/>
        </pc:sldMkLst>
        <pc:spChg chg="add">
          <ac:chgData name="Tanvir Ahmed" userId="5fa9bf89-1556-4927-a8e9-24c5d464f299" providerId="ADAL" clId="{1AA4345A-BCE0-4C06-BB87-746FC5FA3BB4}" dt="2026-02-14T13:17:30.859" v="1491"/>
          <ac:spMkLst>
            <pc:docMk/>
            <pc:sldMk cId="2485842275" sldId="369"/>
            <ac:spMk id="3" creationId="{66FFDC9F-7984-3C0F-7980-0F5CEDBDE8C7}"/>
          </ac:spMkLst>
        </pc:spChg>
        <pc:spChg chg="mod">
          <ac:chgData name="Tanvir Ahmed" userId="5fa9bf89-1556-4927-a8e9-24c5d464f299" providerId="ADAL" clId="{1AA4345A-BCE0-4C06-BB87-746FC5FA3BB4}" dt="2026-02-14T13:18:30.284" v="1507" actId="113"/>
          <ac:spMkLst>
            <pc:docMk/>
            <pc:sldMk cId="2485842275" sldId="369"/>
            <ac:spMk id="8" creationId="{0C3500C3-FDA8-5A01-1B69-D2A24DBAFED7}"/>
          </ac:spMkLst>
        </pc:spChg>
        <pc:spChg chg="add">
          <ac:chgData name="Tanvir Ahmed" userId="5fa9bf89-1556-4927-a8e9-24c5d464f299" providerId="ADAL" clId="{1AA4345A-BCE0-4C06-BB87-746FC5FA3BB4}" dt="2026-02-14T13:17:33.893" v="1492"/>
          <ac:spMkLst>
            <pc:docMk/>
            <pc:sldMk cId="2485842275" sldId="369"/>
            <ac:spMk id="9" creationId="{2756F771-0DAC-7A99-450F-2AABEC933893}"/>
          </ac:spMkLst>
        </pc:spChg>
      </pc:sldChg>
      <pc:sldChg chg="new del">
        <pc:chgData name="Tanvir Ahmed" userId="5fa9bf89-1556-4927-a8e9-24c5d464f299" providerId="ADAL" clId="{1AA4345A-BCE0-4C06-BB87-746FC5FA3BB4}" dt="2026-02-14T12:51:16.751" v="1457" actId="680"/>
        <pc:sldMkLst>
          <pc:docMk/>
          <pc:sldMk cId="2488872275" sldId="369"/>
        </pc:sldMkLst>
      </pc:sldChg>
      <pc:sldChg chg="modSp add mod">
        <pc:chgData name="Tanvir Ahmed" userId="5fa9bf89-1556-4927-a8e9-24c5d464f299" providerId="ADAL" clId="{1AA4345A-BCE0-4C06-BB87-746FC5FA3BB4}" dt="2026-02-14T13:25:31.529" v="1582" actId="255"/>
        <pc:sldMkLst>
          <pc:docMk/>
          <pc:sldMk cId="3271435006" sldId="370"/>
        </pc:sldMkLst>
        <pc:spChg chg="mod">
          <ac:chgData name="Tanvir Ahmed" userId="5fa9bf89-1556-4927-a8e9-24c5d464f299" providerId="ADAL" clId="{1AA4345A-BCE0-4C06-BB87-746FC5FA3BB4}" dt="2026-02-14T13:25:31.529" v="1582" actId="255"/>
          <ac:spMkLst>
            <pc:docMk/>
            <pc:sldMk cId="3271435006" sldId="370"/>
            <ac:spMk id="8" creationId="{3DD1608B-F623-4716-615B-6BCF7D269421}"/>
          </ac:spMkLst>
        </pc:spChg>
      </pc:sldChg>
      <pc:sldChg chg="addSp delSp modSp add mod">
        <pc:chgData name="Tanvir Ahmed" userId="5fa9bf89-1556-4927-a8e9-24c5d464f299" providerId="ADAL" clId="{1AA4345A-BCE0-4C06-BB87-746FC5FA3BB4}" dt="2026-02-14T13:38:48.681" v="1636" actId="1036"/>
        <pc:sldMkLst>
          <pc:docMk/>
          <pc:sldMk cId="307395688" sldId="371"/>
        </pc:sldMkLst>
        <pc:spChg chg="mod">
          <ac:chgData name="Tanvir Ahmed" userId="5fa9bf89-1556-4927-a8e9-24c5d464f299" providerId="ADAL" clId="{1AA4345A-BCE0-4C06-BB87-746FC5FA3BB4}" dt="2026-02-14T13:25:59.944" v="1624" actId="20577"/>
          <ac:spMkLst>
            <pc:docMk/>
            <pc:sldMk cId="307395688" sldId="371"/>
            <ac:spMk id="2" creationId="{1B5DD3AB-AE9D-C55A-E191-4F1E3596B2C6}"/>
          </ac:spMkLst>
        </pc:spChg>
        <pc:spChg chg="del mod">
          <ac:chgData name="Tanvir Ahmed" userId="5fa9bf89-1556-4927-a8e9-24c5d464f299" providerId="ADAL" clId="{1AA4345A-BCE0-4C06-BB87-746FC5FA3BB4}" dt="2026-02-14T13:38:42.251" v="1634"/>
          <ac:spMkLst>
            <pc:docMk/>
            <pc:sldMk cId="307395688" sldId="371"/>
            <ac:spMk id="8" creationId="{E3B30DBD-9F9C-24B0-6022-69FA6AE80696}"/>
          </ac:spMkLst>
        </pc:spChg>
        <pc:picChg chg="add mod">
          <ac:chgData name="Tanvir Ahmed" userId="5fa9bf89-1556-4927-a8e9-24c5d464f299" providerId="ADAL" clId="{1AA4345A-BCE0-4C06-BB87-746FC5FA3BB4}" dt="2026-02-14T13:38:48.681" v="1636" actId="1036"/>
          <ac:picMkLst>
            <pc:docMk/>
            <pc:sldMk cId="307395688" sldId="371"/>
            <ac:picMk id="9" creationId="{9D91AFEB-C9BB-1891-943E-35E0209196A7}"/>
          </ac:picMkLst>
        </pc:pic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pic>
        <p:nvPicPr>
          <p:cNvPr id="18" name="bg object 18"/>
          <p:cNvPicPr/>
          <p:nvPr/>
        </p:nvPicPr>
        <p:blipFill>
          <a:blip r:embed="rId2" cstate="print"/>
          <a:stretch>
            <a:fillRect/>
          </a:stretch>
        </p:blipFill>
        <p:spPr>
          <a:xfrm>
            <a:off x="2009775" y="723900"/>
            <a:ext cx="5124450" cy="3419475"/>
          </a:xfrm>
          <a:prstGeom prst="rect">
            <a:avLst/>
          </a:prstGeom>
        </p:spPr>
      </p:pic>
      <p:sp>
        <p:nvSpPr>
          <p:cNvPr id="19" name="bg object 19"/>
          <p:cNvSpPr/>
          <p:nvPr/>
        </p:nvSpPr>
        <p:spPr>
          <a:xfrm>
            <a:off x="4100576" y="623951"/>
            <a:ext cx="951865" cy="2238375"/>
          </a:xfrm>
          <a:custGeom>
            <a:avLst/>
            <a:gdLst/>
            <a:ahLst/>
            <a:cxnLst/>
            <a:rect l="l" t="t" r="r" b="b"/>
            <a:pathLst>
              <a:path w="951864" h="2238375">
                <a:moveTo>
                  <a:pt x="0" y="0"/>
                </a:moveTo>
                <a:lnTo>
                  <a:pt x="49392" y="30001"/>
                </a:lnTo>
                <a:lnTo>
                  <a:pt x="116722" y="65391"/>
                </a:lnTo>
                <a:lnTo>
                  <a:pt x="155755" y="85117"/>
                </a:lnTo>
                <a:lnTo>
                  <a:pt x="197644" y="106202"/>
                </a:lnTo>
                <a:lnTo>
                  <a:pt x="241844" y="128651"/>
                </a:lnTo>
                <a:lnTo>
                  <a:pt x="287814" y="152467"/>
                </a:lnTo>
                <a:lnTo>
                  <a:pt x="335010" y="177653"/>
                </a:lnTo>
                <a:lnTo>
                  <a:pt x="382889" y="204216"/>
                </a:lnTo>
                <a:lnTo>
                  <a:pt x="430907" y="232157"/>
                </a:lnTo>
                <a:lnTo>
                  <a:pt x="478523" y="261481"/>
                </a:lnTo>
                <a:lnTo>
                  <a:pt x="525193" y="292193"/>
                </a:lnTo>
                <a:lnTo>
                  <a:pt x="570374" y="324296"/>
                </a:lnTo>
                <a:lnTo>
                  <a:pt x="613523" y="357794"/>
                </a:lnTo>
                <a:lnTo>
                  <a:pt x="654096" y="392692"/>
                </a:lnTo>
                <a:lnTo>
                  <a:pt x="691552" y="428992"/>
                </a:lnTo>
                <a:lnTo>
                  <a:pt x="725346" y="466700"/>
                </a:lnTo>
                <a:lnTo>
                  <a:pt x="754936" y="505819"/>
                </a:lnTo>
                <a:lnTo>
                  <a:pt x="779779" y="546353"/>
                </a:lnTo>
                <a:lnTo>
                  <a:pt x="798813" y="583729"/>
                </a:lnTo>
                <a:lnTo>
                  <a:pt x="817099" y="623918"/>
                </a:lnTo>
                <a:lnTo>
                  <a:pt x="834560" y="666657"/>
                </a:lnTo>
                <a:lnTo>
                  <a:pt x="851119" y="711681"/>
                </a:lnTo>
                <a:lnTo>
                  <a:pt x="866698" y="758727"/>
                </a:lnTo>
                <a:lnTo>
                  <a:pt x="881220" y="807529"/>
                </a:lnTo>
                <a:lnTo>
                  <a:pt x="894606" y="857824"/>
                </a:lnTo>
                <a:lnTo>
                  <a:pt x="906780" y="909347"/>
                </a:lnTo>
                <a:lnTo>
                  <a:pt x="917664" y="961833"/>
                </a:lnTo>
                <a:lnTo>
                  <a:pt x="927180" y="1015020"/>
                </a:lnTo>
                <a:lnTo>
                  <a:pt x="935251" y="1068642"/>
                </a:lnTo>
                <a:lnTo>
                  <a:pt x="941799" y="1122435"/>
                </a:lnTo>
                <a:lnTo>
                  <a:pt x="946747" y="1176134"/>
                </a:lnTo>
                <a:lnTo>
                  <a:pt x="950017" y="1229476"/>
                </a:lnTo>
                <a:lnTo>
                  <a:pt x="951532" y="1282196"/>
                </a:lnTo>
                <a:lnTo>
                  <a:pt x="951215" y="1334030"/>
                </a:lnTo>
                <a:lnTo>
                  <a:pt x="948987" y="1384714"/>
                </a:lnTo>
                <a:lnTo>
                  <a:pt x="944771" y="1433983"/>
                </a:lnTo>
                <a:lnTo>
                  <a:pt x="938489" y="1481573"/>
                </a:lnTo>
                <a:lnTo>
                  <a:pt x="930065" y="1527219"/>
                </a:lnTo>
                <a:lnTo>
                  <a:pt x="919420" y="1570658"/>
                </a:lnTo>
                <a:lnTo>
                  <a:pt x="906477" y="1611626"/>
                </a:lnTo>
                <a:lnTo>
                  <a:pt x="891159" y="1649857"/>
                </a:lnTo>
                <a:lnTo>
                  <a:pt x="871047" y="1687844"/>
                </a:lnTo>
                <a:lnTo>
                  <a:pt x="845594" y="1724899"/>
                </a:lnTo>
                <a:lnTo>
                  <a:pt x="815321" y="1761000"/>
                </a:lnTo>
                <a:lnTo>
                  <a:pt x="780752" y="1796129"/>
                </a:lnTo>
                <a:lnTo>
                  <a:pt x="742408" y="1830263"/>
                </a:lnTo>
                <a:lnTo>
                  <a:pt x="700813" y="1863382"/>
                </a:lnTo>
                <a:lnTo>
                  <a:pt x="656490" y="1895465"/>
                </a:lnTo>
                <a:lnTo>
                  <a:pt x="609960" y="1926492"/>
                </a:lnTo>
                <a:lnTo>
                  <a:pt x="561746" y="1956443"/>
                </a:lnTo>
                <a:lnTo>
                  <a:pt x="512372" y="1985295"/>
                </a:lnTo>
                <a:lnTo>
                  <a:pt x="462359" y="2013029"/>
                </a:lnTo>
                <a:lnTo>
                  <a:pt x="412230" y="2039624"/>
                </a:lnTo>
                <a:lnTo>
                  <a:pt x="362509" y="2065059"/>
                </a:lnTo>
                <a:lnTo>
                  <a:pt x="313717" y="2089314"/>
                </a:lnTo>
                <a:lnTo>
                  <a:pt x="266377" y="2112367"/>
                </a:lnTo>
                <a:lnTo>
                  <a:pt x="221011" y="2134199"/>
                </a:lnTo>
                <a:lnTo>
                  <a:pt x="178144" y="2154789"/>
                </a:lnTo>
                <a:lnTo>
                  <a:pt x="138296" y="2174115"/>
                </a:lnTo>
                <a:lnTo>
                  <a:pt x="101991" y="2192157"/>
                </a:lnTo>
                <a:lnTo>
                  <a:pt x="69751" y="2208895"/>
                </a:lnTo>
                <a:lnTo>
                  <a:pt x="42099" y="2224308"/>
                </a:lnTo>
                <a:lnTo>
                  <a:pt x="19558" y="2238375"/>
                </a:lnTo>
              </a:path>
            </a:pathLst>
          </a:custGeom>
          <a:ln w="28575">
            <a:solidFill>
              <a:srgbClr val="000000"/>
            </a:solidFill>
          </a:ln>
        </p:spPr>
        <p:txBody>
          <a:bodyPr wrap="square" lIns="0" tIns="0" rIns="0" bIns="0" rtlCol="0"/>
          <a:lstStyle/>
          <a:p>
            <a:endParaRPr/>
          </a:p>
        </p:txBody>
      </p:sp>
      <p:sp>
        <p:nvSpPr>
          <p:cNvPr id="20" name="bg object 20"/>
          <p:cNvSpPr/>
          <p:nvPr/>
        </p:nvSpPr>
        <p:spPr>
          <a:xfrm>
            <a:off x="1494409" y="1944623"/>
            <a:ext cx="1370965" cy="1442085"/>
          </a:xfrm>
          <a:custGeom>
            <a:avLst/>
            <a:gdLst/>
            <a:ahLst/>
            <a:cxnLst/>
            <a:rect l="l" t="t" r="r" b="b"/>
            <a:pathLst>
              <a:path w="1370964" h="1442085">
                <a:moveTo>
                  <a:pt x="1008253" y="976249"/>
                </a:moveTo>
                <a:lnTo>
                  <a:pt x="1000531" y="968883"/>
                </a:lnTo>
                <a:lnTo>
                  <a:pt x="938911" y="910082"/>
                </a:lnTo>
                <a:lnTo>
                  <a:pt x="930529" y="937361"/>
                </a:lnTo>
                <a:lnTo>
                  <a:pt x="171958" y="703961"/>
                </a:lnTo>
                <a:lnTo>
                  <a:pt x="163436" y="731266"/>
                </a:lnTo>
                <a:lnTo>
                  <a:pt x="922147" y="964666"/>
                </a:lnTo>
                <a:lnTo>
                  <a:pt x="913765" y="991997"/>
                </a:lnTo>
                <a:lnTo>
                  <a:pt x="1008253" y="976249"/>
                </a:lnTo>
                <a:close/>
              </a:path>
              <a:path w="1370964" h="1442085">
                <a:moveTo>
                  <a:pt x="1030605" y="1437640"/>
                </a:moveTo>
                <a:lnTo>
                  <a:pt x="1017473" y="1421765"/>
                </a:lnTo>
                <a:lnTo>
                  <a:pt x="969518" y="1363726"/>
                </a:lnTo>
                <a:lnTo>
                  <a:pt x="957961" y="1389824"/>
                </a:lnTo>
                <a:lnTo>
                  <a:pt x="11557" y="971296"/>
                </a:lnTo>
                <a:lnTo>
                  <a:pt x="0" y="997331"/>
                </a:lnTo>
                <a:lnTo>
                  <a:pt x="946391" y="1415986"/>
                </a:lnTo>
                <a:lnTo>
                  <a:pt x="934847" y="1442085"/>
                </a:lnTo>
                <a:lnTo>
                  <a:pt x="1030605" y="1437640"/>
                </a:lnTo>
                <a:close/>
              </a:path>
              <a:path w="1370964" h="1442085">
                <a:moveTo>
                  <a:pt x="1370838" y="22352"/>
                </a:moveTo>
                <a:lnTo>
                  <a:pt x="1277620" y="0"/>
                </a:lnTo>
                <a:lnTo>
                  <a:pt x="1284071" y="27736"/>
                </a:lnTo>
                <a:lnTo>
                  <a:pt x="40640" y="317119"/>
                </a:lnTo>
                <a:lnTo>
                  <a:pt x="47117" y="344932"/>
                </a:lnTo>
                <a:lnTo>
                  <a:pt x="1290574" y="55676"/>
                </a:lnTo>
                <a:lnTo>
                  <a:pt x="1297051" y="83439"/>
                </a:lnTo>
                <a:lnTo>
                  <a:pt x="1368221" y="24511"/>
                </a:lnTo>
                <a:lnTo>
                  <a:pt x="1370838" y="22352"/>
                </a:lnTo>
                <a:close/>
              </a:path>
            </a:pathLst>
          </a:custGeom>
          <a:solidFill>
            <a:srgbClr val="000000"/>
          </a:solidFill>
        </p:spPr>
        <p:txBody>
          <a:bodyPr wrap="square" lIns="0" tIns="0" rIns="0" bIns="0" rtlCol="0"/>
          <a:lstStyle/>
          <a:p>
            <a:endParaRPr/>
          </a:p>
        </p:txBody>
      </p:sp>
      <p:sp>
        <p:nvSpPr>
          <p:cNvPr id="2" name="Holder 2"/>
          <p:cNvSpPr>
            <a:spLocks noGrp="1"/>
          </p:cNvSpPr>
          <p:nvPr>
            <p:ph type="ctrTitle"/>
          </p:nvPr>
        </p:nvSpPr>
        <p:spPr>
          <a:xfrm>
            <a:off x="2322576" y="179387"/>
            <a:ext cx="2036445" cy="391795"/>
          </a:xfrm>
          <a:prstGeom prst="rect">
            <a:avLst/>
          </a:prstGeom>
        </p:spPr>
        <p:txBody>
          <a:bodyPr wrap="square" lIns="0" tIns="0" rIns="0" bIns="0">
            <a:spAutoFit/>
          </a:bodyPr>
          <a:lstStyle>
            <a:lvl1pPr>
              <a:defRPr sz="2750" b="0" i="0">
                <a:solidFill>
                  <a:schemeClr val="tx1"/>
                </a:solidFill>
                <a:latin typeface="Tahoma"/>
                <a:cs typeface="Tahoma"/>
              </a:defRPr>
            </a:lvl1pPr>
          </a:lstStyle>
          <a:p>
            <a:endParaRPr/>
          </a:p>
        </p:txBody>
      </p:sp>
      <p:sp>
        <p:nvSpPr>
          <p:cNvPr id="3" name="Holder 3"/>
          <p:cNvSpPr>
            <a:spLocks noGrp="1"/>
          </p:cNvSpPr>
          <p:nvPr>
            <p:ph type="subTitle" idx="4"/>
          </p:nvPr>
        </p:nvSpPr>
        <p:spPr>
          <a:xfrm>
            <a:off x="1371600" y="2880360"/>
            <a:ext cx="6400800" cy="1285875"/>
          </a:xfrm>
          <a:prstGeom prst="rect">
            <a:avLst/>
          </a:prstGeom>
        </p:spPr>
        <p:txBody>
          <a:bodyPr wrap="square" lIns="0" tIns="0" rIns="0" bIns="0">
            <a:spAutoFit/>
          </a:bodyPr>
          <a:lstStyle>
            <a:lvl1pPr>
              <a:defRPr sz="2400" b="0" i="0">
                <a:solidFill>
                  <a:schemeClr val="hlink"/>
                </a:solidFill>
                <a:latin typeface="Tahoma"/>
                <a:cs typeface="Tahoma"/>
              </a:defRPr>
            </a:lvl1pPr>
          </a:lstStyle>
          <a:p>
            <a:endParaRPr/>
          </a:p>
        </p:txBody>
      </p:sp>
      <p:sp>
        <p:nvSpPr>
          <p:cNvPr id="5" name="Holder 5"/>
          <p:cNvSpPr>
            <a:spLocks noGrp="1"/>
          </p:cNvSpPr>
          <p:nvPr>
            <p:ph type="dt" sz="half" idx="6"/>
          </p:nvPr>
        </p:nvSpPr>
        <p:spPr/>
        <p:txBody>
          <a:bodyPr lIns="0" tIns="0" rIns="0" bIns="0"/>
          <a:lstStyle>
            <a:lvl1pPr>
              <a:defRPr sz="1800" b="0" i="0">
                <a:solidFill>
                  <a:schemeClr val="bg1"/>
                </a:solidFill>
                <a:latin typeface="Tahoma"/>
                <a:cs typeface="Tahoma"/>
              </a:defRPr>
            </a:lvl1pPr>
          </a:lstStyle>
          <a:p>
            <a:pPr marL="12700">
              <a:lnSpc>
                <a:spcPct val="100000"/>
              </a:lnSpc>
              <a:spcBef>
                <a:spcPts val="70"/>
              </a:spcBef>
            </a:pPr>
            <a:r>
              <a:rPr spc="-10" dirty="0"/>
              <a:t>April</a:t>
            </a:r>
            <a:r>
              <a:rPr spc="-229" dirty="0"/>
              <a:t> </a:t>
            </a:r>
            <a:r>
              <a:rPr spc="-105" dirty="0"/>
              <a:t>3,</a:t>
            </a:r>
            <a:r>
              <a:rPr spc="-170" dirty="0"/>
              <a:t> </a:t>
            </a:r>
            <a:r>
              <a:rPr spc="-75" dirty="0"/>
              <a:t>2025</a:t>
            </a:r>
          </a:p>
        </p:txBody>
      </p:sp>
      <p:sp>
        <p:nvSpPr>
          <p:cNvPr id="6" name="Holder 6"/>
          <p:cNvSpPr>
            <a:spLocks noGrp="1"/>
          </p:cNvSpPr>
          <p:nvPr>
            <p:ph type="sldNum" sz="quarter" idx="7"/>
          </p:nvPr>
        </p:nvSpPr>
        <p:spPr/>
        <p:txBody>
          <a:bodyPr lIns="0" tIns="0" rIns="0" bIns="0"/>
          <a:lstStyle>
            <a:lvl1pPr>
              <a:defRPr sz="1800" b="0" i="0">
                <a:solidFill>
                  <a:schemeClr val="bg1"/>
                </a:solidFill>
                <a:latin typeface="Tahoma"/>
                <a:cs typeface="Tahoma"/>
              </a:defRPr>
            </a:lvl1pPr>
          </a:lstStyle>
          <a:p>
            <a:pPr marL="1198245">
              <a:lnSpc>
                <a:spcPct val="100000"/>
              </a:lnSpc>
              <a:spcBef>
                <a:spcPts val="70"/>
              </a:spcBef>
            </a:pPr>
            <a:fld id="{81D60167-4931-47E6-BA6A-407CBD079E47}" type="slidenum">
              <a:rPr spc="-25" dirty="0"/>
              <a:t>‹#›</a:t>
            </a:fld>
            <a:endParaRPr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750" b="0" i="0">
                <a:solidFill>
                  <a:schemeClr val="tx1"/>
                </a:solidFill>
                <a:latin typeface="Tahoma"/>
                <a:cs typeface="Tahoma"/>
              </a:defRPr>
            </a:lvl1pPr>
          </a:lstStyle>
          <a:p>
            <a:endParaRPr/>
          </a:p>
        </p:txBody>
      </p:sp>
      <p:sp>
        <p:nvSpPr>
          <p:cNvPr id="3" name="Holder 3"/>
          <p:cNvSpPr>
            <a:spLocks noGrp="1"/>
          </p:cNvSpPr>
          <p:nvPr>
            <p:ph type="body" idx="1"/>
          </p:nvPr>
        </p:nvSpPr>
        <p:spPr/>
        <p:txBody>
          <a:bodyPr lIns="0" tIns="0" rIns="0" bIns="0"/>
          <a:lstStyle>
            <a:lvl1pPr>
              <a:defRPr sz="2400" b="0" i="0">
                <a:solidFill>
                  <a:schemeClr val="hlink"/>
                </a:solidFill>
                <a:latin typeface="Tahoma"/>
                <a:cs typeface="Tahoma"/>
              </a:defRPr>
            </a:lvl1pPr>
          </a:lstStyle>
          <a:p>
            <a:endParaRPr/>
          </a:p>
        </p:txBody>
      </p:sp>
      <p:sp>
        <p:nvSpPr>
          <p:cNvPr id="4" name="Holder 4"/>
          <p:cNvSpPr>
            <a:spLocks noGrp="1"/>
          </p:cNvSpPr>
          <p:nvPr>
            <p:ph type="ftr" sz="quarter" idx="5"/>
          </p:nvPr>
        </p:nvSpPr>
        <p:spPr/>
        <p:txBody>
          <a:bodyPr lIns="0" tIns="0" rIns="0" bIns="0"/>
          <a:lstStyle>
            <a:lvl1pPr>
              <a:defRPr sz="1800" b="0" i="0">
                <a:solidFill>
                  <a:schemeClr val="bg1"/>
                </a:solidFill>
                <a:latin typeface="Tahoma"/>
                <a:cs typeface="Tahoma"/>
              </a:defRPr>
            </a:lvl1pPr>
          </a:lstStyle>
          <a:p>
            <a:pPr marL="12700">
              <a:lnSpc>
                <a:spcPct val="100000"/>
              </a:lnSpc>
              <a:spcBef>
                <a:spcPts val="70"/>
              </a:spcBef>
            </a:pPr>
            <a:r>
              <a:rPr spc="-30" dirty="0"/>
              <a:t>Stanford</a:t>
            </a:r>
            <a:r>
              <a:rPr spc="-195" dirty="0"/>
              <a:t> </a:t>
            </a:r>
            <a:r>
              <a:rPr spc="-85" dirty="0"/>
              <a:t>CS231n</a:t>
            </a:r>
            <a:r>
              <a:rPr spc="-180" dirty="0"/>
              <a:t> </a:t>
            </a:r>
            <a:r>
              <a:rPr spc="-35" dirty="0"/>
              <a:t>10</a:t>
            </a:r>
            <a:r>
              <a:rPr sz="1800" spc="-52" baseline="25462" dirty="0"/>
              <a:t>th</a:t>
            </a:r>
            <a:r>
              <a:rPr sz="1800" spc="44" baseline="25462" dirty="0"/>
              <a:t> </a:t>
            </a:r>
            <a:r>
              <a:rPr sz="1800" spc="-30" dirty="0"/>
              <a:t>Anniversary</a:t>
            </a:r>
            <a:endParaRPr sz="1800"/>
          </a:p>
        </p:txBody>
      </p:sp>
      <p:sp>
        <p:nvSpPr>
          <p:cNvPr id="5" name="Holder 5"/>
          <p:cNvSpPr>
            <a:spLocks noGrp="1"/>
          </p:cNvSpPr>
          <p:nvPr>
            <p:ph type="dt" sz="half" idx="6"/>
          </p:nvPr>
        </p:nvSpPr>
        <p:spPr/>
        <p:txBody>
          <a:bodyPr lIns="0" tIns="0" rIns="0" bIns="0"/>
          <a:lstStyle>
            <a:lvl1pPr>
              <a:defRPr sz="1800" b="0" i="0">
                <a:solidFill>
                  <a:schemeClr val="bg1"/>
                </a:solidFill>
                <a:latin typeface="Tahoma"/>
                <a:cs typeface="Tahoma"/>
              </a:defRPr>
            </a:lvl1pPr>
          </a:lstStyle>
          <a:p>
            <a:pPr marL="12700">
              <a:lnSpc>
                <a:spcPct val="100000"/>
              </a:lnSpc>
              <a:spcBef>
                <a:spcPts val="70"/>
              </a:spcBef>
            </a:pPr>
            <a:r>
              <a:rPr spc="-10" dirty="0"/>
              <a:t>April</a:t>
            </a:r>
            <a:r>
              <a:rPr spc="-229" dirty="0"/>
              <a:t> </a:t>
            </a:r>
            <a:r>
              <a:rPr spc="-105" dirty="0"/>
              <a:t>3,</a:t>
            </a:r>
            <a:r>
              <a:rPr spc="-170" dirty="0"/>
              <a:t> </a:t>
            </a:r>
            <a:r>
              <a:rPr spc="-75" dirty="0"/>
              <a:t>2025</a:t>
            </a:r>
          </a:p>
        </p:txBody>
      </p:sp>
      <p:sp>
        <p:nvSpPr>
          <p:cNvPr id="6" name="Holder 6"/>
          <p:cNvSpPr>
            <a:spLocks noGrp="1"/>
          </p:cNvSpPr>
          <p:nvPr>
            <p:ph type="sldNum" sz="quarter" idx="7"/>
          </p:nvPr>
        </p:nvSpPr>
        <p:spPr/>
        <p:txBody>
          <a:bodyPr lIns="0" tIns="0" rIns="0" bIns="0"/>
          <a:lstStyle>
            <a:lvl1pPr>
              <a:defRPr sz="1800" b="0" i="0">
                <a:solidFill>
                  <a:schemeClr val="bg1"/>
                </a:solidFill>
                <a:latin typeface="Tahoma"/>
                <a:cs typeface="Tahoma"/>
              </a:defRPr>
            </a:lvl1pPr>
          </a:lstStyle>
          <a:p>
            <a:pPr marL="1198245">
              <a:lnSpc>
                <a:spcPct val="100000"/>
              </a:lnSpc>
              <a:spcBef>
                <a:spcPts val="70"/>
              </a:spcBef>
            </a:pPr>
            <a:fld id="{81D60167-4931-47E6-BA6A-407CBD079E47}" type="slidenum">
              <a:rPr spc="-25" dirty="0"/>
              <a:t>‹#›</a:t>
            </a:fld>
            <a:endParaRPr spc="-2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750" b="0" i="0">
                <a:solidFill>
                  <a:schemeClr val="tx1"/>
                </a:solidFill>
                <a:latin typeface="Tahoma"/>
                <a:cs typeface="Tahoma"/>
              </a:defRPr>
            </a:lvl1pPr>
          </a:lstStyle>
          <a:p>
            <a:endParaRPr/>
          </a:p>
        </p:txBody>
      </p:sp>
      <p:sp>
        <p:nvSpPr>
          <p:cNvPr id="3" name="Holder 3"/>
          <p:cNvSpPr>
            <a:spLocks noGrp="1"/>
          </p:cNvSpPr>
          <p:nvPr>
            <p:ph sz="half" idx="2"/>
          </p:nvPr>
        </p:nvSpPr>
        <p:spPr>
          <a:xfrm>
            <a:off x="457200" y="1183005"/>
            <a:ext cx="3977640" cy="339471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183005"/>
            <a:ext cx="3977640" cy="339471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800" b="0" i="0">
                <a:solidFill>
                  <a:schemeClr val="bg1"/>
                </a:solidFill>
                <a:latin typeface="Tahoma"/>
                <a:cs typeface="Tahoma"/>
              </a:defRPr>
            </a:lvl1pPr>
          </a:lstStyle>
          <a:p>
            <a:pPr marL="12700">
              <a:lnSpc>
                <a:spcPct val="100000"/>
              </a:lnSpc>
              <a:spcBef>
                <a:spcPts val="70"/>
              </a:spcBef>
            </a:pPr>
            <a:r>
              <a:rPr spc="-30" dirty="0"/>
              <a:t>Stanford</a:t>
            </a:r>
            <a:r>
              <a:rPr spc="-195" dirty="0"/>
              <a:t> </a:t>
            </a:r>
            <a:r>
              <a:rPr spc="-85" dirty="0"/>
              <a:t>CS231n</a:t>
            </a:r>
            <a:r>
              <a:rPr spc="-180" dirty="0"/>
              <a:t> </a:t>
            </a:r>
            <a:r>
              <a:rPr spc="-35" dirty="0"/>
              <a:t>10</a:t>
            </a:r>
            <a:r>
              <a:rPr sz="1800" spc="-52" baseline="25462" dirty="0"/>
              <a:t>th</a:t>
            </a:r>
            <a:r>
              <a:rPr sz="1800" spc="44" baseline="25462" dirty="0"/>
              <a:t> </a:t>
            </a:r>
            <a:r>
              <a:rPr sz="1800" spc="-30" dirty="0"/>
              <a:t>Anniversary</a:t>
            </a:r>
            <a:endParaRPr sz="1800"/>
          </a:p>
        </p:txBody>
      </p:sp>
      <p:sp>
        <p:nvSpPr>
          <p:cNvPr id="6" name="Holder 6"/>
          <p:cNvSpPr>
            <a:spLocks noGrp="1"/>
          </p:cNvSpPr>
          <p:nvPr>
            <p:ph type="dt" sz="half" idx="6"/>
          </p:nvPr>
        </p:nvSpPr>
        <p:spPr/>
        <p:txBody>
          <a:bodyPr lIns="0" tIns="0" rIns="0" bIns="0"/>
          <a:lstStyle>
            <a:lvl1pPr>
              <a:defRPr sz="1800" b="0" i="0">
                <a:solidFill>
                  <a:schemeClr val="bg1"/>
                </a:solidFill>
                <a:latin typeface="Tahoma"/>
                <a:cs typeface="Tahoma"/>
              </a:defRPr>
            </a:lvl1pPr>
          </a:lstStyle>
          <a:p>
            <a:pPr marL="12700">
              <a:lnSpc>
                <a:spcPct val="100000"/>
              </a:lnSpc>
              <a:spcBef>
                <a:spcPts val="70"/>
              </a:spcBef>
            </a:pPr>
            <a:r>
              <a:rPr spc="-10" dirty="0"/>
              <a:t>April</a:t>
            </a:r>
            <a:r>
              <a:rPr spc="-229" dirty="0"/>
              <a:t> </a:t>
            </a:r>
            <a:r>
              <a:rPr spc="-105" dirty="0"/>
              <a:t>3,</a:t>
            </a:r>
            <a:r>
              <a:rPr spc="-170" dirty="0"/>
              <a:t> </a:t>
            </a:r>
            <a:r>
              <a:rPr spc="-75" dirty="0"/>
              <a:t>2025</a:t>
            </a:r>
          </a:p>
        </p:txBody>
      </p:sp>
      <p:sp>
        <p:nvSpPr>
          <p:cNvPr id="7" name="Holder 7"/>
          <p:cNvSpPr>
            <a:spLocks noGrp="1"/>
          </p:cNvSpPr>
          <p:nvPr>
            <p:ph type="sldNum" sz="quarter" idx="7"/>
          </p:nvPr>
        </p:nvSpPr>
        <p:spPr/>
        <p:txBody>
          <a:bodyPr lIns="0" tIns="0" rIns="0" bIns="0"/>
          <a:lstStyle>
            <a:lvl1pPr>
              <a:defRPr sz="1800" b="0" i="0">
                <a:solidFill>
                  <a:schemeClr val="bg1"/>
                </a:solidFill>
                <a:latin typeface="Tahoma"/>
                <a:cs typeface="Tahoma"/>
              </a:defRPr>
            </a:lvl1pPr>
          </a:lstStyle>
          <a:p>
            <a:pPr marL="1198245">
              <a:lnSpc>
                <a:spcPct val="100000"/>
              </a:lnSpc>
              <a:spcBef>
                <a:spcPts val="70"/>
              </a:spcBef>
            </a:pPr>
            <a:fld id="{81D60167-4931-47E6-BA6A-407CBD079E47}" type="slidenum">
              <a:rPr spc="-25" dirty="0"/>
              <a:t>‹#›</a:t>
            </a:fld>
            <a:endParaRPr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750" b="0" i="0">
                <a:solidFill>
                  <a:schemeClr val="tx1"/>
                </a:solidFill>
                <a:latin typeface="Tahoma"/>
                <a:cs typeface="Tahoma"/>
              </a:defRPr>
            </a:lvl1pPr>
          </a:lstStyle>
          <a:p>
            <a:endParaRPr/>
          </a:p>
        </p:txBody>
      </p:sp>
      <p:sp>
        <p:nvSpPr>
          <p:cNvPr id="3" name="Holder 3"/>
          <p:cNvSpPr>
            <a:spLocks noGrp="1"/>
          </p:cNvSpPr>
          <p:nvPr>
            <p:ph type="ftr" sz="quarter" idx="5"/>
          </p:nvPr>
        </p:nvSpPr>
        <p:spPr/>
        <p:txBody>
          <a:bodyPr lIns="0" tIns="0" rIns="0" bIns="0"/>
          <a:lstStyle>
            <a:lvl1pPr>
              <a:defRPr sz="1800" b="0" i="0">
                <a:solidFill>
                  <a:schemeClr val="bg1"/>
                </a:solidFill>
                <a:latin typeface="Tahoma"/>
                <a:cs typeface="Tahoma"/>
              </a:defRPr>
            </a:lvl1pPr>
          </a:lstStyle>
          <a:p>
            <a:pPr marL="12700">
              <a:lnSpc>
                <a:spcPct val="100000"/>
              </a:lnSpc>
              <a:spcBef>
                <a:spcPts val="70"/>
              </a:spcBef>
            </a:pPr>
            <a:r>
              <a:rPr spc="-30" dirty="0"/>
              <a:t>Stanford</a:t>
            </a:r>
            <a:r>
              <a:rPr spc="-195" dirty="0"/>
              <a:t> </a:t>
            </a:r>
            <a:r>
              <a:rPr spc="-85" dirty="0"/>
              <a:t>CS231n</a:t>
            </a:r>
            <a:r>
              <a:rPr spc="-180" dirty="0"/>
              <a:t> </a:t>
            </a:r>
            <a:r>
              <a:rPr spc="-35" dirty="0"/>
              <a:t>10</a:t>
            </a:r>
            <a:r>
              <a:rPr sz="1800" spc="-52" baseline="25462" dirty="0"/>
              <a:t>th</a:t>
            </a:r>
            <a:r>
              <a:rPr sz="1800" spc="44" baseline="25462" dirty="0"/>
              <a:t> </a:t>
            </a:r>
            <a:r>
              <a:rPr sz="1800" spc="-30" dirty="0"/>
              <a:t>Anniversary</a:t>
            </a:r>
            <a:endParaRPr sz="1800"/>
          </a:p>
        </p:txBody>
      </p:sp>
      <p:sp>
        <p:nvSpPr>
          <p:cNvPr id="4" name="Holder 4"/>
          <p:cNvSpPr>
            <a:spLocks noGrp="1"/>
          </p:cNvSpPr>
          <p:nvPr>
            <p:ph type="dt" sz="half" idx="6"/>
          </p:nvPr>
        </p:nvSpPr>
        <p:spPr/>
        <p:txBody>
          <a:bodyPr lIns="0" tIns="0" rIns="0" bIns="0"/>
          <a:lstStyle>
            <a:lvl1pPr>
              <a:defRPr sz="1800" b="0" i="0">
                <a:solidFill>
                  <a:schemeClr val="bg1"/>
                </a:solidFill>
                <a:latin typeface="Tahoma"/>
                <a:cs typeface="Tahoma"/>
              </a:defRPr>
            </a:lvl1pPr>
          </a:lstStyle>
          <a:p>
            <a:pPr marL="12700">
              <a:lnSpc>
                <a:spcPct val="100000"/>
              </a:lnSpc>
              <a:spcBef>
                <a:spcPts val="70"/>
              </a:spcBef>
            </a:pPr>
            <a:r>
              <a:rPr spc="-10" dirty="0"/>
              <a:t>April</a:t>
            </a:r>
            <a:r>
              <a:rPr spc="-229" dirty="0"/>
              <a:t> </a:t>
            </a:r>
            <a:r>
              <a:rPr spc="-105" dirty="0"/>
              <a:t>3,</a:t>
            </a:r>
            <a:r>
              <a:rPr spc="-170" dirty="0"/>
              <a:t> </a:t>
            </a:r>
            <a:r>
              <a:rPr spc="-75" dirty="0"/>
              <a:t>2025</a:t>
            </a:r>
          </a:p>
        </p:txBody>
      </p:sp>
      <p:sp>
        <p:nvSpPr>
          <p:cNvPr id="5" name="Holder 5"/>
          <p:cNvSpPr>
            <a:spLocks noGrp="1"/>
          </p:cNvSpPr>
          <p:nvPr>
            <p:ph type="sldNum" sz="quarter" idx="7"/>
          </p:nvPr>
        </p:nvSpPr>
        <p:spPr/>
        <p:txBody>
          <a:bodyPr lIns="0" tIns="0" rIns="0" bIns="0"/>
          <a:lstStyle>
            <a:lvl1pPr>
              <a:defRPr sz="1800" b="0" i="0">
                <a:solidFill>
                  <a:schemeClr val="bg1"/>
                </a:solidFill>
                <a:latin typeface="Tahoma"/>
                <a:cs typeface="Tahoma"/>
              </a:defRPr>
            </a:lvl1pPr>
          </a:lstStyle>
          <a:p>
            <a:pPr marL="1198245">
              <a:lnSpc>
                <a:spcPct val="100000"/>
              </a:lnSpc>
              <a:spcBef>
                <a:spcPts val="70"/>
              </a:spcBef>
            </a:pPr>
            <a:fld id="{81D60167-4931-47E6-BA6A-407CBD079E47}" type="slidenum">
              <a:rPr spc="-25" dirty="0"/>
              <a:t>‹#›</a:t>
            </a:fld>
            <a:endParaRPr spc="-2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800" b="0" i="0">
                <a:solidFill>
                  <a:schemeClr val="bg1"/>
                </a:solidFill>
                <a:latin typeface="Tahoma"/>
                <a:cs typeface="Tahoma"/>
              </a:defRPr>
            </a:lvl1pPr>
          </a:lstStyle>
          <a:p>
            <a:pPr marL="12700">
              <a:lnSpc>
                <a:spcPct val="100000"/>
              </a:lnSpc>
              <a:spcBef>
                <a:spcPts val="70"/>
              </a:spcBef>
            </a:pPr>
            <a:r>
              <a:rPr spc="-30" dirty="0"/>
              <a:t>Stanford</a:t>
            </a:r>
            <a:r>
              <a:rPr spc="-195" dirty="0"/>
              <a:t> </a:t>
            </a:r>
            <a:r>
              <a:rPr spc="-85" dirty="0"/>
              <a:t>CS231n</a:t>
            </a:r>
            <a:r>
              <a:rPr spc="-180" dirty="0"/>
              <a:t> </a:t>
            </a:r>
            <a:r>
              <a:rPr spc="-35" dirty="0"/>
              <a:t>10</a:t>
            </a:r>
            <a:r>
              <a:rPr sz="1800" spc="-52" baseline="25462" dirty="0"/>
              <a:t>th</a:t>
            </a:r>
            <a:r>
              <a:rPr sz="1800" spc="44" baseline="25462" dirty="0"/>
              <a:t> </a:t>
            </a:r>
            <a:r>
              <a:rPr sz="1800" spc="-30" dirty="0"/>
              <a:t>Anniversary</a:t>
            </a:r>
            <a:endParaRPr sz="1800"/>
          </a:p>
        </p:txBody>
      </p:sp>
      <p:sp>
        <p:nvSpPr>
          <p:cNvPr id="3" name="Holder 3"/>
          <p:cNvSpPr>
            <a:spLocks noGrp="1"/>
          </p:cNvSpPr>
          <p:nvPr>
            <p:ph type="dt" sz="half" idx="6"/>
          </p:nvPr>
        </p:nvSpPr>
        <p:spPr/>
        <p:txBody>
          <a:bodyPr lIns="0" tIns="0" rIns="0" bIns="0"/>
          <a:lstStyle>
            <a:lvl1pPr>
              <a:defRPr sz="1800" b="0" i="0">
                <a:solidFill>
                  <a:schemeClr val="bg1"/>
                </a:solidFill>
                <a:latin typeface="Tahoma"/>
                <a:cs typeface="Tahoma"/>
              </a:defRPr>
            </a:lvl1pPr>
          </a:lstStyle>
          <a:p>
            <a:pPr marL="12700">
              <a:lnSpc>
                <a:spcPct val="100000"/>
              </a:lnSpc>
              <a:spcBef>
                <a:spcPts val="70"/>
              </a:spcBef>
            </a:pPr>
            <a:r>
              <a:rPr spc="-10" dirty="0"/>
              <a:t>April</a:t>
            </a:r>
            <a:r>
              <a:rPr spc="-229" dirty="0"/>
              <a:t> </a:t>
            </a:r>
            <a:r>
              <a:rPr spc="-105" dirty="0"/>
              <a:t>3,</a:t>
            </a:r>
            <a:r>
              <a:rPr spc="-170" dirty="0"/>
              <a:t> </a:t>
            </a:r>
            <a:r>
              <a:rPr spc="-75" dirty="0"/>
              <a:t>2025</a:t>
            </a:r>
          </a:p>
        </p:txBody>
      </p:sp>
      <p:sp>
        <p:nvSpPr>
          <p:cNvPr id="4" name="Holder 4"/>
          <p:cNvSpPr>
            <a:spLocks noGrp="1"/>
          </p:cNvSpPr>
          <p:nvPr>
            <p:ph type="sldNum" sz="quarter" idx="7"/>
          </p:nvPr>
        </p:nvSpPr>
        <p:spPr/>
        <p:txBody>
          <a:bodyPr lIns="0" tIns="0" rIns="0" bIns="0"/>
          <a:lstStyle>
            <a:lvl1pPr>
              <a:defRPr sz="1800" b="0" i="0">
                <a:solidFill>
                  <a:schemeClr val="bg1"/>
                </a:solidFill>
                <a:latin typeface="Tahoma"/>
                <a:cs typeface="Tahoma"/>
              </a:defRPr>
            </a:lvl1pPr>
          </a:lstStyle>
          <a:p>
            <a:pPr marL="1198245">
              <a:lnSpc>
                <a:spcPct val="100000"/>
              </a:lnSpc>
              <a:spcBef>
                <a:spcPts val="70"/>
              </a:spcBef>
            </a:pPr>
            <a:fld id="{81D60167-4931-47E6-BA6A-407CBD079E47}" type="slidenum">
              <a:rPr spc="-25" dirty="0"/>
              <a:t>‹#›</a:t>
            </a:fld>
            <a:endParaRPr spc="-25"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3969130" y="4887723"/>
            <a:ext cx="1478279" cy="192360"/>
          </a:xfrm>
        </p:spPr>
        <p:txBody>
          <a:bodyPr/>
          <a:lstStyle/>
          <a:p>
            <a:fld id="{4251665B-C24A-4702-B522-6A4334602E03}" type="datetimeFigureOut">
              <a:rPr lang="en-US" smtClean="0"/>
              <a:t>2/28/2026</a:t>
            </a:fld>
            <a:endParaRPr lang="en-US"/>
          </a:p>
        </p:txBody>
      </p:sp>
      <p:sp>
        <p:nvSpPr>
          <p:cNvPr id="5" name="Footer Placeholder 4"/>
          <p:cNvSpPr>
            <a:spLocks noGrp="1"/>
          </p:cNvSpPr>
          <p:nvPr>
            <p:ph type="ftr" sz="quarter" idx="11"/>
          </p:nvPr>
        </p:nvSpPr>
        <p:spPr>
          <a:xfrm>
            <a:off x="7640319" y="4874974"/>
            <a:ext cx="1210945" cy="276999"/>
          </a:xfrm>
        </p:spPr>
        <p:txBody>
          <a:bodyPr/>
          <a:lstStyle/>
          <a:p>
            <a:endParaRPr lang="en-US"/>
          </a:p>
        </p:txBody>
      </p:sp>
      <p:sp>
        <p:nvSpPr>
          <p:cNvPr id="6" name="Slide Number Placeholder 5"/>
          <p:cNvSpPr>
            <a:spLocks noGrp="1"/>
          </p:cNvSpPr>
          <p:nvPr>
            <p:ph type="sldNum" sz="quarter" idx="12"/>
          </p:nvPr>
        </p:nvSpPr>
        <p:spPr>
          <a:xfrm>
            <a:off x="5621654" y="4874974"/>
            <a:ext cx="318135" cy="276999"/>
          </a:xfrm>
        </p:spPr>
        <p:txBody>
          <a:bodyPr/>
          <a:lstStyle/>
          <a:p>
            <a:fld id="{5FD889E0-CAB2-4699-909D-B9A88D47ACBE}" type="slidenum">
              <a:rPr lang="en-US" smtClean="0"/>
              <a:t>‹#›</a:t>
            </a:fld>
            <a:endParaRPr lang="en-US"/>
          </a:p>
        </p:txBody>
      </p:sp>
      <p:sp>
        <p:nvSpPr>
          <p:cNvPr id="7" name="Rectangle 6"/>
          <p:cNvSpPr/>
          <p:nvPr/>
        </p:nvSpPr>
        <p:spPr>
          <a:xfrm>
            <a:off x="284165" y="333550"/>
            <a:ext cx="8574087" cy="1101328"/>
          </a:xfrm>
          <a:prstGeom prst="rect">
            <a:avLst/>
          </a:prstGeom>
          <a:solidFill>
            <a:schemeClr val="tx1">
              <a:lumMod val="85000"/>
              <a:lumOff val="15000"/>
              <a:alpha val="85000"/>
            </a:schemeClr>
          </a:solidFill>
        </p:spPr>
        <p:txBody>
          <a:bodyPr vert="horz" lIns="68580" tIns="34290" rIns="137160" bIns="274320" rtlCol="0" anchor="b" anchorCtr="0">
            <a:normAutofit/>
          </a:bodyPr>
          <a:lstStyle/>
          <a:p>
            <a:pPr algn="l" defTabSz="685766" rtl="0" eaLnBrk="1" latinLnBrk="0" hangingPunct="1">
              <a:spcBef>
                <a:spcPct val="0"/>
              </a:spcBef>
              <a:buNone/>
            </a:pPr>
            <a:endParaRPr sz="3150" kern="1200">
              <a:solidFill>
                <a:schemeClr val="bg1"/>
              </a:solidFill>
              <a:latin typeface="+mj-lt"/>
              <a:ea typeface="+mj-ea"/>
              <a:cs typeface="+mj-cs"/>
            </a:endParaRPr>
          </a:p>
        </p:txBody>
      </p:sp>
      <p:grpSp>
        <p:nvGrpSpPr>
          <p:cNvPr id="8" name="Group 16"/>
          <p:cNvGrpSpPr/>
          <p:nvPr/>
        </p:nvGrpSpPr>
        <p:grpSpPr>
          <a:xfrm>
            <a:off x="284165" y="1429910"/>
            <a:ext cx="8576373" cy="103058"/>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350"/>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350"/>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350"/>
            </a:p>
          </p:txBody>
        </p:sp>
      </p:grpSp>
      <p:sp>
        <p:nvSpPr>
          <p:cNvPr id="2" name="Title 1"/>
          <p:cNvSpPr>
            <a:spLocks noGrp="1"/>
          </p:cNvSpPr>
          <p:nvPr>
            <p:ph type="ctrTitle"/>
          </p:nvPr>
        </p:nvSpPr>
        <p:spPr>
          <a:xfrm>
            <a:off x="421341" y="336754"/>
            <a:ext cx="7808976" cy="816102"/>
          </a:xfrm>
          <a:noFill/>
        </p:spPr>
        <p:txBody>
          <a:bodyPr vert="horz" lIns="91440" tIns="45720" rIns="91440" bIns="45720" rtlCol="0" anchor="b" anchorCtr="0">
            <a:normAutofit/>
          </a:bodyPr>
          <a:lstStyle>
            <a:lvl1pPr marL="0" algn="l" defTabSz="685766" rtl="0" eaLnBrk="1" latinLnBrk="0" hangingPunct="1">
              <a:lnSpc>
                <a:spcPts val="3450"/>
              </a:lnSpc>
              <a:spcBef>
                <a:spcPct val="0"/>
              </a:spcBef>
              <a:buNone/>
              <a:defRPr sz="3150" kern="1200">
                <a:solidFill>
                  <a:schemeClr val="bg1"/>
                </a:solidFill>
                <a:latin typeface="+mj-lt"/>
                <a:ea typeface="+mj-ea"/>
                <a:cs typeface="+mj-cs"/>
              </a:defRPr>
            </a:lvl1pPr>
          </a:lstStyle>
          <a:p>
            <a:r>
              <a:rPr lang="fi-FI"/>
              <a:t>Click to edit Master title style</a:t>
            </a:r>
            <a:endParaRPr/>
          </a:p>
        </p:txBody>
      </p:sp>
      <p:sp>
        <p:nvSpPr>
          <p:cNvPr id="3" name="Subtitle 2"/>
          <p:cNvSpPr>
            <a:spLocks noGrp="1"/>
          </p:cNvSpPr>
          <p:nvPr>
            <p:ph type="subTitle" idx="1"/>
          </p:nvPr>
        </p:nvSpPr>
        <p:spPr>
          <a:xfrm>
            <a:off x="476205" y="1149320"/>
            <a:ext cx="7754112" cy="363474"/>
          </a:xfrm>
        </p:spPr>
        <p:txBody>
          <a:bodyPr vert="horz" lIns="91440" tIns="45720" rIns="91440" bIns="45720" rtlCol="0">
            <a:normAutofit/>
          </a:bodyPr>
          <a:lstStyle>
            <a:lvl1pPr marL="0" indent="0" algn="l" defTabSz="685766" rtl="0" eaLnBrk="1" latinLnBrk="0" hangingPunct="1">
              <a:lnSpc>
                <a:spcPct val="100000"/>
              </a:lnSpc>
              <a:spcBef>
                <a:spcPts val="0"/>
              </a:spcBef>
              <a:buClr>
                <a:schemeClr val="bg1">
                  <a:lumMod val="65000"/>
                </a:schemeClr>
              </a:buClr>
              <a:buSzPct val="90000"/>
              <a:buFont typeface="Wingdings" pitchFamily="2" charset="2"/>
              <a:buNone/>
              <a:defRPr sz="1350" kern="1200">
                <a:solidFill>
                  <a:schemeClr val="bg1"/>
                </a:solidFill>
                <a:latin typeface="+mn-lt"/>
                <a:ea typeface="+mn-ea"/>
                <a:cs typeface="+mn-cs"/>
              </a:defRPr>
            </a:lvl1pPr>
            <a:lvl2pPr marL="342884" indent="0" algn="ctr">
              <a:buNone/>
              <a:defRPr>
                <a:solidFill>
                  <a:schemeClr val="tx1">
                    <a:tint val="75000"/>
                  </a:schemeClr>
                </a:solidFill>
              </a:defRPr>
            </a:lvl2pPr>
            <a:lvl3pPr marL="685766" indent="0" algn="ctr">
              <a:buNone/>
              <a:defRPr>
                <a:solidFill>
                  <a:schemeClr val="tx1">
                    <a:tint val="75000"/>
                  </a:schemeClr>
                </a:solidFill>
              </a:defRPr>
            </a:lvl3pPr>
            <a:lvl4pPr marL="1028649" indent="0" algn="ctr">
              <a:buNone/>
              <a:defRPr>
                <a:solidFill>
                  <a:schemeClr val="tx1">
                    <a:tint val="75000"/>
                  </a:schemeClr>
                </a:solidFill>
              </a:defRPr>
            </a:lvl4pPr>
            <a:lvl5pPr marL="1371532" indent="0" algn="ctr">
              <a:buNone/>
              <a:defRPr>
                <a:solidFill>
                  <a:schemeClr val="tx1">
                    <a:tint val="75000"/>
                  </a:schemeClr>
                </a:solidFill>
              </a:defRPr>
            </a:lvl5pPr>
            <a:lvl6pPr marL="1714415" indent="0" algn="ctr">
              <a:buNone/>
              <a:defRPr>
                <a:solidFill>
                  <a:schemeClr val="tx1">
                    <a:tint val="75000"/>
                  </a:schemeClr>
                </a:solidFill>
              </a:defRPr>
            </a:lvl6pPr>
            <a:lvl7pPr marL="2057297" indent="0" algn="ctr">
              <a:buNone/>
              <a:defRPr>
                <a:solidFill>
                  <a:schemeClr val="tx1">
                    <a:tint val="75000"/>
                  </a:schemeClr>
                </a:solidFill>
              </a:defRPr>
            </a:lvl7pPr>
            <a:lvl8pPr marL="2400180" indent="0" algn="ctr">
              <a:buNone/>
              <a:defRPr>
                <a:solidFill>
                  <a:schemeClr val="tx1">
                    <a:tint val="75000"/>
                  </a:schemeClr>
                </a:solidFill>
              </a:defRPr>
            </a:lvl8pPr>
            <a:lvl9pPr marL="2743064" indent="0" algn="ctr">
              <a:buNone/>
              <a:defRPr>
                <a:solidFill>
                  <a:schemeClr val="tx1">
                    <a:tint val="75000"/>
                  </a:schemeClr>
                </a:solidFill>
              </a:defRPr>
            </a:lvl9pPr>
          </a:lstStyle>
          <a:p>
            <a:r>
              <a:rPr lang="fi-FI"/>
              <a:t>Click to edit Master subtitle style</a:t>
            </a:r>
            <a:endParaRPr/>
          </a:p>
        </p:txBody>
      </p:sp>
      <p:sp>
        <p:nvSpPr>
          <p:cNvPr id="13" name="Rectangle 12"/>
          <p:cNvSpPr/>
          <p:nvPr/>
        </p:nvSpPr>
        <p:spPr>
          <a:xfrm>
            <a:off x="284165" y="4670298"/>
            <a:ext cx="8574087" cy="130302"/>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350"/>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438596" y="344929"/>
            <a:ext cx="1419654" cy="10713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540584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90842" y="136143"/>
            <a:ext cx="8362315" cy="449580"/>
          </a:xfrm>
          <a:prstGeom prst="rect">
            <a:avLst/>
          </a:prstGeom>
        </p:spPr>
        <p:txBody>
          <a:bodyPr wrap="square" lIns="0" tIns="0" rIns="0" bIns="0">
            <a:spAutoFit/>
          </a:bodyPr>
          <a:lstStyle>
            <a:lvl1pPr>
              <a:defRPr sz="2750" b="0" i="0">
                <a:solidFill>
                  <a:schemeClr val="tx1"/>
                </a:solidFill>
                <a:latin typeface="Tahoma"/>
                <a:cs typeface="Tahoma"/>
              </a:defRPr>
            </a:lvl1pPr>
          </a:lstStyle>
          <a:p>
            <a:endParaRPr/>
          </a:p>
        </p:txBody>
      </p:sp>
      <p:sp>
        <p:nvSpPr>
          <p:cNvPr id="3" name="Holder 3"/>
          <p:cNvSpPr>
            <a:spLocks noGrp="1"/>
          </p:cNvSpPr>
          <p:nvPr>
            <p:ph type="body" idx="1"/>
          </p:nvPr>
        </p:nvSpPr>
        <p:spPr>
          <a:xfrm>
            <a:off x="4357370" y="2125979"/>
            <a:ext cx="4449445" cy="1127125"/>
          </a:xfrm>
          <a:prstGeom prst="rect">
            <a:avLst/>
          </a:prstGeom>
        </p:spPr>
        <p:txBody>
          <a:bodyPr wrap="square" lIns="0" tIns="0" rIns="0" bIns="0">
            <a:spAutoFit/>
          </a:bodyPr>
          <a:lstStyle>
            <a:lvl1pPr>
              <a:defRPr sz="2400" b="0" i="0">
                <a:solidFill>
                  <a:schemeClr val="hlink"/>
                </a:solidFill>
                <a:latin typeface="Tahoma"/>
                <a:cs typeface="Tahoma"/>
              </a:defRPr>
            </a:lvl1pPr>
          </a:lstStyle>
          <a:p>
            <a:endParaRPr/>
          </a:p>
        </p:txBody>
      </p:sp>
      <p:sp>
        <p:nvSpPr>
          <p:cNvPr id="4" name="Holder 4"/>
          <p:cNvSpPr>
            <a:spLocks noGrp="1"/>
          </p:cNvSpPr>
          <p:nvPr>
            <p:ph type="ftr" sz="quarter" idx="5"/>
          </p:nvPr>
        </p:nvSpPr>
        <p:spPr>
          <a:xfrm>
            <a:off x="78739" y="4802992"/>
            <a:ext cx="3215004" cy="313689"/>
          </a:xfrm>
          <a:prstGeom prst="rect">
            <a:avLst/>
          </a:prstGeom>
        </p:spPr>
        <p:txBody>
          <a:bodyPr wrap="square" lIns="0" tIns="0" rIns="0" bIns="0">
            <a:spAutoFit/>
          </a:bodyPr>
          <a:lstStyle>
            <a:lvl1pPr>
              <a:defRPr sz="1800" b="0" i="0">
                <a:solidFill>
                  <a:schemeClr val="bg1"/>
                </a:solidFill>
                <a:latin typeface="Tahoma"/>
                <a:cs typeface="Tahoma"/>
              </a:defRPr>
            </a:lvl1pPr>
          </a:lstStyle>
          <a:p>
            <a:pPr marL="12700">
              <a:lnSpc>
                <a:spcPct val="100000"/>
              </a:lnSpc>
              <a:spcBef>
                <a:spcPts val="70"/>
              </a:spcBef>
            </a:pPr>
            <a:r>
              <a:rPr spc="-30" dirty="0"/>
              <a:t>Stanford</a:t>
            </a:r>
            <a:r>
              <a:rPr spc="-195" dirty="0"/>
              <a:t> </a:t>
            </a:r>
            <a:r>
              <a:rPr spc="-85" dirty="0"/>
              <a:t>CS231n</a:t>
            </a:r>
            <a:r>
              <a:rPr spc="-180" dirty="0"/>
              <a:t> </a:t>
            </a:r>
            <a:r>
              <a:rPr spc="-35" dirty="0"/>
              <a:t>10</a:t>
            </a:r>
            <a:r>
              <a:rPr sz="1800" spc="-52" baseline="25462" dirty="0"/>
              <a:t>th</a:t>
            </a:r>
            <a:r>
              <a:rPr sz="1800" spc="44" baseline="25462" dirty="0"/>
              <a:t> </a:t>
            </a:r>
            <a:r>
              <a:rPr sz="1800" spc="-30" dirty="0"/>
              <a:t>Anniversary</a:t>
            </a:r>
            <a:endParaRPr sz="1800"/>
          </a:p>
        </p:txBody>
      </p:sp>
      <p:sp>
        <p:nvSpPr>
          <p:cNvPr id="5" name="Holder 5"/>
          <p:cNvSpPr>
            <a:spLocks noGrp="1"/>
          </p:cNvSpPr>
          <p:nvPr>
            <p:ph type="dt" sz="half" idx="6"/>
          </p:nvPr>
        </p:nvSpPr>
        <p:spPr>
          <a:xfrm>
            <a:off x="7882001" y="4802992"/>
            <a:ext cx="1191895" cy="313689"/>
          </a:xfrm>
          <a:prstGeom prst="rect">
            <a:avLst/>
          </a:prstGeom>
        </p:spPr>
        <p:txBody>
          <a:bodyPr wrap="square" lIns="0" tIns="0" rIns="0" bIns="0">
            <a:spAutoFit/>
          </a:bodyPr>
          <a:lstStyle>
            <a:lvl1pPr>
              <a:defRPr sz="1800" b="0" i="0">
                <a:solidFill>
                  <a:schemeClr val="bg1"/>
                </a:solidFill>
                <a:latin typeface="Tahoma"/>
                <a:cs typeface="Tahoma"/>
              </a:defRPr>
            </a:lvl1pPr>
          </a:lstStyle>
          <a:p>
            <a:pPr marL="12700">
              <a:lnSpc>
                <a:spcPct val="100000"/>
              </a:lnSpc>
              <a:spcBef>
                <a:spcPts val="70"/>
              </a:spcBef>
            </a:pPr>
            <a:r>
              <a:rPr spc="-10" dirty="0"/>
              <a:t>April</a:t>
            </a:r>
            <a:r>
              <a:rPr spc="-229" dirty="0"/>
              <a:t> </a:t>
            </a:r>
            <a:r>
              <a:rPr spc="-105" dirty="0"/>
              <a:t>3,</a:t>
            </a:r>
            <a:r>
              <a:rPr spc="-170" dirty="0"/>
              <a:t> </a:t>
            </a:r>
            <a:r>
              <a:rPr spc="-75" dirty="0"/>
              <a:t>2025</a:t>
            </a:r>
          </a:p>
        </p:txBody>
      </p:sp>
      <p:sp>
        <p:nvSpPr>
          <p:cNvPr id="6" name="Holder 6"/>
          <p:cNvSpPr>
            <a:spLocks noGrp="1"/>
          </p:cNvSpPr>
          <p:nvPr>
            <p:ph type="sldNum" sz="quarter" idx="7"/>
          </p:nvPr>
        </p:nvSpPr>
        <p:spPr>
          <a:xfrm>
            <a:off x="5328920" y="4275625"/>
            <a:ext cx="1477645" cy="841057"/>
          </a:xfrm>
          <a:prstGeom prst="rect">
            <a:avLst/>
          </a:prstGeom>
        </p:spPr>
        <p:txBody>
          <a:bodyPr wrap="square" lIns="0" tIns="0" rIns="0" bIns="0">
            <a:spAutoFit/>
          </a:bodyPr>
          <a:lstStyle>
            <a:lvl1pPr>
              <a:defRPr sz="1800" b="0" i="0">
                <a:solidFill>
                  <a:schemeClr val="bg1"/>
                </a:solidFill>
                <a:latin typeface="Tahoma"/>
                <a:cs typeface="Tahoma"/>
              </a:defRPr>
            </a:lvl1pPr>
          </a:lstStyle>
          <a:p>
            <a:pPr marL="1198245">
              <a:lnSpc>
                <a:spcPct val="100000"/>
              </a:lnSpc>
              <a:spcBef>
                <a:spcPts val="70"/>
              </a:spcBef>
            </a:pPr>
            <a:fld id="{81D60167-4931-47E6-BA6A-407CBD079E47}" type="slidenum">
              <a:rPr spc="-25" dirty="0"/>
              <a:t>‹#›</a:t>
            </a:fld>
            <a:endParaRPr spc="-2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hyperlink" Target="https://colab.research.google.com/drive/1q3h9CarQeeqEavrE3rRURZKq3jv-Minh#scrollTo=C8WtG4WJC_fD"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hyperlink" Target="https://colab.research.google.com/drive/1q3h9CarQeeqEavrE3rRURZKq3jv-Minh#scrollTo=C8WtG4WJC_fD"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99678" y="311518"/>
            <a:ext cx="6768460" cy="727487"/>
          </a:xfrm>
        </p:spPr>
        <p:txBody>
          <a:bodyPr anchor="ctr">
            <a:noAutofit/>
          </a:bodyPr>
          <a:lstStyle/>
          <a:p>
            <a:r>
              <a:rPr lang="en-US" sz="2000" dirty="0"/>
              <a:t>Training Basics of NN</a:t>
            </a:r>
          </a:p>
        </p:txBody>
      </p:sp>
      <p:sp>
        <p:nvSpPr>
          <p:cNvPr id="3" name="Subtitle 2"/>
          <p:cNvSpPr>
            <a:spLocks noGrp="1"/>
          </p:cNvSpPr>
          <p:nvPr>
            <p:ph type="subTitle" idx="1"/>
          </p:nvPr>
        </p:nvSpPr>
        <p:spPr>
          <a:xfrm>
            <a:off x="299680" y="1039003"/>
            <a:ext cx="2092132" cy="363474"/>
          </a:xfrm>
        </p:spPr>
        <p:txBody>
          <a:bodyPr>
            <a:normAutofit/>
          </a:bodyPr>
          <a:lstStyle/>
          <a:p>
            <a:r>
              <a:rPr lang="en-US"/>
              <a:t>Course Code: CSC 4254</a:t>
            </a:r>
          </a:p>
        </p:txBody>
      </p:sp>
      <p:sp>
        <p:nvSpPr>
          <p:cNvPr id="4" name="TextBox 3"/>
          <p:cNvSpPr txBox="1"/>
          <p:nvPr/>
        </p:nvSpPr>
        <p:spPr>
          <a:xfrm>
            <a:off x="1187770" y="2243282"/>
            <a:ext cx="6768461" cy="553998"/>
          </a:xfrm>
          <a:prstGeom prst="rect">
            <a:avLst/>
          </a:prstGeom>
          <a:noFill/>
        </p:spPr>
        <p:txBody>
          <a:bodyPr wrap="square" rtlCol="0">
            <a:spAutoFit/>
          </a:bodyPr>
          <a:lstStyle/>
          <a:p>
            <a:pPr algn="ctr"/>
            <a:r>
              <a:rPr lang="en-US" sz="1500" b="1">
                <a:solidFill>
                  <a:srgbClr val="0070C0"/>
                </a:solidFill>
                <a:latin typeface="Arial" panose="020B0604020202020204" pitchFamily="34" charset="0"/>
                <a:cs typeface="Arial" panose="020B0604020202020204" pitchFamily="34" charset="0"/>
              </a:rPr>
              <a:t>Dept. of Computer Science</a:t>
            </a:r>
          </a:p>
          <a:p>
            <a:pPr algn="ctr"/>
            <a:r>
              <a:rPr lang="en-US" sz="1500" b="1">
                <a:solidFill>
                  <a:srgbClr val="0070C0"/>
                </a:solidFill>
                <a:latin typeface="Arial" panose="020B0604020202020204" pitchFamily="34" charset="0"/>
                <a:cs typeface="Arial" panose="020B0604020202020204" pitchFamily="34" charset="0"/>
              </a:rPr>
              <a:t>Faculty of Science and Technology</a:t>
            </a:r>
            <a:endParaRPr lang="en-US" b="1">
              <a:solidFill>
                <a:srgbClr val="0070C0"/>
              </a:solidFill>
              <a:latin typeface="Arial" panose="020B0604020202020204" pitchFamily="34" charset="0"/>
              <a:cs typeface="Arial" panose="020B0604020202020204" pitchFamily="34" charset="0"/>
            </a:endParaRPr>
          </a:p>
        </p:txBody>
      </p:sp>
      <p:graphicFrame>
        <p:nvGraphicFramePr>
          <p:cNvPr id="7" name="Table 6">
            <a:extLst>
              <a:ext uri="{FF2B5EF4-FFF2-40B4-BE49-F238E27FC236}">
                <a16:creationId xmlns:a16="http://schemas.microsoft.com/office/drawing/2014/main" id="{29FF08AD-7519-4C4A-8E0D-640DF5BB5E58}"/>
              </a:ext>
            </a:extLst>
          </p:cNvPr>
          <p:cNvGraphicFramePr>
            <a:graphicFrameLocks noGrp="1"/>
          </p:cNvGraphicFramePr>
          <p:nvPr>
            <p:extLst>
              <p:ext uri="{D42A27DB-BD31-4B8C-83A1-F6EECF244321}">
                <p14:modId xmlns:p14="http://schemas.microsoft.com/office/powerpoint/2010/main" val="3294462113"/>
              </p:ext>
            </p:extLst>
          </p:nvPr>
        </p:nvGraphicFramePr>
        <p:xfrm>
          <a:off x="477611" y="3741024"/>
          <a:ext cx="8188780" cy="624305"/>
        </p:xfrm>
        <a:graphic>
          <a:graphicData uri="http://schemas.openxmlformats.org/drawingml/2006/table">
            <a:tbl>
              <a:tblPr firstRow="1" bandRow="1">
                <a:tableStyleId>{D7AC3CCA-C797-4891-BE02-D94E43425B78}</a:tableStyleId>
              </a:tblPr>
              <a:tblGrid>
                <a:gridCol w="1457065">
                  <a:extLst>
                    <a:ext uri="{9D8B030D-6E8A-4147-A177-3AD203B41FA5}">
                      <a16:colId xmlns:a16="http://schemas.microsoft.com/office/drawing/2014/main" val="3905988420"/>
                    </a:ext>
                  </a:extLst>
                </a:gridCol>
                <a:gridCol w="1373073">
                  <a:extLst>
                    <a:ext uri="{9D8B030D-6E8A-4147-A177-3AD203B41FA5}">
                      <a16:colId xmlns:a16="http://schemas.microsoft.com/office/drawing/2014/main" val="2889894460"/>
                    </a:ext>
                  </a:extLst>
                </a:gridCol>
                <a:gridCol w="1206252">
                  <a:extLst>
                    <a:ext uri="{9D8B030D-6E8A-4147-A177-3AD203B41FA5}">
                      <a16:colId xmlns:a16="http://schemas.microsoft.com/office/drawing/2014/main" val="3023211198"/>
                    </a:ext>
                  </a:extLst>
                </a:gridCol>
                <a:gridCol w="1178355">
                  <a:extLst>
                    <a:ext uri="{9D8B030D-6E8A-4147-A177-3AD203B41FA5}">
                      <a16:colId xmlns:a16="http://schemas.microsoft.com/office/drawing/2014/main" val="1762131981"/>
                    </a:ext>
                  </a:extLst>
                </a:gridCol>
                <a:gridCol w="1157014">
                  <a:extLst>
                    <a:ext uri="{9D8B030D-6E8A-4147-A177-3AD203B41FA5}">
                      <a16:colId xmlns:a16="http://schemas.microsoft.com/office/drawing/2014/main" val="445458238"/>
                    </a:ext>
                  </a:extLst>
                </a:gridCol>
                <a:gridCol w="1817021">
                  <a:extLst>
                    <a:ext uri="{9D8B030D-6E8A-4147-A177-3AD203B41FA5}">
                      <a16:colId xmlns:a16="http://schemas.microsoft.com/office/drawing/2014/main" val="1508364941"/>
                    </a:ext>
                  </a:extLst>
                </a:gridCol>
              </a:tblGrid>
              <a:tr h="338555">
                <a:tc>
                  <a:txBody>
                    <a:bodyPr/>
                    <a:lstStyle/>
                    <a:p>
                      <a:r>
                        <a:rPr lang="en-US" sz="1400" dirty="0"/>
                        <a:t>Lecture No:</a:t>
                      </a:r>
                    </a:p>
                  </a:txBody>
                  <a:tcPr marL="68580" marR="68580" marT="34290" marB="34290"/>
                </a:tc>
                <a:tc>
                  <a:txBody>
                    <a:bodyPr/>
                    <a:lstStyle/>
                    <a:p>
                      <a:r>
                        <a:rPr lang="en-US" sz="1400" dirty="0"/>
                        <a:t>7</a:t>
                      </a:r>
                    </a:p>
                  </a:txBody>
                  <a:tcPr marL="68580" marR="68580" marT="34290" marB="34290"/>
                </a:tc>
                <a:tc>
                  <a:txBody>
                    <a:bodyPr/>
                    <a:lstStyle/>
                    <a:p>
                      <a:r>
                        <a:rPr lang="en-US" sz="1400"/>
                        <a:t>Week No:</a:t>
                      </a:r>
                    </a:p>
                  </a:txBody>
                  <a:tcPr marL="68580" marR="68580" marT="34290" marB="34290"/>
                </a:tc>
                <a:tc>
                  <a:txBody>
                    <a:bodyPr/>
                    <a:lstStyle/>
                    <a:p>
                      <a:r>
                        <a:rPr lang="en-US" sz="1400" dirty="0"/>
                        <a:t>4</a:t>
                      </a:r>
                    </a:p>
                  </a:txBody>
                  <a:tcPr marL="68580" marR="68580" marT="34290" marB="34290"/>
                </a:tc>
                <a:tc>
                  <a:txBody>
                    <a:bodyPr/>
                    <a:lstStyle/>
                    <a:p>
                      <a:r>
                        <a:rPr lang="en-US" sz="1400"/>
                        <a:t>Semester:</a:t>
                      </a:r>
                    </a:p>
                  </a:txBody>
                  <a:tcPr marL="68580" marR="68580" marT="34290" marB="34290"/>
                </a:tc>
                <a:tc>
                  <a:txBody>
                    <a:bodyPr/>
                    <a:lstStyle/>
                    <a:p>
                      <a:endParaRPr lang="en-US" sz="1400"/>
                    </a:p>
                  </a:txBody>
                  <a:tcPr marL="68580" marR="68580" marT="34290" marB="34290"/>
                </a:tc>
                <a:extLst>
                  <a:ext uri="{0D108BD9-81ED-4DB2-BD59-A6C34878D82A}">
                    <a16:rowId xmlns:a16="http://schemas.microsoft.com/office/drawing/2014/main" val="2197040212"/>
                  </a:ext>
                </a:extLst>
              </a:tr>
              <a:tr h="28575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mn-lt"/>
                          <a:ea typeface="+mn-ea"/>
                          <a:cs typeface="+mn-cs"/>
                        </a:rPr>
                        <a:t>Lecturer:</a:t>
                      </a:r>
                    </a:p>
                  </a:txBody>
                  <a:tcPr marL="68580" marR="68580" marT="34290" marB="34290"/>
                </a:tc>
                <a:tc gridSpan="5">
                  <a:txBody>
                    <a:bodyPr/>
                    <a:lstStyle/>
                    <a:p>
                      <a:endParaRPr lang="en-US" sz="1400" i="1" dirty="0"/>
                    </a:p>
                  </a:txBody>
                  <a:tcPr marL="68580" marR="68580" marT="34290" marB="34290"/>
                </a:tc>
                <a:tc hMerge="1">
                  <a:txBody>
                    <a:bodyPr/>
                    <a:lstStyle/>
                    <a:p>
                      <a:endParaRPr lang="x-none"/>
                    </a:p>
                  </a:txBody>
                  <a:tcPr/>
                </a:tc>
                <a:tc hMerge="1">
                  <a:txBody>
                    <a:bodyPr/>
                    <a:lstStyle/>
                    <a:p>
                      <a:endParaRPr lang="x-none"/>
                    </a:p>
                  </a:txBody>
                  <a:tcPr/>
                </a:tc>
                <a:tc hMerge="1">
                  <a:txBody>
                    <a:bodyPr/>
                    <a:lstStyle/>
                    <a:p>
                      <a:endParaRPr lang="x-none"/>
                    </a:p>
                  </a:txBody>
                  <a:tcPr/>
                </a:tc>
                <a:tc hMerge="1">
                  <a:txBody>
                    <a:bodyPr/>
                    <a:lstStyle/>
                    <a:p>
                      <a:endParaRPr lang="x-none"/>
                    </a:p>
                  </a:txBody>
                  <a:tcPr/>
                </a:tc>
                <a:extLst>
                  <a:ext uri="{0D108BD9-81ED-4DB2-BD59-A6C34878D82A}">
                    <a16:rowId xmlns:a16="http://schemas.microsoft.com/office/drawing/2014/main" val="2091734565"/>
                  </a:ext>
                </a:extLst>
              </a:tr>
            </a:tbl>
          </a:graphicData>
        </a:graphic>
      </p:graphicFrame>
      <p:sp>
        <p:nvSpPr>
          <p:cNvPr id="8" name="Subtitle 2">
            <a:extLst>
              <a:ext uri="{FF2B5EF4-FFF2-40B4-BE49-F238E27FC236}">
                <a16:creationId xmlns:a16="http://schemas.microsoft.com/office/drawing/2014/main" id="{FF0F860A-68ED-3A45-9B2E-50E8CE1BC6B7}"/>
              </a:ext>
            </a:extLst>
          </p:cNvPr>
          <p:cNvSpPr txBox="1">
            <a:spLocks/>
          </p:cNvSpPr>
          <p:nvPr/>
        </p:nvSpPr>
        <p:spPr>
          <a:xfrm>
            <a:off x="2006351" y="1048169"/>
            <a:ext cx="4019309" cy="363474"/>
          </a:xfrm>
          <a:prstGeom prst="rect">
            <a:avLst/>
          </a:prstGeom>
        </p:spPr>
        <p:txBody>
          <a:bodyPr vert="horz" lIns="68580" tIns="34290" rIns="68580" bIns="3429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pPr>
              <a:buClr>
                <a:prstClr val="white">
                  <a:lumMod val="65000"/>
                </a:prstClr>
              </a:buClr>
            </a:pPr>
            <a:r>
              <a:rPr lang="en-US" sz="1350">
                <a:solidFill>
                  <a:prstClr val="white"/>
                </a:solidFill>
                <a:latin typeface="Calibri"/>
              </a:rPr>
              <a:t>Course Title: Computer Vision &amp; Pattern Recognition</a:t>
            </a:r>
          </a:p>
        </p:txBody>
      </p:sp>
    </p:spTree>
    <p:extLst>
      <p:ext uri="{BB962C8B-B14F-4D97-AF65-F5344CB8AC3E}">
        <p14:creationId xmlns:p14="http://schemas.microsoft.com/office/powerpoint/2010/main" val="700707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A95671B-3CC6-4792-9114-B74FAEA224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BF37437B-6A77-158E-E660-604F68AA7F91}"/>
              </a:ext>
            </a:extLst>
          </p:cNvPr>
          <p:cNvSpPr txBox="1"/>
          <p:nvPr/>
        </p:nvSpPr>
        <p:spPr>
          <a:xfrm>
            <a:off x="228600" y="895350"/>
            <a:ext cx="8763000" cy="1200329"/>
          </a:xfrm>
          <a:prstGeom prst="rect">
            <a:avLst/>
          </a:prstGeom>
          <a:noFill/>
        </p:spPr>
        <p:txBody>
          <a:bodyPr wrap="square" rtlCol="0">
            <a:spAutoFit/>
          </a:bodyPr>
          <a:lstStyle/>
          <a:p>
            <a:pPr marL="342900" indent="-342900">
              <a:buFont typeface="+mj-lt"/>
              <a:buAutoNum type="arabicPeriod"/>
            </a:pPr>
            <a:r>
              <a:rPr lang="en-US" dirty="0">
                <a:latin typeface="Tahoma" panose="020B0604030504040204" pitchFamily="34" charset="0"/>
                <a:ea typeface="Tahoma" panose="020B0604030504040204" pitchFamily="34" charset="0"/>
                <a:cs typeface="Tahoma" panose="020B0604030504040204" pitchFamily="34" charset="0"/>
              </a:rPr>
              <a:t>Import the relevant packages</a:t>
            </a:r>
          </a:p>
          <a:p>
            <a:pPr marL="342900" indent="-342900">
              <a:buFont typeface="+mj-lt"/>
              <a:buAutoNum type="arabicPeriod"/>
            </a:pPr>
            <a:r>
              <a:rPr lang="en-US" dirty="0">
                <a:latin typeface="Tahoma" panose="020B0604030504040204" pitchFamily="34" charset="0"/>
                <a:ea typeface="Tahoma" panose="020B0604030504040204" pitchFamily="34" charset="0"/>
                <a:cs typeface="Tahoma" panose="020B0604030504040204" pitchFamily="34" charset="0"/>
              </a:rPr>
              <a:t>Build a dataset that can fetch one data point at a time</a:t>
            </a:r>
          </a:p>
          <a:p>
            <a:pPr marL="342900" indent="-342900">
              <a:buFont typeface="+mj-lt"/>
              <a:buAutoNum type="arabicPeriod"/>
            </a:pPr>
            <a:r>
              <a:rPr lang="en-US" dirty="0">
                <a:latin typeface="Tahoma" panose="020B0604030504040204" pitchFamily="34" charset="0"/>
                <a:ea typeface="Tahoma" panose="020B0604030504040204" pitchFamily="34" charset="0"/>
                <a:cs typeface="Tahoma" panose="020B0604030504040204" pitchFamily="34" charset="0"/>
              </a:rPr>
              <a:t>Wrapping the data loader (groups data)</a:t>
            </a:r>
          </a:p>
          <a:p>
            <a:pPr marL="342900" indent="-342900">
              <a:buFont typeface="+mj-lt"/>
              <a:buAutoNum type="arabicPeriod"/>
            </a:pPr>
            <a:endParaRPr lang="en-US" dirty="0">
              <a:latin typeface="Tahoma" panose="020B0604030504040204" pitchFamily="34" charset="0"/>
              <a:ea typeface="Tahoma" panose="020B0604030504040204" pitchFamily="34" charset="0"/>
              <a:cs typeface="Tahoma" panose="020B0604030504040204" pitchFamily="34" charset="0"/>
            </a:endParaRPr>
          </a:p>
        </p:txBody>
      </p:sp>
      <p:pic>
        <p:nvPicPr>
          <p:cNvPr id="8" name="Picture 7">
            <a:extLst>
              <a:ext uri="{FF2B5EF4-FFF2-40B4-BE49-F238E27FC236}">
                <a16:creationId xmlns:a16="http://schemas.microsoft.com/office/drawing/2014/main" id="{4A0DCC49-ADF3-2671-9639-5B2A5D2F3D15}"/>
              </a:ext>
            </a:extLst>
          </p:cNvPr>
          <p:cNvPicPr>
            <a:picLocks noChangeAspect="1"/>
          </p:cNvPicPr>
          <p:nvPr/>
        </p:nvPicPr>
        <p:blipFill>
          <a:blip r:embed="rId2"/>
          <a:stretch>
            <a:fillRect/>
          </a:stretch>
        </p:blipFill>
        <p:spPr>
          <a:xfrm>
            <a:off x="486918" y="1962150"/>
            <a:ext cx="4467225" cy="847725"/>
          </a:xfrm>
          <a:prstGeom prst="rect">
            <a:avLst/>
          </a:prstGeom>
        </p:spPr>
      </p:pic>
      <p:cxnSp>
        <p:nvCxnSpPr>
          <p:cNvPr id="12" name="Straight Arrow Connector 11">
            <a:extLst>
              <a:ext uri="{FF2B5EF4-FFF2-40B4-BE49-F238E27FC236}">
                <a16:creationId xmlns:a16="http://schemas.microsoft.com/office/drawing/2014/main" id="{DB61BCC9-4230-ACAB-03B5-1CF050FDE6F4}"/>
              </a:ext>
            </a:extLst>
          </p:cNvPr>
          <p:cNvCxnSpPr>
            <a:cxnSpLocks/>
            <a:endCxn id="13" idx="7"/>
          </p:cNvCxnSpPr>
          <p:nvPr/>
        </p:nvCxnSpPr>
        <p:spPr>
          <a:xfrm flipH="1">
            <a:off x="2006283" y="2571750"/>
            <a:ext cx="1346517" cy="354381"/>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13" name="Oval 12">
            <a:extLst>
              <a:ext uri="{FF2B5EF4-FFF2-40B4-BE49-F238E27FC236}">
                <a16:creationId xmlns:a16="http://schemas.microsoft.com/office/drawing/2014/main" id="{365FCF6A-4D59-9D57-77CF-8AB41C53A0CD}"/>
              </a:ext>
            </a:extLst>
          </p:cNvPr>
          <p:cNvSpPr/>
          <p:nvPr/>
        </p:nvSpPr>
        <p:spPr>
          <a:xfrm>
            <a:off x="510345" y="2790825"/>
            <a:ext cx="1752600" cy="923925"/>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sz="1400" dirty="0">
                <a:latin typeface="Tahoma" panose="020B0604030504040204" pitchFamily="34" charset="0"/>
                <a:ea typeface="Tahoma" panose="020B0604030504040204" pitchFamily="34" charset="0"/>
                <a:cs typeface="Tahoma" panose="020B0604030504040204" pitchFamily="34" charset="0"/>
              </a:rPr>
              <a:t>32 data points</a:t>
            </a:r>
          </a:p>
        </p:txBody>
      </p:sp>
      <p:cxnSp>
        <p:nvCxnSpPr>
          <p:cNvPr id="15" name="Straight Arrow Connector 14">
            <a:extLst>
              <a:ext uri="{FF2B5EF4-FFF2-40B4-BE49-F238E27FC236}">
                <a16:creationId xmlns:a16="http://schemas.microsoft.com/office/drawing/2014/main" id="{E8D419F3-D8C8-94D3-B62C-6A4E5864FEAB}"/>
              </a:ext>
            </a:extLst>
          </p:cNvPr>
          <p:cNvCxnSpPr>
            <a:cxnSpLocks/>
            <a:endCxn id="16" idx="7"/>
          </p:cNvCxnSpPr>
          <p:nvPr/>
        </p:nvCxnSpPr>
        <p:spPr>
          <a:xfrm flipH="1">
            <a:off x="3731663" y="2571750"/>
            <a:ext cx="611737" cy="38049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16" name="Oval 15">
            <a:extLst>
              <a:ext uri="{FF2B5EF4-FFF2-40B4-BE49-F238E27FC236}">
                <a16:creationId xmlns:a16="http://schemas.microsoft.com/office/drawing/2014/main" id="{AB6CA0D7-1023-9945-7165-C55281FFD20D}"/>
              </a:ext>
            </a:extLst>
          </p:cNvPr>
          <p:cNvSpPr/>
          <p:nvPr/>
        </p:nvSpPr>
        <p:spPr>
          <a:xfrm>
            <a:off x="2513232" y="2843291"/>
            <a:ext cx="1427481" cy="743953"/>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sz="1400" dirty="0">
                <a:latin typeface="Tahoma" panose="020B0604030504040204" pitchFamily="34" charset="0"/>
                <a:ea typeface="Tahoma" panose="020B0604030504040204" pitchFamily="34" charset="0"/>
                <a:cs typeface="Tahoma" panose="020B0604030504040204" pitchFamily="34" charset="0"/>
              </a:rPr>
              <a:t>Random 32</a:t>
            </a:r>
          </a:p>
        </p:txBody>
      </p:sp>
      <p:sp>
        <p:nvSpPr>
          <p:cNvPr id="17" name="TextBox 16">
            <a:extLst>
              <a:ext uri="{FF2B5EF4-FFF2-40B4-BE49-F238E27FC236}">
                <a16:creationId xmlns:a16="http://schemas.microsoft.com/office/drawing/2014/main" id="{C7D29AC6-C491-97D5-A865-D19287D369DF}"/>
              </a:ext>
            </a:extLst>
          </p:cNvPr>
          <p:cNvSpPr txBox="1"/>
          <p:nvPr/>
        </p:nvSpPr>
        <p:spPr>
          <a:xfrm>
            <a:off x="152400" y="3850149"/>
            <a:ext cx="2651570" cy="923330"/>
          </a:xfrm>
          <a:prstGeom prst="rect">
            <a:avLst/>
          </a:prstGeom>
          <a:noFill/>
        </p:spPr>
        <p:txBody>
          <a:bodyPr wrap="square" rtlCol="0">
            <a:spAutoFit/>
          </a:bodyPr>
          <a:lstStyle/>
          <a:p>
            <a:r>
              <a:rPr lang="en-US" dirty="0">
                <a:latin typeface="Tahoma" panose="020B0604030504040204" pitchFamily="34" charset="0"/>
                <a:ea typeface="Tahoma" panose="020B0604030504040204" pitchFamily="34" charset="0"/>
                <a:cs typeface="Tahoma" panose="020B0604030504040204" pitchFamily="34" charset="0"/>
              </a:rPr>
              <a:t>Assume, 90 data points;</a:t>
            </a:r>
          </a:p>
          <a:p>
            <a:r>
              <a:rPr lang="en-US" dirty="0">
                <a:latin typeface="Tahoma" panose="020B0604030504040204" pitchFamily="34" charset="0"/>
                <a:ea typeface="Tahoma" panose="020B0604030504040204" pitchFamily="34" charset="0"/>
                <a:cs typeface="Tahoma" panose="020B0604030504040204" pitchFamily="34" charset="0"/>
              </a:rPr>
              <a:t>Epoch1: 32, 32, 26</a:t>
            </a:r>
          </a:p>
          <a:p>
            <a:r>
              <a:rPr lang="en-US" dirty="0">
                <a:latin typeface="Tahoma" panose="020B0604030504040204" pitchFamily="34" charset="0"/>
                <a:ea typeface="Tahoma" panose="020B0604030504040204" pitchFamily="34" charset="0"/>
                <a:cs typeface="Tahoma" panose="020B0604030504040204" pitchFamily="34" charset="0"/>
              </a:rPr>
              <a:t>Epoch2: 32, 32, 26</a:t>
            </a:r>
          </a:p>
        </p:txBody>
      </p:sp>
      <p:cxnSp>
        <p:nvCxnSpPr>
          <p:cNvPr id="21" name="Straight Arrow Connector 20">
            <a:extLst>
              <a:ext uri="{FF2B5EF4-FFF2-40B4-BE49-F238E27FC236}">
                <a16:creationId xmlns:a16="http://schemas.microsoft.com/office/drawing/2014/main" id="{861B6FD7-D1F7-4284-38DC-89D905BCB536}"/>
              </a:ext>
            </a:extLst>
          </p:cNvPr>
          <p:cNvCxnSpPr/>
          <p:nvPr/>
        </p:nvCxnSpPr>
        <p:spPr>
          <a:xfrm flipV="1">
            <a:off x="2222341" y="4354479"/>
            <a:ext cx="914400" cy="23576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22" name="Oval 21">
            <a:extLst>
              <a:ext uri="{FF2B5EF4-FFF2-40B4-BE49-F238E27FC236}">
                <a16:creationId xmlns:a16="http://schemas.microsoft.com/office/drawing/2014/main" id="{0B2B603A-9E99-35D0-AC77-A80C7227A47A}"/>
              </a:ext>
            </a:extLst>
          </p:cNvPr>
          <p:cNvSpPr/>
          <p:nvPr/>
        </p:nvSpPr>
        <p:spPr>
          <a:xfrm>
            <a:off x="3136740" y="3876675"/>
            <a:ext cx="2069941" cy="923330"/>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latin typeface="Tahoma" panose="020B0604030504040204" pitchFamily="34" charset="0"/>
                <a:ea typeface="Tahoma" panose="020B0604030504040204" pitchFamily="34" charset="0"/>
                <a:cs typeface="Tahoma" panose="020B0604030504040204" pitchFamily="34" charset="0"/>
              </a:rPr>
              <a:t>Different combination</a:t>
            </a:r>
          </a:p>
        </p:txBody>
      </p:sp>
      <p:pic>
        <p:nvPicPr>
          <p:cNvPr id="24" name="Picture 23">
            <a:extLst>
              <a:ext uri="{FF2B5EF4-FFF2-40B4-BE49-F238E27FC236}">
                <a16:creationId xmlns:a16="http://schemas.microsoft.com/office/drawing/2014/main" id="{A8696AB1-56A7-B5D3-EC47-EACB1CCCE335}"/>
              </a:ext>
            </a:extLst>
          </p:cNvPr>
          <p:cNvPicPr>
            <a:picLocks noChangeAspect="1"/>
          </p:cNvPicPr>
          <p:nvPr/>
        </p:nvPicPr>
        <p:blipFill>
          <a:blip r:embed="rId3"/>
          <a:stretch>
            <a:fillRect/>
          </a:stretch>
        </p:blipFill>
        <p:spPr>
          <a:xfrm>
            <a:off x="5585654" y="1962150"/>
            <a:ext cx="3329745" cy="2351632"/>
          </a:xfrm>
          <a:prstGeom prst="rect">
            <a:avLst/>
          </a:prstGeom>
        </p:spPr>
      </p:pic>
      <p:cxnSp>
        <p:nvCxnSpPr>
          <p:cNvPr id="26" name="Straight Arrow Connector 25">
            <a:extLst>
              <a:ext uri="{FF2B5EF4-FFF2-40B4-BE49-F238E27FC236}">
                <a16:creationId xmlns:a16="http://schemas.microsoft.com/office/drawing/2014/main" id="{67EECCD0-5E56-98C9-0A5A-3E8CB583802D}"/>
              </a:ext>
            </a:extLst>
          </p:cNvPr>
          <p:cNvCxnSpPr>
            <a:cxnSpLocks/>
          </p:cNvCxnSpPr>
          <p:nvPr/>
        </p:nvCxnSpPr>
        <p:spPr>
          <a:xfrm flipH="1" flipV="1">
            <a:off x="7010400" y="1123950"/>
            <a:ext cx="299033" cy="834941"/>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29" name="Rectangle 28">
            <a:extLst>
              <a:ext uri="{FF2B5EF4-FFF2-40B4-BE49-F238E27FC236}">
                <a16:creationId xmlns:a16="http://schemas.microsoft.com/office/drawing/2014/main" id="{EF80607A-1A12-F9B4-B9FF-4D78DE5C317E}"/>
              </a:ext>
            </a:extLst>
          </p:cNvPr>
          <p:cNvSpPr/>
          <p:nvPr/>
        </p:nvSpPr>
        <p:spPr>
          <a:xfrm>
            <a:off x="6553200" y="548312"/>
            <a:ext cx="1219200" cy="59188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300" dirty="0">
                <a:latin typeface="Tahoma" panose="020B0604030504040204" pitchFamily="34" charset="0"/>
                <a:ea typeface="Tahoma" panose="020B0604030504040204" pitchFamily="34" charset="0"/>
                <a:cs typeface="Tahoma" panose="020B0604030504040204" pitchFamily="34" charset="0"/>
              </a:rPr>
              <a:t>Derived Class of Dataset</a:t>
            </a:r>
          </a:p>
        </p:txBody>
      </p:sp>
      <p:cxnSp>
        <p:nvCxnSpPr>
          <p:cNvPr id="32" name="Straight Arrow Connector 31">
            <a:extLst>
              <a:ext uri="{FF2B5EF4-FFF2-40B4-BE49-F238E27FC236}">
                <a16:creationId xmlns:a16="http://schemas.microsoft.com/office/drawing/2014/main" id="{5B6C982D-FEFA-9616-0527-3374BB5E1492}"/>
              </a:ext>
            </a:extLst>
          </p:cNvPr>
          <p:cNvCxnSpPr>
            <a:cxnSpLocks/>
          </p:cNvCxnSpPr>
          <p:nvPr/>
        </p:nvCxnSpPr>
        <p:spPr>
          <a:xfrm flipV="1">
            <a:off x="6934200" y="1859756"/>
            <a:ext cx="731909" cy="1321594"/>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34" name="Straight Arrow Connector 33">
            <a:extLst>
              <a:ext uri="{FF2B5EF4-FFF2-40B4-BE49-F238E27FC236}">
                <a16:creationId xmlns:a16="http://schemas.microsoft.com/office/drawing/2014/main" id="{993E0CA6-61FA-5C6D-3B3A-0784972E64A3}"/>
              </a:ext>
            </a:extLst>
          </p:cNvPr>
          <p:cNvCxnSpPr>
            <a:cxnSpLocks/>
          </p:cNvCxnSpPr>
          <p:nvPr/>
        </p:nvCxnSpPr>
        <p:spPr>
          <a:xfrm flipV="1">
            <a:off x="6553200" y="1859756"/>
            <a:ext cx="990600" cy="330994"/>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36" name="Straight Arrow Connector 35">
            <a:extLst>
              <a:ext uri="{FF2B5EF4-FFF2-40B4-BE49-F238E27FC236}">
                <a16:creationId xmlns:a16="http://schemas.microsoft.com/office/drawing/2014/main" id="{95300EC1-2FCB-7C97-1B64-A32F06616FC9}"/>
              </a:ext>
            </a:extLst>
          </p:cNvPr>
          <p:cNvCxnSpPr>
            <a:cxnSpLocks/>
          </p:cNvCxnSpPr>
          <p:nvPr/>
        </p:nvCxnSpPr>
        <p:spPr>
          <a:xfrm flipV="1">
            <a:off x="6705600" y="1958891"/>
            <a:ext cx="1142999" cy="20606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1" name="Rectangle 40">
            <a:extLst>
              <a:ext uri="{FF2B5EF4-FFF2-40B4-BE49-F238E27FC236}">
                <a16:creationId xmlns:a16="http://schemas.microsoft.com/office/drawing/2014/main" id="{5EA41036-4F5C-FBCE-135D-DCA54040536D}"/>
              </a:ext>
            </a:extLst>
          </p:cNvPr>
          <p:cNvSpPr/>
          <p:nvPr/>
        </p:nvSpPr>
        <p:spPr>
          <a:xfrm>
            <a:off x="7385634" y="1247954"/>
            <a:ext cx="1529766" cy="53840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300" dirty="0">
                <a:latin typeface="Tahoma" panose="020B0604030504040204" pitchFamily="34" charset="0"/>
                <a:ea typeface="Tahoma" panose="020B0604030504040204" pitchFamily="34" charset="0"/>
                <a:cs typeface="Tahoma" panose="020B0604030504040204" pitchFamily="34" charset="0"/>
              </a:rPr>
              <a:t>Magic Methods</a:t>
            </a:r>
          </a:p>
        </p:txBody>
      </p:sp>
      <p:sp>
        <p:nvSpPr>
          <p:cNvPr id="43" name="Title 42">
            <a:extLst>
              <a:ext uri="{FF2B5EF4-FFF2-40B4-BE49-F238E27FC236}">
                <a16:creationId xmlns:a16="http://schemas.microsoft.com/office/drawing/2014/main" id="{EBD09228-7DB2-F738-212F-4D5DDE2952D5}"/>
              </a:ext>
            </a:extLst>
          </p:cNvPr>
          <p:cNvSpPr>
            <a:spLocks noGrp="1"/>
          </p:cNvSpPr>
          <p:nvPr>
            <p:ph type="title"/>
          </p:nvPr>
        </p:nvSpPr>
        <p:spPr/>
        <p:txBody>
          <a:bodyPr/>
          <a:lstStyle/>
          <a:p>
            <a:endParaRPr lang="en-US"/>
          </a:p>
        </p:txBody>
      </p:sp>
      <p:sp>
        <p:nvSpPr>
          <p:cNvPr id="44" name="Title 1">
            <a:extLst>
              <a:ext uri="{FF2B5EF4-FFF2-40B4-BE49-F238E27FC236}">
                <a16:creationId xmlns:a16="http://schemas.microsoft.com/office/drawing/2014/main" id="{F86CAFA5-6053-3955-0DD4-FC7D0D7F3664}"/>
              </a:ext>
            </a:extLst>
          </p:cNvPr>
          <p:cNvSpPr txBox="1">
            <a:spLocks/>
          </p:cNvSpPr>
          <p:nvPr/>
        </p:nvSpPr>
        <p:spPr>
          <a:xfrm>
            <a:off x="390842" y="136143"/>
            <a:ext cx="8362315" cy="423193"/>
          </a:xfrm>
          <a:prstGeom prst="rect">
            <a:avLst/>
          </a:prstGeom>
        </p:spPr>
        <p:txBody>
          <a:bodyPr wrap="square" lIns="0" tIns="0" rIns="0" bIns="0">
            <a:spAutoFit/>
          </a:bodyPr>
          <a:lstStyle>
            <a:lvl1pPr>
              <a:defRPr sz="2750" b="0" i="0">
                <a:solidFill>
                  <a:schemeClr val="tx1"/>
                </a:solidFill>
                <a:latin typeface="Tahoma"/>
                <a:ea typeface="+mj-ea"/>
                <a:cs typeface="Tahoma"/>
              </a:defRPr>
            </a:lvl1pPr>
          </a:lstStyle>
          <a:p>
            <a:pPr algn="ctr"/>
            <a:r>
              <a:rPr lang="en-US"/>
              <a:t>Steps of Training a NN</a:t>
            </a:r>
            <a:endParaRPr lang="en-US" dirty="0"/>
          </a:p>
        </p:txBody>
      </p:sp>
    </p:spTree>
    <p:extLst>
      <p:ext uri="{BB962C8B-B14F-4D97-AF65-F5344CB8AC3E}">
        <p14:creationId xmlns:p14="http://schemas.microsoft.com/office/powerpoint/2010/main" val="3800238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4"/>
                                        </p:tgtEl>
                                        <p:attrNameLst>
                                          <p:attrName>style.visibility</p:attrName>
                                        </p:attrNameLst>
                                      </p:cBhvr>
                                      <p:to>
                                        <p:strVal val="visible"/>
                                      </p:to>
                                    </p:set>
                                    <p:animEffect transition="in" filter="fade">
                                      <p:cBhvr>
                                        <p:cTn id="21" dur="500"/>
                                        <p:tgtEl>
                                          <p:spTgt spid="34"/>
                                        </p:tgtEl>
                                      </p:cBhvr>
                                    </p:animEffect>
                                  </p:childTnLst>
                                </p:cTn>
                              </p:par>
                              <p:par>
                                <p:cTn id="22" presetID="10" presetClass="entr" presetSubtype="0" fill="hold" nodeType="withEffect">
                                  <p:stCondLst>
                                    <p:cond delay="0"/>
                                  </p:stCondLst>
                                  <p:childTnLst>
                                    <p:set>
                                      <p:cBhvr>
                                        <p:cTn id="23" dur="1" fill="hold">
                                          <p:stCondLst>
                                            <p:cond delay="0"/>
                                          </p:stCondLst>
                                        </p:cTn>
                                        <p:tgtEl>
                                          <p:spTgt spid="32"/>
                                        </p:tgtEl>
                                        <p:attrNameLst>
                                          <p:attrName>style.visibility</p:attrName>
                                        </p:attrNameLst>
                                      </p:cBhvr>
                                      <p:to>
                                        <p:strVal val="visible"/>
                                      </p:to>
                                    </p:set>
                                    <p:animEffect transition="in" filter="fade">
                                      <p:cBhvr>
                                        <p:cTn id="24" dur="500"/>
                                        <p:tgtEl>
                                          <p:spTgt spid="32"/>
                                        </p:tgtEl>
                                      </p:cBhvr>
                                    </p:animEffect>
                                  </p:childTnLst>
                                </p:cTn>
                              </p:par>
                              <p:par>
                                <p:cTn id="25" presetID="10" presetClass="entr" presetSubtype="0" fill="hold" nodeType="withEffect">
                                  <p:stCondLst>
                                    <p:cond delay="0"/>
                                  </p:stCondLst>
                                  <p:childTnLst>
                                    <p:set>
                                      <p:cBhvr>
                                        <p:cTn id="26" dur="1" fill="hold">
                                          <p:stCondLst>
                                            <p:cond delay="0"/>
                                          </p:stCondLst>
                                        </p:cTn>
                                        <p:tgtEl>
                                          <p:spTgt spid="36"/>
                                        </p:tgtEl>
                                        <p:attrNameLst>
                                          <p:attrName>style.visibility</p:attrName>
                                        </p:attrNameLst>
                                      </p:cBhvr>
                                      <p:to>
                                        <p:strVal val="visible"/>
                                      </p:to>
                                    </p:set>
                                    <p:animEffect transition="in" filter="fade">
                                      <p:cBhvr>
                                        <p:cTn id="27" dur="500"/>
                                        <p:tgtEl>
                                          <p:spTgt spid="36"/>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41"/>
                                        </p:tgtEl>
                                        <p:attrNameLst>
                                          <p:attrName>style.visibility</p:attrName>
                                        </p:attrNameLst>
                                      </p:cBhvr>
                                      <p:to>
                                        <p:strVal val="visible"/>
                                      </p:to>
                                    </p:set>
                                    <p:animEffect transition="in" filter="fade">
                                      <p:cBhvr>
                                        <p:cTn id="30" dur="500"/>
                                        <p:tgtEl>
                                          <p:spTgt spid="41"/>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3"/>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6"/>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5"/>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7"/>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21"/>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6" grpId="0" animBg="1"/>
      <p:bldP spid="17" grpId="0"/>
      <p:bldP spid="22" grpId="0" animBg="1"/>
      <p:bldP spid="29" grpId="0" animBg="1"/>
      <p:bldP spid="41"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724209-5D88-58C2-EB74-1404E083A958}"/>
              </a:ext>
            </a:extLst>
          </p:cNvPr>
          <p:cNvSpPr>
            <a:spLocks noGrp="1"/>
          </p:cNvSpPr>
          <p:nvPr>
            <p:ph type="title"/>
          </p:nvPr>
        </p:nvSpPr>
        <p:spPr>
          <a:xfrm>
            <a:off x="390842" y="136143"/>
            <a:ext cx="8362315" cy="423193"/>
          </a:xfrm>
        </p:spPr>
        <p:txBody>
          <a:bodyPr/>
          <a:lstStyle/>
          <a:p>
            <a:pPr algn="ctr"/>
            <a:r>
              <a:rPr lang="en-US" dirty="0"/>
              <a:t>Steps of Training a NN</a:t>
            </a:r>
          </a:p>
        </p:txBody>
      </p:sp>
      <p:sp>
        <p:nvSpPr>
          <p:cNvPr id="4" name="TextBox 3">
            <a:extLst>
              <a:ext uri="{FF2B5EF4-FFF2-40B4-BE49-F238E27FC236}">
                <a16:creationId xmlns:a16="http://schemas.microsoft.com/office/drawing/2014/main" id="{F7C1910D-464E-70EC-8472-14E55D64D7AA}"/>
              </a:ext>
            </a:extLst>
          </p:cNvPr>
          <p:cNvSpPr txBox="1"/>
          <p:nvPr/>
        </p:nvSpPr>
        <p:spPr>
          <a:xfrm>
            <a:off x="228600" y="895350"/>
            <a:ext cx="8763000" cy="369332"/>
          </a:xfrm>
          <a:prstGeom prst="rect">
            <a:avLst/>
          </a:prstGeom>
          <a:noFill/>
        </p:spPr>
        <p:txBody>
          <a:bodyPr wrap="square" rtlCol="0">
            <a:spAutoFit/>
          </a:bodyPr>
          <a:lstStyle/>
          <a:p>
            <a:r>
              <a:rPr lang="en-US" dirty="0">
                <a:latin typeface="Tahoma" panose="020B0604030504040204" pitchFamily="34" charset="0"/>
                <a:ea typeface="Tahoma" panose="020B0604030504040204" pitchFamily="34" charset="0"/>
                <a:cs typeface="Tahoma" panose="020B0604030504040204" pitchFamily="34" charset="0"/>
              </a:rPr>
              <a:t>4. Building the Model</a:t>
            </a:r>
          </a:p>
        </p:txBody>
      </p:sp>
      <p:pic>
        <p:nvPicPr>
          <p:cNvPr id="6" name="Picture 5">
            <a:extLst>
              <a:ext uri="{FF2B5EF4-FFF2-40B4-BE49-F238E27FC236}">
                <a16:creationId xmlns:a16="http://schemas.microsoft.com/office/drawing/2014/main" id="{8CB764C0-8D24-27F2-4215-BCD16771589B}"/>
              </a:ext>
            </a:extLst>
          </p:cNvPr>
          <p:cNvPicPr>
            <a:picLocks noChangeAspect="1"/>
          </p:cNvPicPr>
          <p:nvPr/>
        </p:nvPicPr>
        <p:blipFill>
          <a:blip r:embed="rId2"/>
          <a:stretch>
            <a:fillRect/>
          </a:stretch>
        </p:blipFill>
        <p:spPr>
          <a:xfrm>
            <a:off x="228600" y="1390650"/>
            <a:ext cx="5061856" cy="2362200"/>
          </a:xfrm>
          <a:prstGeom prst="rect">
            <a:avLst/>
          </a:prstGeom>
        </p:spPr>
      </p:pic>
      <p:cxnSp>
        <p:nvCxnSpPr>
          <p:cNvPr id="8" name="Straight Arrow Connector 7">
            <a:extLst>
              <a:ext uri="{FF2B5EF4-FFF2-40B4-BE49-F238E27FC236}">
                <a16:creationId xmlns:a16="http://schemas.microsoft.com/office/drawing/2014/main" id="{1E1BA0C9-A05A-B9B1-5D8B-85C41CA428D2}"/>
              </a:ext>
            </a:extLst>
          </p:cNvPr>
          <p:cNvCxnSpPr/>
          <p:nvPr/>
        </p:nvCxnSpPr>
        <p:spPr>
          <a:xfrm flipV="1">
            <a:off x="2561945" y="1045329"/>
            <a:ext cx="2743200" cy="1110734"/>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9" name="Rectangle 8">
            <a:extLst>
              <a:ext uri="{FF2B5EF4-FFF2-40B4-BE49-F238E27FC236}">
                <a16:creationId xmlns:a16="http://schemas.microsoft.com/office/drawing/2014/main" id="{87A80D3C-E3DF-E66C-5748-C7630B9F5E95}"/>
              </a:ext>
            </a:extLst>
          </p:cNvPr>
          <p:cNvSpPr/>
          <p:nvPr/>
        </p:nvSpPr>
        <p:spPr>
          <a:xfrm>
            <a:off x="5562600" y="742950"/>
            <a:ext cx="3190557" cy="42319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Tahoma" panose="020B0604030504040204" pitchFamily="34" charset="0"/>
                <a:ea typeface="Tahoma" panose="020B0604030504040204" pitchFamily="34" charset="0"/>
                <a:cs typeface="Tahoma" panose="020B0604030504040204" pitchFamily="34" charset="0"/>
              </a:rPr>
              <a:t>Flattening the images</a:t>
            </a:r>
          </a:p>
        </p:txBody>
      </p:sp>
      <p:sp>
        <p:nvSpPr>
          <p:cNvPr id="10" name="Rectangle 9">
            <a:extLst>
              <a:ext uri="{FF2B5EF4-FFF2-40B4-BE49-F238E27FC236}">
                <a16:creationId xmlns:a16="http://schemas.microsoft.com/office/drawing/2014/main" id="{77C9ECFF-EFD6-59BD-4BE7-34860DC37F70}"/>
              </a:ext>
            </a:extLst>
          </p:cNvPr>
          <p:cNvSpPr/>
          <p:nvPr/>
        </p:nvSpPr>
        <p:spPr>
          <a:xfrm>
            <a:off x="5569945" y="1359129"/>
            <a:ext cx="3190557" cy="42319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Tahoma" panose="020B0604030504040204" pitchFamily="34" charset="0"/>
                <a:ea typeface="Tahoma" panose="020B0604030504040204" pitchFamily="34" charset="0"/>
                <a:cs typeface="Tahoma" panose="020B0604030504040204" pitchFamily="34" charset="0"/>
              </a:rPr>
              <a:t>Hidden Layers</a:t>
            </a:r>
          </a:p>
        </p:txBody>
      </p:sp>
      <p:cxnSp>
        <p:nvCxnSpPr>
          <p:cNvPr id="11" name="Straight Arrow Connector 10">
            <a:extLst>
              <a:ext uri="{FF2B5EF4-FFF2-40B4-BE49-F238E27FC236}">
                <a16:creationId xmlns:a16="http://schemas.microsoft.com/office/drawing/2014/main" id="{A341AC9C-1568-4E5D-8852-AE125FCEDC66}"/>
              </a:ext>
            </a:extLst>
          </p:cNvPr>
          <p:cNvCxnSpPr>
            <a:cxnSpLocks/>
          </p:cNvCxnSpPr>
          <p:nvPr/>
        </p:nvCxnSpPr>
        <p:spPr>
          <a:xfrm flipV="1">
            <a:off x="3352800" y="1567061"/>
            <a:ext cx="2104745" cy="589002"/>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14" name="Rectangle 13">
            <a:extLst>
              <a:ext uri="{FF2B5EF4-FFF2-40B4-BE49-F238E27FC236}">
                <a16:creationId xmlns:a16="http://schemas.microsoft.com/office/drawing/2014/main" id="{9D243FBD-C5E4-8143-D42D-AC02407A24C3}"/>
              </a:ext>
            </a:extLst>
          </p:cNvPr>
          <p:cNvSpPr/>
          <p:nvPr/>
        </p:nvSpPr>
        <p:spPr>
          <a:xfrm>
            <a:off x="5569945" y="1944466"/>
            <a:ext cx="3190557" cy="42319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Tahoma" panose="020B0604030504040204" pitchFamily="34" charset="0"/>
                <a:ea typeface="Tahoma" panose="020B0604030504040204" pitchFamily="34" charset="0"/>
                <a:cs typeface="Tahoma" panose="020B0604030504040204" pitchFamily="34" charset="0"/>
              </a:rPr>
              <a:t>Hidden Layer Activation</a:t>
            </a:r>
          </a:p>
        </p:txBody>
      </p:sp>
      <p:cxnSp>
        <p:nvCxnSpPr>
          <p:cNvPr id="17" name="Straight Arrow Connector 16">
            <a:extLst>
              <a:ext uri="{FF2B5EF4-FFF2-40B4-BE49-F238E27FC236}">
                <a16:creationId xmlns:a16="http://schemas.microsoft.com/office/drawing/2014/main" id="{FDC33748-86D9-4E09-2294-4F29714F0ACD}"/>
              </a:ext>
            </a:extLst>
          </p:cNvPr>
          <p:cNvCxnSpPr>
            <a:cxnSpLocks/>
          </p:cNvCxnSpPr>
          <p:nvPr/>
        </p:nvCxnSpPr>
        <p:spPr>
          <a:xfrm flipV="1">
            <a:off x="2133600" y="2070953"/>
            <a:ext cx="3380145" cy="500797"/>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19" name="Rectangle 18">
            <a:extLst>
              <a:ext uri="{FF2B5EF4-FFF2-40B4-BE49-F238E27FC236}">
                <a16:creationId xmlns:a16="http://schemas.microsoft.com/office/drawing/2014/main" id="{A2B1DD17-8491-AA1A-8427-717E356B0F73}"/>
              </a:ext>
            </a:extLst>
          </p:cNvPr>
          <p:cNvSpPr/>
          <p:nvPr/>
        </p:nvSpPr>
        <p:spPr>
          <a:xfrm>
            <a:off x="5569945" y="2506802"/>
            <a:ext cx="3190557" cy="42319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Tahoma" panose="020B0604030504040204" pitchFamily="34" charset="0"/>
                <a:ea typeface="Tahoma" panose="020B0604030504040204" pitchFamily="34" charset="0"/>
                <a:cs typeface="Tahoma" panose="020B0604030504040204" pitchFamily="34" charset="0"/>
              </a:rPr>
              <a:t>Output classes 10</a:t>
            </a:r>
          </a:p>
        </p:txBody>
      </p:sp>
      <p:cxnSp>
        <p:nvCxnSpPr>
          <p:cNvPr id="20" name="Straight Arrow Connector 19">
            <a:extLst>
              <a:ext uri="{FF2B5EF4-FFF2-40B4-BE49-F238E27FC236}">
                <a16:creationId xmlns:a16="http://schemas.microsoft.com/office/drawing/2014/main" id="{A1934354-1C13-503C-DC9C-EEF816756233}"/>
              </a:ext>
            </a:extLst>
          </p:cNvPr>
          <p:cNvCxnSpPr>
            <a:cxnSpLocks/>
          </p:cNvCxnSpPr>
          <p:nvPr/>
        </p:nvCxnSpPr>
        <p:spPr>
          <a:xfrm flipV="1">
            <a:off x="2971800" y="2673274"/>
            <a:ext cx="2570045" cy="24444"/>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23" name="Rectangle 22">
            <a:extLst>
              <a:ext uri="{FF2B5EF4-FFF2-40B4-BE49-F238E27FC236}">
                <a16:creationId xmlns:a16="http://schemas.microsoft.com/office/drawing/2014/main" id="{5B40AB53-9A0A-7B3F-120C-EF3F35D4A1A9}"/>
              </a:ext>
            </a:extLst>
          </p:cNvPr>
          <p:cNvSpPr/>
          <p:nvPr/>
        </p:nvSpPr>
        <p:spPr>
          <a:xfrm>
            <a:off x="5569945" y="3013687"/>
            <a:ext cx="3190557" cy="42319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Tahoma" panose="020B0604030504040204" pitchFamily="34" charset="0"/>
                <a:ea typeface="Tahoma" panose="020B0604030504040204" pitchFamily="34" charset="0"/>
                <a:cs typeface="Tahoma" panose="020B0604030504040204" pitchFamily="34" charset="0"/>
              </a:rPr>
              <a:t>Loss function for Categorical</a:t>
            </a:r>
          </a:p>
        </p:txBody>
      </p:sp>
      <p:cxnSp>
        <p:nvCxnSpPr>
          <p:cNvPr id="24" name="Straight Arrow Connector 23">
            <a:extLst>
              <a:ext uri="{FF2B5EF4-FFF2-40B4-BE49-F238E27FC236}">
                <a16:creationId xmlns:a16="http://schemas.microsoft.com/office/drawing/2014/main" id="{BF9572E3-0641-FFA4-36F3-8F0A1A4ADDD6}"/>
              </a:ext>
            </a:extLst>
          </p:cNvPr>
          <p:cNvCxnSpPr>
            <a:cxnSpLocks/>
          </p:cNvCxnSpPr>
          <p:nvPr/>
        </p:nvCxnSpPr>
        <p:spPr>
          <a:xfrm>
            <a:off x="4038600" y="3069138"/>
            <a:ext cx="1503245" cy="111021"/>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26" name="Rectangle 25">
            <a:extLst>
              <a:ext uri="{FF2B5EF4-FFF2-40B4-BE49-F238E27FC236}">
                <a16:creationId xmlns:a16="http://schemas.microsoft.com/office/drawing/2014/main" id="{B80F301B-F642-8D79-8254-B7BEA33554EF}"/>
              </a:ext>
            </a:extLst>
          </p:cNvPr>
          <p:cNvSpPr/>
          <p:nvPr/>
        </p:nvSpPr>
        <p:spPr>
          <a:xfrm>
            <a:off x="5545157" y="3529163"/>
            <a:ext cx="3190557" cy="42319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Tahoma" panose="020B0604030504040204" pitchFamily="34" charset="0"/>
                <a:ea typeface="Tahoma" panose="020B0604030504040204" pitchFamily="34" charset="0"/>
                <a:cs typeface="Tahoma" panose="020B0604030504040204" pitchFamily="34" charset="0"/>
              </a:rPr>
              <a:t>Random Weights and Bias</a:t>
            </a:r>
          </a:p>
        </p:txBody>
      </p:sp>
      <p:cxnSp>
        <p:nvCxnSpPr>
          <p:cNvPr id="27" name="Straight Arrow Connector 26">
            <a:extLst>
              <a:ext uri="{FF2B5EF4-FFF2-40B4-BE49-F238E27FC236}">
                <a16:creationId xmlns:a16="http://schemas.microsoft.com/office/drawing/2014/main" id="{E24383B1-0300-CEA4-8467-CB108A5EFB55}"/>
              </a:ext>
            </a:extLst>
          </p:cNvPr>
          <p:cNvCxnSpPr>
            <a:cxnSpLocks/>
          </p:cNvCxnSpPr>
          <p:nvPr/>
        </p:nvCxnSpPr>
        <p:spPr>
          <a:xfrm>
            <a:off x="4013812" y="3436880"/>
            <a:ext cx="1503245" cy="258755"/>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29" name="Rectangle 28">
            <a:extLst>
              <a:ext uri="{FF2B5EF4-FFF2-40B4-BE49-F238E27FC236}">
                <a16:creationId xmlns:a16="http://schemas.microsoft.com/office/drawing/2014/main" id="{40FC1EE0-A726-B104-37E5-C313991A7B3D}"/>
              </a:ext>
            </a:extLst>
          </p:cNvPr>
          <p:cNvSpPr/>
          <p:nvPr/>
        </p:nvSpPr>
        <p:spPr>
          <a:xfrm>
            <a:off x="5541845" y="4081678"/>
            <a:ext cx="3190557" cy="42319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Tahoma" panose="020B0604030504040204" pitchFamily="34" charset="0"/>
                <a:ea typeface="Tahoma" panose="020B0604030504040204" pitchFamily="34" charset="0"/>
                <a:cs typeface="Tahoma" panose="020B0604030504040204" pitchFamily="34" charset="0"/>
              </a:rPr>
              <a:t>Learning Rate .01</a:t>
            </a:r>
          </a:p>
        </p:txBody>
      </p:sp>
      <p:cxnSp>
        <p:nvCxnSpPr>
          <p:cNvPr id="30" name="Straight Arrow Connector 29">
            <a:extLst>
              <a:ext uri="{FF2B5EF4-FFF2-40B4-BE49-F238E27FC236}">
                <a16:creationId xmlns:a16="http://schemas.microsoft.com/office/drawing/2014/main" id="{8F882A0C-D27F-B631-A10F-E5D76EFF46CD}"/>
              </a:ext>
            </a:extLst>
          </p:cNvPr>
          <p:cNvCxnSpPr>
            <a:cxnSpLocks/>
          </p:cNvCxnSpPr>
          <p:nvPr/>
        </p:nvCxnSpPr>
        <p:spPr>
          <a:xfrm>
            <a:off x="4953000" y="3501541"/>
            <a:ext cx="560745" cy="746609"/>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36768025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0"/>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4" grpId="0" animBg="1"/>
      <p:bldP spid="19" grpId="0" animBg="1"/>
      <p:bldP spid="23" grpId="0" animBg="1"/>
      <p:bldP spid="26" grpId="0" animBg="1"/>
      <p:bldP spid="29"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E40355D-9495-A27C-5B12-79D398EE580D}"/>
              </a:ext>
            </a:extLst>
          </p:cNvPr>
          <p:cNvSpPr>
            <a:spLocks noGrp="1"/>
          </p:cNvSpPr>
          <p:nvPr>
            <p:ph type="body" idx="1"/>
          </p:nvPr>
        </p:nvSpPr>
        <p:spPr>
          <a:xfrm>
            <a:off x="417465" y="666750"/>
            <a:ext cx="8335692" cy="1692771"/>
          </a:xfrm>
        </p:spPr>
        <p:txBody>
          <a:bodyPr/>
          <a:lstStyle/>
          <a:p>
            <a:pPr algn="just"/>
            <a:r>
              <a:rPr lang="en-US" sz="2200" dirty="0">
                <a:solidFill>
                  <a:schemeClr val="tx1"/>
                </a:solidFill>
              </a:rPr>
              <a:t>5. Define two functions to train and validate a batch of data, respectively</a:t>
            </a:r>
          </a:p>
          <a:p>
            <a:pPr algn="just"/>
            <a:r>
              <a:rPr lang="en-US" sz="2200" dirty="0">
                <a:solidFill>
                  <a:schemeClr val="tx1"/>
                </a:solidFill>
              </a:rPr>
              <a:t>6. Define a function that will calculate the accuracy of the data</a:t>
            </a:r>
          </a:p>
          <a:p>
            <a:pPr algn="just"/>
            <a:r>
              <a:rPr lang="en-US" sz="2200" dirty="0">
                <a:solidFill>
                  <a:schemeClr val="tx1"/>
                </a:solidFill>
              </a:rPr>
              <a:t>7. Perform weight updates based on each batch of data over increasing epochs</a:t>
            </a:r>
          </a:p>
        </p:txBody>
      </p:sp>
      <p:sp>
        <p:nvSpPr>
          <p:cNvPr id="6" name="Title 1">
            <a:extLst>
              <a:ext uri="{FF2B5EF4-FFF2-40B4-BE49-F238E27FC236}">
                <a16:creationId xmlns:a16="http://schemas.microsoft.com/office/drawing/2014/main" id="{F6561B5C-0779-94E5-646B-5240A5646DEC}"/>
              </a:ext>
            </a:extLst>
          </p:cNvPr>
          <p:cNvSpPr txBox="1">
            <a:spLocks/>
          </p:cNvSpPr>
          <p:nvPr/>
        </p:nvSpPr>
        <p:spPr>
          <a:xfrm>
            <a:off x="390842" y="136143"/>
            <a:ext cx="8362315" cy="423193"/>
          </a:xfrm>
          <a:prstGeom prst="rect">
            <a:avLst/>
          </a:prstGeom>
        </p:spPr>
        <p:txBody>
          <a:bodyPr wrap="square" lIns="0" tIns="0" rIns="0" bIns="0">
            <a:spAutoFit/>
          </a:bodyPr>
          <a:lstStyle>
            <a:lvl1pPr>
              <a:defRPr sz="2750" b="0" i="0">
                <a:solidFill>
                  <a:schemeClr val="tx1"/>
                </a:solidFill>
                <a:latin typeface="Tahoma"/>
                <a:ea typeface="+mj-ea"/>
                <a:cs typeface="Tahoma"/>
              </a:defRPr>
            </a:lvl1pPr>
          </a:lstStyle>
          <a:p>
            <a:pPr algn="ctr"/>
            <a:r>
              <a:rPr lang="en-US" dirty="0"/>
              <a:t>Steps of Training a NN</a:t>
            </a:r>
          </a:p>
        </p:txBody>
      </p:sp>
      <p:pic>
        <p:nvPicPr>
          <p:cNvPr id="1026" name="Picture 2">
            <a:hlinkClick r:id="rId2"/>
            <a:extLst>
              <a:ext uri="{FF2B5EF4-FFF2-40B4-BE49-F238E27FC236}">
                <a16:creationId xmlns:a16="http://schemas.microsoft.com/office/drawing/2014/main" id="{54BD086B-F791-BEAD-6746-F094184963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95700" y="2405063"/>
            <a:ext cx="1752600" cy="333375"/>
          </a:xfrm>
          <a:prstGeom prst="rect">
            <a:avLst/>
          </a:prstGeom>
          <a:noFill/>
          <a:extLst>
            <a:ext uri="{909E8E84-426E-40DD-AFC4-6F175D3DCCD1}">
              <a14:hiddenFill xmlns:a14="http://schemas.microsoft.com/office/drawing/2010/main">
                <a:solidFill>
                  <a:srgbClr val="FFFFFF"/>
                </a:solidFill>
              </a14:hiddenFill>
            </a:ext>
          </a:extLst>
        </p:spPr>
      </p:pic>
      <p:cxnSp>
        <p:nvCxnSpPr>
          <p:cNvPr id="7" name="Straight Arrow Connector 6">
            <a:extLst>
              <a:ext uri="{FF2B5EF4-FFF2-40B4-BE49-F238E27FC236}">
                <a16:creationId xmlns:a16="http://schemas.microsoft.com/office/drawing/2014/main" id="{A275CBFE-4CDF-8F7C-447A-4DBA7C9A7ED9}"/>
              </a:ext>
            </a:extLst>
          </p:cNvPr>
          <p:cNvCxnSpPr/>
          <p:nvPr/>
        </p:nvCxnSpPr>
        <p:spPr>
          <a:xfrm flipV="1">
            <a:off x="4539867" y="2738438"/>
            <a:ext cx="0" cy="423063"/>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8" name="Rectangle 7">
            <a:extLst>
              <a:ext uri="{FF2B5EF4-FFF2-40B4-BE49-F238E27FC236}">
                <a16:creationId xmlns:a16="http://schemas.microsoft.com/office/drawing/2014/main" id="{8BCCA0DF-A039-D3AA-611C-F823A2555E9E}"/>
              </a:ext>
            </a:extLst>
          </p:cNvPr>
          <p:cNvSpPr/>
          <p:nvPr/>
        </p:nvSpPr>
        <p:spPr>
          <a:xfrm>
            <a:off x="3200400" y="3181350"/>
            <a:ext cx="2743200" cy="771525"/>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defPPr>
              <a:defRPr kern="0"/>
            </a:defPPr>
            <a:lvl1pPr>
              <a:defRPr>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US" dirty="0"/>
              <a:t>To Access Full Code, Click this button in slideshow</a:t>
            </a:r>
          </a:p>
        </p:txBody>
      </p:sp>
    </p:spTree>
    <p:extLst>
      <p:ext uri="{BB962C8B-B14F-4D97-AF65-F5344CB8AC3E}">
        <p14:creationId xmlns:p14="http://schemas.microsoft.com/office/powerpoint/2010/main" val="13268162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25FA24-9815-8637-08E1-F8C1857BBD97}"/>
              </a:ext>
            </a:extLst>
          </p:cNvPr>
          <p:cNvSpPr>
            <a:spLocks noGrp="1"/>
          </p:cNvSpPr>
          <p:nvPr>
            <p:ph type="title"/>
          </p:nvPr>
        </p:nvSpPr>
        <p:spPr>
          <a:xfrm>
            <a:off x="390842" y="136143"/>
            <a:ext cx="8362315" cy="423193"/>
          </a:xfrm>
        </p:spPr>
        <p:txBody>
          <a:bodyPr/>
          <a:lstStyle/>
          <a:p>
            <a:pPr algn="ctr"/>
            <a:r>
              <a:rPr lang="en-US" dirty="0"/>
              <a:t>Finding of the Training</a:t>
            </a:r>
          </a:p>
        </p:txBody>
      </p:sp>
      <p:sp>
        <p:nvSpPr>
          <p:cNvPr id="3" name="Text Placeholder 2">
            <a:extLst>
              <a:ext uri="{FF2B5EF4-FFF2-40B4-BE49-F238E27FC236}">
                <a16:creationId xmlns:a16="http://schemas.microsoft.com/office/drawing/2014/main" id="{AB63561F-3D6F-0350-E831-59B83BE7BACF}"/>
              </a:ext>
            </a:extLst>
          </p:cNvPr>
          <p:cNvSpPr>
            <a:spLocks noGrp="1"/>
          </p:cNvSpPr>
          <p:nvPr>
            <p:ph type="body" idx="1"/>
          </p:nvPr>
        </p:nvSpPr>
        <p:spPr/>
        <p:txBody>
          <a:bodyPr/>
          <a:lstStyle/>
          <a:p>
            <a:endParaRPr lang="en-US"/>
          </a:p>
        </p:txBody>
      </p:sp>
      <p:pic>
        <p:nvPicPr>
          <p:cNvPr id="2050" name="Picture 2">
            <a:extLst>
              <a:ext uri="{FF2B5EF4-FFF2-40B4-BE49-F238E27FC236}">
                <a16:creationId xmlns:a16="http://schemas.microsoft.com/office/drawing/2014/main" id="{F92DCFCA-F043-9548-6C1D-60AAF2277C2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455669"/>
            <a:ext cx="9149910" cy="25638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275511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17A1A8-2455-45B6-94E7-26A399D05A1D}"/>
              </a:ext>
            </a:extLst>
          </p:cNvPr>
          <p:cNvSpPr>
            <a:spLocks noGrp="1"/>
          </p:cNvSpPr>
          <p:nvPr>
            <p:ph type="title"/>
          </p:nvPr>
        </p:nvSpPr>
        <p:spPr>
          <a:xfrm>
            <a:off x="390842" y="136143"/>
            <a:ext cx="8362315" cy="423193"/>
          </a:xfrm>
        </p:spPr>
        <p:txBody>
          <a:bodyPr/>
          <a:lstStyle/>
          <a:p>
            <a:pPr algn="ctr"/>
            <a:r>
              <a:rPr lang="en-US" dirty="0"/>
              <a:t>Scaling the Dataset</a:t>
            </a:r>
          </a:p>
        </p:txBody>
      </p:sp>
      <p:sp>
        <p:nvSpPr>
          <p:cNvPr id="4" name="TextBox 3">
            <a:extLst>
              <a:ext uri="{FF2B5EF4-FFF2-40B4-BE49-F238E27FC236}">
                <a16:creationId xmlns:a16="http://schemas.microsoft.com/office/drawing/2014/main" id="{3CEF8C83-6830-4B22-9669-FACAEBF34118}"/>
              </a:ext>
            </a:extLst>
          </p:cNvPr>
          <p:cNvSpPr txBox="1"/>
          <p:nvPr/>
        </p:nvSpPr>
        <p:spPr>
          <a:xfrm>
            <a:off x="457200" y="895350"/>
            <a:ext cx="5257800" cy="923330"/>
          </a:xfrm>
          <a:prstGeom prst="rect">
            <a:avLst/>
          </a:prstGeom>
          <a:noFill/>
        </p:spPr>
        <p:txBody>
          <a:bodyPr wrap="square" rtlCol="0">
            <a:spAutoFit/>
          </a:bodyPr>
          <a:lstStyle/>
          <a:p>
            <a:r>
              <a:rPr lang="en-US" dirty="0"/>
              <a:t>What is Data Scaling (Normalizing)?</a:t>
            </a:r>
          </a:p>
          <a:p>
            <a:pPr marL="285750" indent="-285750">
              <a:buFont typeface="Arial" panose="020B0604020202020204" pitchFamily="34" charset="0"/>
              <a:buChar char="•"/>
            </a:pPr>
            <a:r>
              <a:rPr lang="en-US" dirty="0"/>
              <a:t>Adjusting feature values to a similar range</a:t>
            </a:r>
          </a:p>
          <a:p>
            <a:pPr marL="285750" indent="-285750">
              <a:buFont typeface="Arial" panose="020B0604020202020204" pitchFamily="34" charset="0"/>
              <a:buChar char="•"/>
            </a:pPr>
            <a:r>
              <a:rPr lang="en-US" dirty="0"/>
              <a:t>Prevents large-value features from dominating</a:t>
            </a:r>
          </a:p>
        </p:txBody>
      </p:sp>
      <p:sp>
        <p:nvSpPr>
          <p:cNvPr id="5" name="TextBox 4">
            <a:extLst>
              <a:ext uri="{FF2B5EF4-FFF2-40B4-BE49-F238E27FC236}">
                <a16:creationId xmlns:a16="http://schemas.microsoft.com/office/drawing/2014/main" id="{9A1E31DE-7473-41D5-B418-9D86B962C51F}"/>
              </a:ext>
            </a:extLst>
          </p:cNvPr>
          <p:cNvSpPr txBox="1"/>
          <p:nvPr/>
        </p:nvSpPr>
        <p:spPr>
          <a:xfrm>
            <a:off x="5562600" y="918633"/>
            <a:ext cx="3505200" cy="1200329"/>
          </a:xfrm>
          <a:prstGeom prst="rect">
            <a:avLst/>
          </a:prstGeom>
          <a:noFill/>
        </p:spPr>
        <p:txBody>
          <a:bodyPr wrap="square" rtlCol="0">
            <a:spAutoFit/>
          </a:bodyPr>
          <a:lstStyle/>
          <a:p>
            <a:r>
              <a:rPr lang="en-US" dirty="0"/>
              <a:t>Why Scale Data?</a:t>
            </a:r>
          </a:p>
          <a:p>
            <a:pPr marL="285750" indent="-285750">
              <a:buFont typeface="Arial" panose="020B0604020202020204" pitchFamily="34" charset="0"/>
              <a:buChar char="•"/>
            </a:pPr>
            <a:r>
              <a:rPr lang="en-US" dirty="0"/>
              <a:t>Faster training</a:t>
            </a:r>
          </a:p>
          <a:p>
            <a:pPr marL="285750" indent="-285750">
              <a:buFont typeface="Arial" panose="020B0604020202020204" pitchFamily="34" charset="0"/>
              <a:buChar char="•"/>
            </a:pPr>
            <a:r>
              <a:rPr lang="en-US" dirty="0"/>
              <a:t>More stable gradients</a:t>
            </a:r>
          </a:p>
          <a:p>
            <a:pPr marL="285750" indent="-285750">
              <a:buFont typeface="Arial" panose="020B0604020202020204" pitchFamily="34" charset="0"/>
              <a:buChar char="•"/>
            </a:pPr>
            <a:r>
              <a:rPr lang="en-US" dirty="0"/>
              <a:t>Improves model performance</a:t>
            </a:r>
          </a:p>
        </p:txBody>
      </p:sp>
      <p:pic>
        <p:nvPicPr>
          <p:cNvPr id="7" name="Picture 6">
            <a:extLst>
              <a:ext uri="{FF2B5EF4-FFF2-40B4-BE49-F238E27FC236}">
                <a16:creationId xmlns:a16="http://schemas.microsoft.com/office/drawing/2014/main" id="{D68A14BC-B6B6-4191-ABFE-96C89177DDA0}"/>
              </a:ext>
            </a:extLst>
          </p:cNvPr>
          <p:cNvPicPr>
            <a:picLocks noChangeAspect="1"/>
          </p:cNvPicPr>
          <p:nvPr/>
        </p:nvPicPr>
        <p:blipFill>
          <a:blip r:embed="rId2"/>
          <a:stretch>
            <a:fillRect/>
          </a:stretch>
        </p:blipFill>
        <p:spPr>
          <a:xfrm>
            <a:off x="685800" y="2118962"/>
            <a:ext cx="3210373" cy="2638793"/>
          </a:xfrm>
          <a:prstGeom prst="rect">
            <a:avLst/>
          </a:prstGeom>
        </p:spPr>
      </p:pic>
      <p:sp>
        <p:nvSpPr>
          <p:cNvPr id="8" name="TextBox 7">
            <a:extLst>
              <a:ext uri="{FF2B5EF4-FFF2-40B4-BE49-F238E27FC236}">
                <a16:creationId xmlns:a16="http://schemas.microsoft.com/office/drawing/2014/main" id="{C588E534-B319-45A5-8047-8B505E940C8C}"/>
              </a:ext>
            </a:extLst>
          </p:cNvPr>
          <p:cNvSpPr txBox="1"/>
          <p:nvPr/>
        </p:nvSpPr>
        <p:spPr>
          <a:xfrm>
            <a:off x="1066800" y="1885950"/>
            <a:ext cx="2286000" cy="261610"/>
          </a:xfrm>
          <a:prstGeom prst="rect">
            <a:avLst/>
          </a:prstGeom>
          <a:noFill/>
        </p:spPr>
        <p:txBody>
          <a:bodyPr wrap="square" rtlCol="0">
            <a:spAutoFit/>
          </a:bodyPr>
          <a:lstStyle/>
          <a:p>
            <a:pPr algn="ctr"/>
            <a:r>
              <a:rPr lang="en-US" sz="1100" b="1" dirty="0"/>
              <a:t>Data Without Scaling</a:t>
            </a:r>
          </a:p>
        </p:txBody>
      </p:sp>
      <p:sp>
        <p:nvSpPr>
          <p:cNvPr id="9" name="TextBox 8">
            <a:extLst>
              <a:ext uri="{FF2B5EF4-FFF2-40B4-BE49-F238E27FC236}">
                <a16:creationId xmlns:a16="http://schemas.microsoft.com/office/drawing/2014/main" id="{F5D72AE7-4399-4CED-A903-CD06B8B8F66F}"/>
              </a:ext>
            </a:extLst>
          </p:cNvPr>
          <p:cNvSpPr txBox="1"/>
          <p:nvPr/>
        </p:nvSpPr>
        <p:spPr>
          <a:xfrm>
            <a:off x="4724400" y="2142245"/>
            <a:ext cx="2286000" cy="261610"/>
          </a:xfrm>
          <a:prstGeom prst="rect">
            <a:avLst/>
          </a:prstGeom>
          <a:noFill/>
        </p:spPr>
        <p:txBody>
          <a:bodyPr wrap="square" rtlCol="0">
            <a:spAutoFit/>
          </a:bodyPr>
          <a:lstStyle/>
          <a:p>
            <a:pPr algn="ctr"/>
            <a:r>
              <a:rPr lang="en-US" sz="1100" b="1" dirty="0"/>
              <a:t>Data With Scaling</a:t>
            </a:r>
          </a:p>
        </p:txBody>
      </p:sp>
      <p:pic>
        <p:nvPicPr>
          <p:cNvPr id="13" name="Picture 12">
            <a:extLst>
              <a:ext uri="{FF2B5EF4-FFF2-40B4-BE49-F238E27FC236}">
                <a16:creationId xmlns:a16="http://schemas.microsoft.com/office/drawing/2014/main" id="{FB4ADF88-67C0-4EE8-B76E-1162418475CD}"/>
              </a:ext>
            </a:extLst>
          </p:cNvPr>
          <p:cNvPicPr>
            <a:picLocks noChangeAspect="1"/>
          </p:cNvPicPr>
          <p:nvPr/>
        </p:nvPicPr>
        <p:blipFill>
          <a:blip r:embed="rId3"/>
          <a:stretch>
            <a:fillRect/>
          </a:stretch>
        </p:blipFill>
        <p:spPr>
          <a:xfrm>
            <a:off x="4419600" y="2381418"/>
            <a:ext cx="3191320" cy="2619741"/>
          </a:xfrm>
          <a:prstGeom prst="rect">
            <a:avLst/>
          </a:prstGeom>
        </p:spPr>
      </p:pic>
    </p:spTree>
    <p:extLst>
      <p:ext uri="{BB962C8B-B14F-4D97-AF65-F5344CB8AC3E}">
        <p14:creationId xmlns:p14="http://schemas.microsoft.com/office/powerpoint/2010/main" val="27964766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childTnLst>
                                </p:cTn>
                              </p:par>
                              <p:par>
                                <p:cTn id="12" presetID="10" presetClass="entr" presetSubtype="0" fill="hold"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500"/>
                                        <p:tgtEl>
                                          <p:spTgt spid="7"/>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10" presetClass="entr" presetSubtype="0" fill="hold"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P spid="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6561B5C-0779-94E5-646B-5240A5646DEC}"/>
              </a:ext>
            </a:extLst>
          </p:cNvPr>
          <p:cNvSpPr txBox="1">
            <a:spLocks/>
          </p:cNvSpPr>
          <p:nvPr/>
        </p:nvSpPr>
        <p:spPr>
          <a:xfrm>
            <a:off x="390842" y="136143"/>
            <a:ext cx="8362315" cy="423193"/>
          </a:xfrm>
          <a:prstGeom prst="rect">
            <a:avLst/>
          </a:prstGeom>
        </p:spPr>
        <p:txBody>
          <a:bodyPr wrap="square" lIns="0" tIns="0" rIns="0" bIns="0">
            <a:spAutoFit/>
          </a:bodyPr>
          <a:lstStyle>
            <a:lvl1pPr>
              <a:defRPr sz="2750" b="0" i="0">
                <a:solidFill>
                  <a:schemeClr val="tx1"/>
                </a:solidFill>
                <a:latin typeface="Tahoma"/>
                <a:ea typeface="+mj-ea"/>
                <a:cs typeface="Tahoma"/>
              </a:defRPr>
            </a:lvl1pPr>
          </a:lstStyle>
          <a:p>
            <a:pPr algn="ctr"/>
            <a:r>
              <a:rPr lang="en-US" dirty="0"/>
              <a:t>Benefits of Scaling </a:t>
            </a:r>
          </a:p>
        </p:txBody>
      </p:sp>
      <p:pic>
        <p:nvPicPr>
          <p:cNvPr id="1026" name="Picture 2">
            <a:hlinkClick r:id="rId2"/>
            <a:extLst>
              <a:ext uri="{FF2B5EF4-FFF2-40B4-BE49-F238E27FC236}">
                <a16:creationId xmlns:a16="http://schemas.microsoft.com/office/drawing/2014/main" id="{54BD086B-F791-BEAD-6746-F094184963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95700" y="1657350"/>
            <a:ext cx="1752600" cy="333375"/>
          </a:xfrm>
          <a:prstGeom prst="rect">
            <a:avLst/>
          </a:prstGeom>
          <a:noFill/>
          <a:extLst>
            <a:ext uri="{909E8E84-426E-40DD-AFC4-6F175D3DCCD1}">
              <a14:hiddenFill xmlns:a14="http://schemas.microsoft.com/office/drawing/2010/main">
                <a:solidFill>
                  <a:srgbClr val="FFFFFF"/>
                </a:solidFill>
              </a14:hiddenFill>
            </a:ext>
          </a:extLst>
        </p:spPr>
      </p:pic>
      <p:cxnSp>
        <p:nvCxnSpPr>
          <p:cNvPr id="7" name="Straight Arrow Connector 6">
            <a:extLst>
              <a:ext uri="{FF2B5EF4-FFF2-40B4-BE49-F238E27FC236}">
                <a16:creationId xmlns:a16="http://schemas.microsoft.com/office/drawing/2014/main" id="{A275CBFE-4CDF-8F7C-447A-4DBA7C9A7ED9}"/>
              </a:ext>
            </a:extLst>
          </p:cNvPr>
          <p:cNvCxnSpPr/>
          <p:nvPr/>
        </p:nvCxnSpPr>
        <p:spPr>
          <a:xfrm flipV="1">
            <a:off x="4539867" y="1990725"/>
            <a:ext cx="0" cy="423063"/>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8" name="Rectangle 7">
            <a:extLst>
              <a:ext uri="{FF2B5EF4-FFF2-40B4-BE49-F238E27FC236}">
                <a16:creationId xmlns:a16="http://schemas.microsoft.com/office/drawing/2014/main" id="{8BCCA0DF-A039-D3AA-611C-F823A2555E9E}"/>
              </a:ext>
            </a:extLst>
          </p:cNvPr>
          <p:cNvSpPr/>
          <p:nvPr/>
        </p:nvSpPr>
        <p:spPr>
          <a:xfrm>
            <a:off x="3200400" y="2433637"/>
            <a:ext cx="2743200" cy="771525"/>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defPPr>
              <a:defRPr kern="0"/>
            </a:defPPr>
            <a:lvl1pPr>
              <a:defRPr>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US" dirty="0"/>
              <a:t>To Access Full Code, Click this button in slideshow</a:t>
            </a:r>
          </a:p>
        </p:txBody>
      </p:sp>
    </p:spTree>
    <p:extLst>
      <p:ext uri="{BB962C8B-B14F-4D97-AF65-F5344CB8AC3E}">
        <p14:creationId xmlns:p14="http://schemas.microsoft.com/office/powerpoint/2010/main" val="26928659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6B59CE-E0CC-42E1-8686-61F3D2F9AD5D}"/>
              </a:ext>
            </a:extLst>
          </p:cNvPr>
          <p:cNvSpPr>
            <a:spLocks noGrp="1"/>
          </p:cNvSpPr>
          <p:nvPr>
            <p:ph type="title"/>
          </p:nvPr>
        </p:nvSpPr>
        <p:spPr>
          <a:xfrm>
            <a:off x="390842" y="136143"/>
            <a:ext cx="8362315" cy="423193"/>
          </a:xfrm>
        </p:spPr>
        <p:txBody>
          <a:bodyPr/>
          <a:lstStyle/>
          <a:p>
            <a:pPr algn="ctr"/>
            <a:r>
              <a:rPr lang="en-US" dirty="0"/>
              <a:t>Varying the Batch Size</a:t>
            </a:r>
          </a:p>
        </p:txBody>
      </p:sp>
      <p:pic>
        <p:nvPicPr>
          <p:cNvPr id="5" name="Picture 4">
            <a:extLst>
              <a:ext uri="{FF2B5EF4-FFF2-40B4-BE49-F238E27FC236}">
                <a16:creationId xmlns:a16="http://schemas.microsoft.com/office/drawing/2014/main" id="{61594019-F4BD-4609-A68D-93E235540B12}"/>
              </a:ext>
            </a:extLst>
          </p:cNvPr>
          <p:cNvPicPr>
            <a:picLocks noChangeAspect="1"/>
          </p:cNvPicPr>
          <p:nvPr/>
        </p:nvPicPr>
        <p:blipFill>
          <a:blip r:embed="rId2"/>
          <a:stretch>
            <a:fillRect/>
          </a:stretch>
        </p:blipFill>
        <p:spPr>
          <a:xfrm>
            <a:off x="304800" y="650650"/>
            <a:ext cx="3703526" cy="2800350"/>
          </a:xfrm>
          <a:prstGeom prst="rect">
            <a:avLst/>
          </a:prstGeom>
        </p:spPr>
      </p:pic>
      <p:pic>
        <p:nvPicPr>
          <p:cNvPr id="7" name="Picture 6">
            <a:extLst>
              <a:ext uri="{FF2B5EF4-FFF2-40B4-BE49-F238E27FC236}">
                <a16:creationId xmlns:a16="http://schemas.microsoft.com/office/drawing/2014/main" id="{ED593B73-AF1D-4674-8E5A-B51FE6C70ABE}"/>
              </a:ext>
            </a:extLst>
          </p:cNvPr>
          <p:cNvPicPr>
            <a:picLocks noChangeAspect="1"/>
          </p:cNvPicPr>
          <p:nvPr/>
        </p:nvPicPr>
        <p:blipFill>
          <a:blip r:embed="rId3"/>
          <a:stretch>
            <a:fillRect/>
          </a:stretch>
        </p:blipFill>
        <p:spPr>
          <a:xfrm>
            <a:off x="4572000" y="650650"/>
            <a:ext cx="3656795" cy="2800350"/>
          </a:xfrm>
          <a:prstGeom prst="rect">
            <a:avLst/>
          </a:prstGeom>
        </p:spPr>
      </p:pic>
      <p:sp>
        <p:nvSpPr>
          <p:cNvPr id="8" name="TextBox 7">
            <a:extLst>
              <a:ext uri="{FF2B5EF4-FFF2-40B4-BE49-F238E27FC236}">
                <a16:creationId xmlns:a16="http://schemas.microsoft.com/office/drawing/2014/main" id="{32158999-7304-4F5A-AC8F-509D00AA82AA}"/>
              </a:ext>
            </a:extLst>
          </p:cNvPr>
          <p:cNvSpPr txBox="1"/>
          <p:nvPr/>
        </p:nvSpPr>
        <p:spPr>
          <a:xfrm>
            <a:off x="304800" y="3638550"/>
            <a:ext cx="8448357" cy="1200329"/>
          </a:xfrm>
          <a:prstGeom prst="rect">
            <a:avLst/>
          </a:prstGeom>
          <a:noFill/>
        </p:spPr>
        <p:txBody>
          <a:bodyPr wrap="square" rtlCol="0">
            <a:spAutoFit/>
          </a:bodyPr>
          <a:lstStyle/>
          <a:p>
            <a:pPr algn="just"/>
            <a:r>
              <a:rPr lang="en-US" dirty="0"/>
              <a:t>Here, we can see that the accuracy and loss values did not reach the same levels as that of the previous scenario, where the batch size was 32, because weights are updated fewer times per epoch (6 times) when compared to a batch size of 32 (1,875).</a:t>
            </a:r>
          </a:p>
        </p:txBody>
      </p:sp>
    </p:spTree>
    <p:extLst>
      <p:ext uri="{BB962C8B-B14F-4D97-AF65-F5344CB8AC3E}">
        <p14:creationId xmlns:p14="http://schemas.microsoft.com/office/powerpoint/2010/main" val="39765225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0BC450-55A0-4FF6-A5BB-EE8CEA50E2AB}"/>
              </a:ext>
            </a:extLst>
          </p:cNvPr>
          <p:cNvSpPr>
            <a:spLocks noGrp="1"/>
          </p:cNvSpPr>
          <p:nvPr>
            <p:ph type="title"/>
          </p:nvPr>
        </p:nvSpPr>
        <p:spPr>
          <a:xfrm>
            <a:off x="390842" y="136143"/>
            <a:ext cx="8362315" cy="423193"/>
          </a:xfrm>
        </p:spPr>
        <p:txBody>
          <a:bodyPr/>
          <a:lstStyle/>
          <a:p>
            <a:pPr algn="ctr"/>
            <a:r>
              <a:rPr lang="en-US" dirty="0"/>
              <a:t>Varying the Loss Optimizer</a:t>
            </a:r>
          </a:p>
        </p:txBody>
      </p:sp>
      <p:pic>
        <p:nvPicPr>
          <p:cNvPr id="5" name="Picture 4">
            <a:extLst>
              <a:ext uri="{FF2B5EF4-FFF2-40B4-BE49-F238E27FC236}">
                <a16:creationId xmlns:a16="http://schemas.microsoft.com/office/drawing/2014/main" id="{4E6D6DCA-1FB5-46FA-BD0F-D08137D6DF51}"/>
              </a:ext>
            </a:extLst>
          </p:cNvPr>
          <p:cNvPicPr>
            <a:picLocks noChangeAspect="1"/>
          </p:cNvPicPr>
          <p:nvPr/>
        </p:nvPicPr>
        <p:blipFill>
          <a:blip r:embed="rId2"/>
          <a:stretch>
            <a:fillRect/>
          </a:stretch>
        </p:blipFill>
        <p:spPr>
          <a:xfrm>
            <a:off x="390842" y="742950"/>
            <a:ext cx="3629042" cy="2819687"/>
          </a:xfrm>
          <a:prstGeom prst="rect">
            <a:avLst/>
          </a:prstGeom>
        </p:spPr>
      </p:pic>
      <p:pic>
        <p:nvPicPr>
          <p:cNvPr id="7" name="Picture 6">
            <a:extLst>
              <a:ext uri="{FF2B5EF4-FFF2-40B4-BE49-F238E27FC236}">
                <a16:creationId xmlns:a16="http://schemas.microsoft.com/office/drawing/2014/main" id="{2A3ECF65-3A94-4613-BED6-DD66F7070B81}"/>
              </a:ext>
            </a:extLst>
          </p:cNvPr>
          <p:cNvPicPr>
            <a:picLocks noChangeAspect="1"/>
          </p:cNvPicPr>
          <p:nvPr/>
        </p:nvPicPr>
        <p:blipFill>
          <a:blip r:embed="rId3"/>
          <a:stretch>
            <a:fillRect/>
          </a:stretch>
        </p:blipFill>
        <p:spPr>
          <a:xfrm>
            <a:off x="4590627" y="779780"/>
            <a:ext cx="3629042" cy="2767471"/>
          </a:xfrm>
          <a:prstGeom prst="rect">
            <a:avLst/>
          </a:prstGeom>
        </p:spPr>
      </p:pic>
      <p:sp>
        <p:nvSpPr>
          <p:cNvPr id="8" name="TextBox 7">
            <a:extLst>
              <a:ext uri="{FF2B5EF4-FFF2-40B4-BE49-F238E27FC236}">
                <a16:creationId xmlns:a16="http://schemas.microsoft.com/office/drawing/2014/main" id="{1DA3C091-E57D-46E0-BA79-2FCF0802A0F6}"/>
              </a:ext>
            </a:extLst>
          </p:cNvPr>
          <p:cNvSpPr txBox="1"/>
          <p:nvPr/>
        </p:nvSpPr>
        <p:spPr>
          <a:xfrm>
            <a:off x="390842" y="3867150"/>
            <a:ext cx="8524558" cy="923330"/>
          </a:xfrm>
          <a:prstGeom prst="rect">
            <a:avLst/>
          </a:prstGeom>
          <a:noFill/>
        </p:spPr>
        <p:txBody>
          <a:bodyPr wrap="square" rtlCol="0">
            <a:spAutoFit/>
          </a:bodyPr>
          <a:lstStyle/>
          <a:p>
            <a:pPr algn="just"/>
            <a:r>
              <a:rPr lang="en-US" dirty="0"/>
              <a:t>Certain optimizers achieve optimal accuracy faster compared to others. Some of the other prominent optimizers that are available include </a:t>
            </a:r>
            <a:r>
              <a:rPr lang="en-US" dirty="0" err="1"/>
              <a:t>Adagrad</a:t>
            </a:r>
            <a:r>
              <a:rPr lang="en-US" dirty="0"/>
              <a:t>, </a:t>
            </a:r>
            <a:r>
              <a:rPr lang="en-US" dirty="0" err="1"/>
              <a:t>Adadelta</a:t>
            </a:r>
            <a:r>
              <a:rPr lang="en-US" dirty="0"/>
              <a:t>, </a:t>
            </a:r>
            <a:r>
              <a:rPr lang="en-US" dirty="0" err="1"/>
              <a:t>AdamW</a:t>
            </a:r>
            <a:r>
              <a:rPr lang="en-US" dirty="0"/>
              <a:t>, LBFGS, and RMSprop. </a:t>
            </a:r>
          </a:p>
        </p:txBody>
      </p:sp>
    </p:spTree>
    <p:extLst>
      <p:ext uri="{BB962C8B-B14F-4D97-AF65-F5344CB8AC3E}">
        <p14:creationId xmlns:p14="http://schemas.microsoft.com/office/powerpoint/2010/main" val="1215508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331</TotalTime>
  <Words>341</Words>
  <Application>Microsoft Office PowerPoint</Application>
  <PresentationFormat>On-screen Show (16:9)</PresentationFormat>
  <Paragraphs>54</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Tahoma</vt:lpstr>
      <vt:lpstr>Wingdings</vt:lpstr>
      <vt:lpstr>Office Theme</vt:lpstr>
      <vt:lpstr>Training Basics of NN</vt:lpstr>
      <vt:lpstr>PowerPoint Presentation</vt:lpstr>
      <vt:lpstr>Steps of Training a NN</vt:lpstr>
      <vt:lpstr>PowerPoint Presentation</vt:lpstr>
      <vt:lpstr>Finding of the Training</vt:lpstr>
      <vt:lpstr>Scaling the Dataset</vt:lpstr>
      <vt:lpstr>PowerPoint Presentation</vt:lpstr>
      <vt:lpstr>Varying the Batch Size</vt:lpstr>
      <vt:lpstr>Varying the Loss Optimizer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2: Image Classification with Linear Classifiers</dc:title>
  <cp:lastModifiedBy>Tanvir Ahmed</cp:lastModifiedBy>
  <cp:revision>15</cp:revision>
  <dcterms:created xsi:type="dcterms:W3CDTF">2026-01-16T14:01:30Z</dcterms:created>
  <dcterms:modified xsi:type="dcterms:W3CDTF">2026-02-28T16:19:42Z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2025-04-04T00:00:00Z</vt:filetime>
  </property>
  <property fmtid="{D5CDD505-2E9C-101B-9397-08002B2CF9AE}" pid="3" name="LastSaved">
    <vt:filetime>2026-01-16T00:00:00Z</vt:filetime>
  </property>
</Properties>
</file>