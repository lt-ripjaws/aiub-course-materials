
<file path=[Content_Types].xml><?xml version="1.0" encoding="utf-8"?>
<Types xmlns="http://schemas.openxmlformats.org/package/2006/content-types">
  <Default Extension="gif" ContentType="image/gif"/>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8" r:id="rId2"/>
    <p:sldId id="359" r:id="rId3"/>
    <p:sldId id="360" r:id="rId4"/>
    <p:sldId id="361" r:id="rId5"/>
    <p:sldId id="362" r:id="rId6"/>
    <p:sldId id="363" r:id="rId7"/>
    <p:sldId id="364" r:id="rId8"/>
    <p:sldId id="366" r:id="rId9"/>
    <p:sldId id="365" r:id="rId10"/>
    <p:sldId id="367" r:id="rId11"/>
    <p:sldId id="383" r:id="rId12"/>
    <p:sldId id="368" r:id="rId13"/>
    <p:sldId id="369" r:id="rId14"/>
    <p:sldId id="370" r:id="rId15"/>
    <p:sldId id="371" r:id="rId16"/>
    <p:sldId id="373" r:id="rId17"/>
    <p:sldId id="374" r:id="rId18"/>
    <p:sldId id="375" r:id="rId19"/>
    <p:sldId id="376" r:id="rId20"/>
    <p:sldId id="377" r:id="rId21"/>
    <p:sldId id="378" r:id="rId22"/>
    <p:sldId id="379" r:id="rId23"/>
    <p:sldId id="372" r:id="rId24"/>
    <p:sldId id="380" r:id="rId25"/>
    <p:sldId id="382" r:id="rId26"/>
    <p:sldId id="384" r:id="rId27"/>
    <p:sldId id="381" r:id="rId28"/>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808E96-ECB3-927F-6150-E632CB7E439B}" v="13" dt="2026-03-02T20:28:47.86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1" d="100"/>
          <a:sy n="141" d="100"/>
        </p:scale>
        <p:origin x="744"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ir Ahmed" userId="S::tanvir.ahmed@aiub.edu::5fa9bf89-1556-4927-a8e9-24c5d464f299" providerId="AD" clId="Web-{A4808E96-ECB3-927F-6150-E632CB7E439B}"/>
    <pc:docChg chg="modSld">
      <pc:chgData name="Tanvir Ahmed" userId="S::tanvir.ahmed@aiub.edu::5fa9bf89-1556-4927-a8e9-24c5d464f299" providerId="AD" clId="Web-{A4808E96-ECB3-927F-6150-E632CB7E439B}" dt="2026-03-02T20:28:45.032" v="5" actId="20577"/>
      <pc:docMkLst>
        <pc:docMk/>
      </pc:docMkLst>
      <pc:sldChg chg="modSp">
        <pc:chgData name="Tanvir Ahmed" userId="S::tanvir.ahmed@aiub.edu::5fa9bf89-1556-4927-a8e9-24c5d464f299" providerId="AD" clId="Web-{A4808E96-ECB3-927F-6150-E632CB7E439B}" dt="2026-03-02T20:28:45.032" v="5" actId="20577"/>
        <pc:sldMkLst>
          <pc:docMk/>
          <pc:sldMk cId="754259296" sldId="383"/>
        </pc:sldMkLst>
        <pc:spChg chg="mod">
          <ac:chgData name="Tanvir Ahmed" userId="S::tanvir.ahmed@aiub.edu::5fa9bf89-1556-4927-a8e9-24c5d464f299" providerId="AD" clId="Web-{A4808E96-ECB3-927F-6150-E632CB7E439B}" dt="2026-03-02T20:28:45.032" v="5" actId="20577"/>
          <ac:spMkLst>
            <pc:docMk/>
            <pc:sldMk cId="754259296" sldId="383"/>
            <ac:spMk id="4" creationId="{9C4E3BF5-784C-43A3-B73F-7F59CEC57DB2}"/>
          </ac:spMkLst>
        </pc:spChg>
      </pc:sldChg>
    </pc:docChg>
  </pc:docChgLst>
  <pc:docChgLst>
    <pc:chgData name="Tanvir Ahmed" userId="5fa9bf89-1556-4927-a8e9-24c5d464f299" providerId="ADAL" clId="{1AA4345A-BCE0-4C06-BB87-746FC5FA3BB4}"/>
    <pc:docChg chg="undo custSel addSld delSld modSld sldOrd">
      <pc:chgData name="Tanvir Ahmed" userId="5fa9bf89-1556-4927-a8e9-24c5d464f299" providerId="ADAL" clId="{1AA4345A-BCE0-4C06-BB87-746FC5FA3BB4}" dt="2026-02-14T13:50:17.348" v="1638" actId="20577"/>
      <pc:docMkLst>
        <pc:docMk/>
      </pc:docMkLst>
      <pc:sldChg chg="modSp add mod">
        <pc:chgData name="Tanvir Ahmed" userId="5fa9bf89-1556-4927-a8e9-24c5d464f299" providerId="ADAL" clId="{1AA4345A-BCE0-4C06-BB87-746FC5FA3BB4}" dt="2026-02-14T13:50:17.348" v="1638" actId="20577"/>
        <pc:sldMkLst>
          <pc:docMk/>
          <pc:sldMk cId="700707328" sldId="358"/>
        </pc:sldMkLst>
        <pc:spChg chg="mod">
          <ac:chgData name="Tanvir Ahmed" userId="5fa9bf89-1556-4927-a8e9-24c5d464f299" providerId="ADAL" clId="{1AA4345A-BCE0-4C06-BB87-746FC5FA3BB4}" dt="2026-02-10T03:28:38.703" v="859" actId="20577"/>
          <ac:spMkLst>
            <pc:docMk/>
            <pc:sldMk cId="700707328" sldId="358"/>
            <ac:spMk id="2" creationId="{00000000-0000-0000-0000-000000000000}"/>
          </ac:spMkLst>
        </pc:spChg>
        <pc:graphicFrameChg chg="modGraphic">
          <ac:chgData name="Tanvir Ahmed" userId="5fa9bf89-1556-4927-a8e9-24c5d464f299" providerId="ADAL" clId="{1AA4345A-BCE0-4C06-BB87-746FC5FA3BB4}" dt="2026-02-14T13:50:17.348" v="1638" actId="20577"/>
          <ac:graphicFrameMkLst>
            <pc:docMk/>
            <pc:sldMk cId="700707328" sldId="358"/>
            <ac:graphicFrameMk id="7" creationId="{29FF08AD-7519-4C4A-8E0D-640DF5BB5E58}"/>
          </ac:graphicFrameMkLst>
        </pc:graphicFrameChg>
      </pc:sldChg>
      <pc:sldChg chg="addSp delSp modSp new mod ord setBg">
        <pc:chgData name="Tanvir Ahmed" userId="5fa9bf89-1556-4927-a8e9-24c5d464f299" providerId="ADAL" clId="{1AA4345A-BCE0-4C06-BB87-746FC5FA3BB4}" dt="2026-02-10T03:29:40.755" v="878" actId="20577"/>
        <pc:sldMkLst>
          <pc:docMk/>
          <pc:sldMk cId="3800238198" sldId="359"/>
        </pc:sldMkLst>
      </pc:sldChg>
    </pc:docChg>
  </pc:docChgLst>
  <pc:docChgLst>
    <pc:chgData name="Tanvir Ahmed" userId="5fa9bf89-1556-4927-a8e9-24c5d464f299" providerId="ADAL" clId="{D45BD149-4603-4004-B82E-2B8BDA57628C}"/>
    <pc:docChg chg="undo custSel addSld modSld">
      <pc:chgData name="Tanvir Ahmed" userId="5fa9bf89-1556-4927-a8e9-24c5d464f299" providerId="ADAL" clId="{D45BD149-4603-4004-B82E-2B8BDA57628C}" dt="2026-02-28T16:19:39.789" v="269"/>
      <pc:docMkLst>
        <pc:docMk/>
      </pc:docMkLst>
      <pc:sldChg chg="modSp">
        <pc:chgData name="Tanvir Ahmed" userId="5fa9bf89-1556-4927-a8e9-24c5d464f299" providerId="ADAL" clId="{D45BD149-4603-4004-B82E-2B8BDA57628C}" dt="2026-02-28T15:38:29.309" v="0" actId="20577"/>
        <pc:sldMkLst>
          <pc:docMk/>
          <pc:sldMk cId="3800238198" sldId="359"/>
        </pc:sldMkLst>
      </pc:sldChg>
    </pc:docChg>
  </pc:docChgLst>
  <pc:docChgLst>
    <pc:chgData name="Tanvir Ahmed" userId="5fa9bf89-1556-4927-a8e9-24c5d464f299" providerId="ADAL" clId="{D5141E81-A14B-4C02-9FB3-6A5B660C9323}"/>
    <pc:docChg chg="undo redo custSel addSld delSld modSld sldOrd">
      <pc:chgData name="Tanvir Ahmed" userId="5fa9bf89-1556-4927-a8e9-24c5d464f299" providerId="ADAL" clId="{D5141E81-A14B-4C02-9FB3-6A5B660C9323}" dt="2026-03-03T15:40:13.669" v="3275"/>
      <pc:docMkLst>
        <pc:docMk/>
      </pc:docMkLst>
      <pc:sldChg chg="modSp mod">
        <pc:chgData name="Tanvir Ahmed" userId="5fa9bf89-1556-4927-a8e9-24c5d464f299" providerId="ADAL" clId="{D5141E81-A14B-4C02-9FB3-6A5B660C9323}" dt="2026-02-28T16:28:26.924" v="3" actId="20577"/>
        <pc:sldMkLst>
          <pc:docMk/>
          <pc:sldMk cId="700707328" sldId="358"/>
        </pc:sldMkLst>
        <pc:spChg chg="mod">
          <ac:chgData name="Tanvir Ahmed" userId="5fa9bf89-1556-4927-a8e9-24c5d464f299" providerId="ADAL" clId="{D5141E81-A14B-4C02-9FB3-6A5B660C9323}" dt="2026-02-28T16:28:26.924" v="3" actId="20577"/>
          <ac:spMkLst>
            <pc:docMk/>
            <pc:sldMk cId="700707328" sldId="358"/>
            <ac:spMk id="2" creationId="{00000000-0000-0000-0000-000000000000}"/>
          </ac:spMkLst>
        </pc:spChg>
        <pc:graphicFrameChg chg="modGraphic">
          <ac:chgData name="Tanvir Ahmed" userId="5fa9bf89-1556-4927-a8e9-24c5d464f299" providerId="ADAL" clId="{D5141E81-A14B-4C02-9FB3-6A5B660C9323}" dt="2026-02-28T16:28:18.085" v="1" actId="20577"/>
          <ac:graphicFrameMkLst>
            <pc:docMk/>
            <pc:sldMk cId="700707328" sldId="358"/>
            <ac:graphicFrameMk id="7" creationId="{29FF08AD-7519-4C4A-8E0D-640DF5BB5E58}"/>
          </ac:graphicFrameMkLst>
        </pc:graphicFrameChg>
      </pc:sldChg>
      <pc:sldChg chg="addSp delSp modSp add del mod setBg delAnim modAnim delDesignElem">
        <pc:chgData name="Tanvir Ahmed" userId="5fa9bf89-1556-4927-a8e9-24c5d464f299" providerId="ADAL" clId="{D5141E81-A14B-4C02-9FB3-6A5B660C9323}" dt="2026-03-02T17:04:44.888" v="431"/>
        <pc:sldMkLst>
          <pc:docMk/>
          <pc:sldMk cId="3800238198" sldId="359"/>
        </pc:sldMkLst>
        <pc:spChg chg="add del mod">
          <ac:chgData name="Tanvir Ahmed" userId="5fa9bf89-1556-4927-a8e9-24c5d464f299" providerId="ADAL" clId="{D5141E81-A14B-4C02-9FB3-6A5B660C9323}" dt="2026-03-02T16:54:08.988" v="125" actId="478"/>
          <ac:spMkLst>
            <pc:docMk/>
            <pc:sldMk cId="3800238198" sldId="359"/>
            <ac:spMk id="2" creationId="{C617486C-0EDF-41FF-9F62-EFDE51A5821A}"/>
          </ac:spMkLst>
        </pc:spChg>
        <pc:spChg chg="add del mod">
          <ac:chgData name="Tanvir Ahmed" userId="5fa9bf89-1556-4927-a8e9-24c5d464f299" providerId="ADAL" clId="{D5141E81-A14B-4C02-9FB3-6A5B660C9323}" dt="2026-03-02T16:54:11.238" v="126" actId="478"/>
          <ac:spMkLst>
            <pc:docMk/>
            <pc:sldMk cId="3800238198" sldId="359"/>
            <ac:spMk id="3" creationId="{0A5C158F-0761-4D24-A134-43A77F37708B}"/>
          </ac:spMkLst>
        </pc:spChg>
        <pc:spChg chg="add del mod">
          <ac:chgData name="Tanvir Ahmed" userId="5fa9bf89-1556-4927-a8e9-24c5d464f299" providerId="ADAL" clId="{D5141E81-A14B-4C02-9FB3-6A5B660C9323}" dt="2026-03-02T16:54:13.532" v="127" actId="478"/>
          <ac:spMkLst>
            <pc:docMk/>
            <pc:sldMk cId="3800238198" sldId="359"/>
            <ac:spMk id="5" creationId="{92BDA64C-027D-4653-8514-6F482B1F46F0}"/>
          </ac:spMkLst>
        </pc:spChg>
        <pc:spChg chg="add del mod">
          <ac:chgData name="Tanvir Ahmed" userId="5fa9bf89-1556-4927-a8e9-24c5d464f299" providerId="ADAL" clId="{D5141E81-A14B-4C02-9FB3-6A5B660C9323}" dt="2026-03-02T16:54:16.060" v="128" actId="478"/>
          <ac:spMkLst>
            <pc:docMk/>
            <pc:sldMk cId="3800238198" sldId="359"/>
            <ac:spMk id="6" creationId="{898FE707-194B-405A-A0E8-AFE6AD380E41}"/>
          </ac:spMkLst>
        </pc:spChg>
        <pc:spChg chg="add del mod">
          <ac:chgData name="Tanvir Ahmed" userId="5fa9bf89-1556-4927-a8e9-24c5d464f299" providerId="ADAL" clId="{D5141E81-A14B-4C02-9FB3-6A5B660C9323}" dt="2026-03-02T16:54:05.957" v="124" actId="478"/>
          <ac:spMkLst>
            <pc:docMk/>
            <pc:sldMk cId="3800238198" sldId="359"/>
            <ac:spMk id="7" creationId="{CC8C29F1-9651-4BFF-B821-200D6AB5B70D}"/>
          </ac:spMkLst>
        </pc:spChg>
        <pc:spChg chg="add mod">
          <ac:chgData name="Tanvir Ahmed" userId="5fa9bf89-1556-4927-a8e9-24c5d464f299" providerId="ADAL" clId="{D5141E81-A14B-4C02-9FB3-6A5B660C9323}" dt="2026-03-02T17:03:22.590" v="389" actId="14100"/>
          <ac:spMkLst>
            <pc:docMk/>
            <pc:sldMk cId="3800238198" sldId="359"/>
            <ac:spMk id="9" creationId="{FB96FFE1-2196-4E93-8FC0-AAC6304330A1}"/>
          </ac:spMkLst>
        </pc:spChg>
        <pc:spChg chg="add mod">
          <ac:chgData name="Tanvir Ahmed" userId="5fa9bf89-1556-4927-a8e9-24c5d464f299" providerId="ADAL" clId="{D5141E81-A14B-4C02-9FB3-6A5B660C9323}" dt="2026-03-02T16:57:02.143" v="208" actId="14100"/>
          <ac:spMkLst>
            <pc:docMk/>
            <pc:sldMk cId="3800238198" sldId="359"/>
            <ac:spMk id="10" creationId="{BF05463F-4580-4C7F-8781-EFE0A4E272A9}"/>
          </ac:spMkLst>
        </pc:spChg>
        <pc:spChg chg="add mod">
          <ac:chgData name="Tanvir Ahmed" userId="5fa9bf89-1556-4927-a8e9-24c5d464f299" providerId="ADAL" clId="{D5141E81-A14B-4C02-9FB3-6A5B660C9323}" dt="2026-03-02T16:57:25.166" v="210" actId="20577"/>
          <ac:spMkLst>
            <pc:docMk/>
            <pc:sldMk cId="3800238198" sldId="359"/>
            <ac:spMk id="11" creationId="{7AA764B4-3455-4E7B-9880-DAF4DD66B27E}"/>
          </ac:spMkLst>
        </pc:spChg>
        <pc:spChg chg="add mod">
          <ac:chgData name="Tanvir Ahmed" userId="5fa9bf89-1556-4927-a8e9-24c5d464f299" providerId="ADAL" clId="{D5141E81-A14B-4C02-9FB3-6A5B660C9323}" dt="2026-03-02T17:01:27.724" v="330" actId="20577"/>
          <ac:spMkLst>
            <pc:docMk/>
            <pc:sldMk cId="3800238198" sldId="359"/>
            <ac:spMk id="12" creationId="{86942F0C-CD16-4A6C-BB3D-BE42AB75944B}"/>
          </ac:spMkLst>
        </pc:spChg>
        <pc:spChg chg="add mod">
          <ac:chgData name="Tanvir Ahmed" userId="5fa9bf89-1556-4927-a8e9-24c5d464f299" providerId="ADAL" clId="{D5141E81-A14B-4C02-9FB3-6A5B660C9323}" dt="2026-03-02T16:58:04.143" v="243" actId="14100"/>
          <ac:spMkLst>
            <pc:docMk/>
            <pc:sldMk cId="3800238198" sldId="359"/>
            <ac:spMk id="13" creationId="{744B2714-9621-42EC-951F-9B8A9F2E00A2}"/>
          </ac:spMkLst>
        </pc:spChg>
        <pc:spChg chg="add mod">
          <ac:chgData name="Tanvir Ahmed" userId="5fa9bf89-1556-4927-a8e9-24c5d464f299" providerId="ADAL" clId="{D5141E81-A14B-4C02-9FB3-6A5B660C9323}" dt="2026-03-02T16:58:08.520" v="244" actId="1076"/>
          <ac:spMkLst>
            <pc:docMk/>
            <pc:sldMk cId="3800238198" sldId="359"/>
            <ac:spMk id="14" creationId="{DA1564E6-BDBD-4A5C-9ADD-DA880230C9AC}"/>
          </ac:spMkLst>
        </pc:spChg>
        <pc:spChg chg="add mod">
          <ac:chgData name="Tanvir Ahmed" userId="5fa9bf89-1556-4927-a8e9-24c5d464f299" providerId="ADAL" clId="{D5141E81-A14B-4C02-9FB3-6A5B660C9323}" dt="2026-03-02T16:58:41.538" v="259" actId="14100"/>
          <ac:spMkLst>
            <pc:docMk/>
            <pc:sldMk cId="3800238198" sldId="359"/>
            <ac:spMk id="15" creationId="{36D21FCB-B9C2-4CD0-959D-BD4358561289}"/>
          </ac:spMkLst>
        </pc:spChg>
        <pc:spChg chg="add mod">
          <ac:chgData name="Tanvir Ahmed" userId="5fa9bf89-1556-4927-a8e9-24c5d464f299" providerId="ADAL" clId="{D5141E81-A14B-4C02-9FB3-6A5B660C9323}" dt="2026-03-02T16:59:11.170" v="274" actId="14100"/>
          <ac:spMkLst>
            <pc:docMk/>
            <pc:sldMk cId="3800238198" sldId="359"/>
            <ac:spMk id="16" creationId="{C3A6F3FF-9277-438E-B5BF-7B26DB011366}"/>
          </ac:spMkLst>
        </pc:spChg>
        <pc:spChg chg="add mod">
          <ac:chgData name="Tanvir Ahmed" userId="5fa9bf89-1556-4927-a8e9-24c5d464f299" providerId="ADAL" clId="{D5141E81-A14B-4C02-9FB3-6A5B660C9323}" dt="2026-03-02T17:02:06.741" v="355" actId="1076"/>
          <ac:spMkLst>
            <pc:docMk/>
            <pc:sldMk cId="3800238198" sldId="359"/>
            <ac:spMk id="17" creationId="{D163D77B-702F-493B-A480-5E6D8DBDD2AD}"/>
          </ac:spMkLst>
        </pc:spChg>
        <pc:spChg chg="add mod">
          <ac:chgData name="Tanvir Ahmed" userId="5fa9bf89-1556-4927-a8e9-24c5d464f299" providerId="ADAL" clId="{D5141E81-A14B-4C02-9FB3-6A5B660C9323}" dt="2026-03-02T17:03:49.999" v="421" actId="1076"/>
          <ac:spMkLst>
            <pc:docMk/>
            <pc:sldMk cId="3800238198" sldId="359"/>
            <ac:spMk id="18" creationId="{5E05B94C-C323-4A7B-AE39-434C45D3FAF8}"/>
          </ac:spMkLst>
        </pc:spChg>
        <pc:spChg chg="mod">
          <ac:chgData name="Tanvir Ahmed" userId="5fa9bf89-1556-4927-a8e9-24c5d464f299" providerId="ADAL" clId="{D5141E81-A14B-4C02-9FB3-6A5B660C9323}" dt="2026-02-28T16:33:17.266" v="40" actId="20577"/>
          <ac:spMkLst>
            <pc:docMk/>
            <pc:sldMk cId="3800238198" sldId="359"/>
            <ac:spMk id="44" creationId="{F86CAFA5-6053-3955-0DD4-FC7D0D7F3664}"/>
          </ac:spMkLst>
        </pc:spChg>
        <pc:picChg chg="add mod modCrop">
          <ac:chgData name="Tanvir Ahmed" userId="5fa9bf89-1556-4927-a8e9-24c5d464f299" providerId="ADAL" clId="{D5141E81-A14B-4C02-9FB3-6A5B660C9323}" dt="2026-03-02T16:54:46.428" v="136" actId="732"/>
          <ac:picMkLst>
            <pc:docMk/>
            <pc:sldMk cId="3800238198" sldId="359"/>
            <ac:picMk id="8" creationId="{92516AA6-E21A-4D16-98BE-374B80AE2214}"/>
          </ac:picMkLst>
        </pc:picChg>
      </pc:sldChg>
      <pc:sldChg chg="addSp delSp modSp new mod modAnim">
        <pc:chgData name="Tanvir Ahmed" userId="5fa9bf89-1556-4927-a8e9-24c5d464f299" providerId="ADAL" clId="{D5141E81-A14B-4C02-9FB3-6A5B660C9323}" dt="2026-03-02T17:20:18.722" v="607"/>
        <pc:sldMkLst>
          <pc:docMk/>
          <pc:sldMk cId="630049740" sldId="360"/>
        </pc:sldMkLst>
        <pc:spChg chg="del">
          <ac:chgData name="Tanvir Ahmed" userId="5fa9bf89-1556-4927-a8e9-24c5d464f299" providerId="ADAL" clId="{D5141E81-A14B-4C02-9FB3-6A5B660C9323}" dt="2026-03-02T17:11:56.169" v="440" actId="478"/>
          <ac:spMkLst>
            <pc:docMk/>
            <pc:sldMk cId="630049740" sldId="360"/>
            <ac:spMk id="2" creationId="{6957C636-897E-4CE4-98E6-67E8AD1ABB01}"/>
          </ac:spMkLst>
        </pc:spChg>
        <pc:spChg chg="del">
          <ac:chgData name="Tanvir Ahmed" userId="5fa9bf89-1556-4927-a8e9-24c5d464f299" providerId="ADAL" clId="{D5141E81-A14B-4C02-9FB3-6A5B660C9323}" dt="2026-03-02T17:12:48.089" v="459" actId="478"/>
          <ac:spMkLst>
            <pc:docMk/>
            <pc:sldMk cId="630049740" sldId="360"/>
            <ac:spMk id="3" creationId="{E58DED07-866B-469B-9083-A7647D275387}"/>
          </ac:spMkLst>
        </pc:spChg>
        <pc:spChg chg="add mod">
          <ac:chgData name="Tanvir Ahmed" userId="5fa9bf89-1556-4927-a8e9-24c5d464f299" providerId="ADAL" clId="{D5141E81-A14B-4C02-9FB3-6A5B660C9323}" dt="2026-03-02T17:11:56.995" v="441"/>
          <ac:spMkLst>
            <pc:docMk/>
            <pc:sldMk cId="630049740" sldId="360"/>
            <ac:spMk id="12" creationId="{FE96071B-5A58-4B2C-A514-00D1FAC75967}"/>
          </ac:spMkLst>
        </pc:spChg>
        <pc:spChg chg="add mod">
          <ac:chgData name="Tanvir Ahmed" userId="5fa9bf89-1556-4927-a8e9-24c5d464f299" providerId="ADAL" clId="{D5141E81-A14B-4C02-9FB3-6A5B660C9323}" dt="2026-03-02T17:14:00.218" v="486" actId="20577"/>
          <ac:spMkLst>
            <pc:docMk/>
            <pc:sldMk cId="630049740" sldId="360"/>
            <ac:spMk id="13" creationId="{66B21D27-CBA2-45BF-81D7-69F4F4663569}"/>
          </ac:spMkLst>
        </pc:spChg>
        <pc:spChg chg="add mod">
          <ac:chgData name="Tanvir Ahmed" userId="5fa9bf89-1556-4927-a8e9-24c5d464f299" providerId="ADAL" clId="{D5141E81-A14B-4C02-9FB3-6A5B660C9323}" dt="2026-03-02T17:14:43.435" v="508" actId="20577"/>
          <ac:spMkLst>
            <pc:docMk/>
            <pc:sldMk cId="630049740" sldId="360"/>
            <ac:spMk id="14" creationId="{16665649-6DC3-422C-920D-DCA79D684CDE}"/>
          </ac:spMkLst>
        </pc:spChg>
        <pc:spChg chg="add mod">
          <ac:chgData name="Tanvir Ahmed" userId="5fa9bf89-1556-4927-a8e9-24c5d464f299" providerId="ADAL" clId="{D5141E81-A14B-4C02-9FB3-6A5B660C9323}" dt="2026-03-02T17:16:51.998" v="554" actId="20577"/>
          <ac:spMkLst>
            <pc:docMk/>
            <pc:sldMk cId="630049740" sldId="360"/>
            <ac:spMk id="16" creationId="{A6923EB1-9829-46BC-B82B-84D47A1CB0DD}"/>
          </ac:spMkLst>
        </pc:spChg>
        <pc:spChg chg="add mod">
          <ac:chgData name="Tanvir Ahmed" userId="5fa9bf89-1556-4927-a8e9-24c5d464f299" providerId="ADAL" clId="{D5141E81-A14B-4C02-9FB3-6A5B660C9323}" dt="2026-03-02T17:16:44.757" v="549" actId="1076"/>
          <ac:spMkLst>
            <pc:docMk/>
            <pc:sldMk cId="630049740" sldId="360"/>
            <ac:spMk id="17" creationId="{4DBF591A-9B69-49AB-88D6-13D8337D43D6}"/>
          </ac:spMkLst>
        </pc:spChg>
        <pc:spChg chg="add mod">
          <ac:chgData name="Tanvir Ahmed" userId="5fa9bf89-1556-4927-a8e9-24c5d464f299" providerId="ADAL" clId="{D5141E81-A14B-4C02-9FB3-6A5B660C9323}" dt="2026-03-02T17:19:59.521" v="603" actId="20577"/>
          <ac:spMkLst>
            <pc:docMk/>
            <pc:sldMk cId="630049740" sldId="360"/>
            <ac:spMk id="18" creationId="{D95EBF9B-1005-482A-80FE-691374703661}"/>
          </ac:spMkLst>
        </pc:spChg>
        <pc:picChg chg="add mod">
          <ac:chgData name="Tanvir Ahmed" userId="5fa9bf89-1556-4927-a8e9-24c5d464f299" providerId="ADAL" clId="{D5141E81-A14B-4C02-9FB3-6A5B660C9323}" dt="2026-03-02T17:15:49.876" v="526" actId="1076"/>
          <ac:picMkLst>
            <pc:docMk/>
            <pc:sldMk cId="630049740" sldId="360"/>
            <ac:picMk id="5" creationId="{E604088C-A94E-405E-8111-880137FA7EBF}"/>
          </ac:picMkLst>
        </pc:picChg>
        <pc:picChg chg="add mod">
          <ac:chgData name="Tanvir Ahmed" userId="5fa9bf89-1556-4927-a8e9-24c5d464f299" providerId="ADAL" clId="{D5141E81-A14B-4C02-9FB3-6A5B660C9323}" dt="2026-03-02T17:14:21.075" v="492" actId="1076"/>
          <ac:picMkLst>
            <pc:docMk/>
            <pc:sldMk cId="630049740" sldId="360"/>
            <ac:picMk id="7" creationId="{EB0E7F06-AC40-4453-9D11-CA2E2ECE4933}"/>
          </ac:picMkLst>
        </pc:picChg>
        <pc:picChg chg="add mod">
          <ac:chgData name="Tanvir Ahmed" userId="5fa9bf89-1556-4927-a8e9-24c5d464f299" providerId="ADAL" clId="{D5141E81-A14B-4C02-9FB3-6A5B660C9323}" dt="2026-03-02T17:12:28.872" v="457" actId="14100"/>
          <ac:picMkLst>
            <pc:docMk/>
            <pc:sldMk cId="630049740" sldId="360"/>
            <ac:picMk id="9" creationId="{C869FDA5-298A-4CBD-B010-69B3D1F592A5}"/>
          </ac:picMkLst>
        </pc:picChg>
        <pc:picChg chg="add mod">
          <ac:chgData name="Tanvir Ahmed" userId="5fa9bf89-1556-4927-a8e9-24c5d464f299" providerId="ADAL" clId="{D5141E81-A14B-4C02-9FB3-6A5B660C9323}" dt="2026-03-02T17:15:09.980" v="513" actId="1076"/>
          <ac:picMkLst>
            <pc:docMk/>
            <pc:sldMk cId="630049740" sldId="360"/>
            <ac:picMk id="11" creationId="{FA07CCEE-874C-4E0F-BF07-19368DB5EE68}"/>
          </ac:picMkLst>
        </pc:picChg>
        <pc:picChg chg="add mod">
          <ac:chgData name="Tanvir Ahmed" userId="5fa9bf89-1556-4927-a8e9-24c5d464f299" providerId="ADAL" clId="{D5141E81-A14B-4C02-9FB3-6A5B660C9323}" dt="2026-03-02T17:15:44.196" v="523" actId="1076"/>
          <ac:picMkLst>
            <pc:docMk/>
            <pc:sldMk cId="630049740" sldId="360"/>
            <ac:picMk id="15" creationId="{C3AC0D1C-C074-49AC-87F6-45256048C6F2}"/>
          </ac:picMkLst>
        </pc:picChg>
      </pc:sldChg>
      <pc:sldChg chg="addSp delSp modSp new mod modAnim">
        <pc:chgData name="Tanvir Ahmed" userId="5fa9bf89-1556-4927-a8e9-24c5d464f299" providerId="ADAL" clId="{D5141E81-A14B-4C02-9FB3-6A5B660C9323}" dt="2026-03-02T20:02:31.673" v="2885" actId="14100"/>
        <pc:sldMkLst>
          <pc:docMk/>
          <pc:sldMk cId="335112851" sldId="361"/>
        </pc:sldMkLst>
        <pc:spChg chg="add mod">
          <ac:chgData name="Tanvir Ahmed" userId="5fa9bf89-1556-4927-a8e9-24c5d464f299" providerId="ADAL" clId="{D5141E81-A14B-4C02-9FB3-6A5B660C9323}" dt="2026-03-02T20:02:31.673" v="2885" actId="14100"/>
          <ac:spMkLst>
            <pc:docMk/>
            <pc:sldMk cId="335112851" sldId="361"/>
            <ac:spMk id="2" creationId="{059DE1A7-F8B8-4A52-A108-480B86274EF8}"/>
          </ac:spMkLst>
        </pc:spChg>
        <pc:spChg chg="del">
          <ac:chgData name="Tanvir Ahmed" userId="5fa9bf89-1556-4927-a8e9-24c5d464f299" providerId="ADAL" clId="{D5141E81-A14B-4C02-9FB3-6A5B660C9323}" dt="2026-03-02T17:24:40.759" v="611" actId="478"/>
          <ac:spMkLst>
            <pc:docMk/>
            <pc:sldMk cId="335112851" sldId="361"/>
            <ac:spMk id="2" creationId="{BA338AB7-4496-42C5-B214-D0C3D49A4FAE}"/>
          </ac:spMkLst>
        </pc:spChg>
        <pc:spChg chg="del">
          <ac:chgData name="Tanvir Ahmed" userId="5fa9bf89-1556-4927-a8e9-24c5d464f299" providerId="ADAL" clId="{D5141E81-A14B-4C02-9FB3-6A5B660C9323}" dt="2026-03-02T17:24:36.528" v="610" actId="478"/>
          <ac:spMkLst>
            <pc:docMk/>
            <pc:sldMk cId="335112851" sldId="361"/>
            <ac:spMk id="3" creationId="{F91ECB77-DD43-4FBC-B5ED-F7F10BBD175F}"/>
          </ac:spMkLst>
        </pc:spChg>
        <pc:spChg chg="add mod">
          <ac:chgData name="Tanvir Ahmed" userId="5fa9bf89-1556-4927-a8e9-24c5d464f299" providerId="ADAL" clId="{D5141E81-A14B-4C02-9FB3-6A5B660C9323}" dt="2026-03-02T17:24:32.826" v="609"/>
          <ac:spMkLst>
            <pc:docMk/>
            <pc:sldMk cId="335112851" sldId="361"/>
            <ac:spMk id="4" creationId="{02F93749-D9F1-4742-A8D8-26F9D815F420}"/>
          </ac:spMkLst>
        </pc:spChg>
        <pc:spChg chg="add mod">
          <ac:chgData name="Tanvir Ahmed" userId="5fa9bf89-1556-4927-a8e9-24c5d464f299" providerId="ADAL" clId="{D5141E81-A14B-4C02-9FB3-6A5B660C9323}" dt="2026-03-02T17:25:49.144" v="776" actId="20577"/>
          <ac:spMkLst>
            <pc:docMk/>
            <pc:sldMk cId="335112851" sldId="361"/>
            <ac:spMk id="5" creationId="{EC51926F-F5A1-412F-9216-D02C7C40207E}"/>
          </ac:spMkLst>
        </pc:spChg>
        <pc:spChg chg="add del mod">
          <ac:chgData name="Tanvir Ahmed" userId="5fa9bf89-1556-4927-a8e9-24c5d464f299" providerId="ADAL" clId="{D5141E81-A14B-4C02-9FB3-6A5B660C9323}" dt="2026-03-02T17:26:12.809" v="787" actId="478"/>
          <ac:spMkLst>
            <pc:docMk/>
            <pc:sldMk cId="335112851" sldId="361"/>
            <ac:spMk id="6" creationId="{499AB856-3621-4A2D-86BF-1605C8737C2E}"/>
          </ac:spMkLst>
        </pc:spChg>
        <pc:spChg chg="add mod">
          <ac:chgData name="Tanvir Ahmed" userId="5fa9bf89-1556-4927-a8e9-24c5d464f299" providerId="ADAL" clId="{D5141E81-A14B-4C02-9FB3-6A5B660C9323}" dt="2026-03-02T19:52:56.751" v="2732"/>
          <ac:spMkLst>
            <pc:docMk/>
            <pc:sldMk cId="335112851" sldId="361"/>
            <ac:spMk id="7" creationId="{71B9BDF7-67C6-42D1-9697-791F5464346F}"/>
          </ac:spMkLst>
        </pc:spChg>
        <pc:spChg chg="mod">
          <ac:chgData name="Tanvir Ahmed" userId="5fa9bf89-1556-4927-a8e9-24c5d464f299" providerId="ADAL" clId="{D5141E81-A14B-4C02-9FB3-6A5B660C9323}" dt="2026-03-02T17:26:51.940" v="799"/>
          <ac:spMkLst>
            <pc:docMk/>
            <pc:sldMk cId="335112851" sldId="361"/>
            <ac:spMk id="9" creationId="{1CE2469C-E41D-46EA-A987-D1A69E0D32F8}"/>
          </ac:spMkLst>
        </pc:spChg>
        <pc:spChg chg="mod">
          <ac:chgData name="Tanvir Ahmed" userId="5fa9bf89-1556-4927-a8e9-24c5d464f299" providerId="ADAL" clId="{D5141E81-A14B-4C02-9FB3-6A5B660C9323}" dt="2026-03-02T17:26:51.940" v="799"/>
          <ac:spMkLst>
            <pc:docMk/>
            <pc:sldMk cId="335112851" sldId="361"/>
            <ac:spMk id="13" creationId="{64E163B2-BC60-42B4-8004-E2A742D91ADB}"/>
          </ac:spMkLst>
        </pc:spChg>
        <pc:spChg chg="mod">
          <ac:chgData name="Tanvir Ahmed" userId="5fa9bf89-1556-4927-a8e9-24c5d464f299" providerId="ADAL" clId="{D5141E81-A14B-4C02-9FB3-6A5B660C9323}" dt="2026-03-02T17:26:51.940" v="799"/>
          <ac:spMkLst>
            <pc:docMk/>
            <pc:sldMk cId="335112851" sldId="361"/>
            <ac:spMk id="14" creationId="{B6CDC32D-EA94-4709-9110-86A17995C055}"/>
          </ac:spMkLst>
        </pc:spChg>
        <pc:spChg chg="mod">
          <ac:chgData name="Tanvir Ahmed" userId="5fa9bf89-1556-4927-a8e9-24c5d464f299" providerId="ADAL" clId="{D5141E81-A14B-4C02-9FB3-6A5B660C9323}" dt="2026-03-02T17:26:51.940" v="799"/>
          <ac:spMkLst>
            <pc:docMk/>
            <pc:sldMk cId="335112851" sldId="361"/>
            <ac:spMk id="15" creationId="{1C36E8B4-0CBF-4EDF-9E38-0FB162CDD320}"/>
          </ac:spMkLst>
        </pc:spChg>
        <pc:spChg chg="mod">
          <ac:chgData name="Tanvir Ahmed" userId="5fa9bf89-1556-4927-a8e9-24c5d464f299" providerId="ADAL" clId="{D5141E81-A14B-4C02-9FB3-6A5B660C9323}" dt="2026-03-02T17:27:03.245" v="801"/>
          <ac:spMkLst>
            <pc:docMk/>
            <pc:sldMk cId="335112851" sldId="361"/>
            <ac:spMk id="18" creationId="{F58AA149-DF64-4F69-8011-43053ADE977F}"/>
          </ac:spMkLst>
        </pc:spChg>
        <pc:spChg chg="mod">
          <ac:chgData name="Tanvir Ahmed" userId="5fa9bf89-1556-4927-a8e9-24c5d464f299" providerId="ADAL" clId="{D5141E81-A14B-4C02-9FB3-6A5B660C9323}" dt="2026-03-02T17:27:03.245" v="801"/>
          <ac:spMkLst>
            <pc:docMk/>
            <pc:sldMk cId="335112851" sldId="361"/>
            <ac:spMk id="20" creationId="{1EF88121-E614-4B5A-ADD3-4F4A2024AE0C}"/>
          </ac:spMkLst>
        </pc:spChg>
        <pc:spChg chg="mod">
          <ac:chgData name="Tanvir Ahmed" userId="5fa9bf89-1556-4927-a8e9-24c5d464f299" providerId="ADAL" clId="{D5141E81-A14B-4C02-9FB3-6A5B660C9323}" dt="2026-03-02T17:27:03.245" v="801"/>
          <ac:spMkLst>
            <pc:docMk/>
            <pc:sldMk cId="335112851" sldId="361"/>
            <ac:spMk id="24" creationId="{8EC3C498-1F69-4686-8E3E-5D090147545D}"/>
          </ac:spMkLst>
        </pc:spChg>
        <pc:spChg chg="mod">
          <ac:chgData name="Tanvir Ahmed" userId="5fa9bf89-1556-4927-a8e9-24c5d464f299" providerId="ADAL" clId="{D5141E81-A14B-4C02-9FB3-6A5B660C9323}" dt="2026-03-02T17:27:03.245" v="801"/>
          <ac:spMkLst>
            <pc:docMk/>
            <pc:sldMk cId="335112851" sldId="361"/>
            <ac:spMk id="25" creationId="{42886716-E381-4A34-9631-9DF44B2C42E5}"/>
          </ac:spMkLst>
        </pc:spChg>
        <pc:spChg chg="mod">
          <ac:chgData name="Tanvir Ahmed" userId="5fa9bf89-1556-4927-a8e9-24c5d464f299" providerId="ADAL" clId="{D5141E81-A14B-4C02-9FB3-6A5B660C9323}" dt="2026-03-02T17:27:03.245" v="801"/>
          <ac:spMkLst>
            <pc:docMk/>
            <pc:sldMk cId="335112851" sldId="361"/>
            <ac:spMk id="26" creationId="{B30EDDAF-907F-457B-9C7D-D47DFB79FCB3}"/>
          </ac:spMkLst>
        </pc:spChg>
        <pc:spChg chg="add mod">
          <ac:chgData name="Tanvir Ahmed" userId="5fa9bf89-1556-4927-a8e9-24c5d464f299" providerId="ADAL" clId="{D5141E81-A14B-4C02-9FB3-6A5B660C9323}" dt="2026-03-02T17:28:41.276" v="895" actId="14100"/>
          <ac:spMkLst>
            <pc:docMk/>
            <pc:sldMk cId="335112851" sldId="361"/>
            <ac:spMk id="28" creationId="{CC4401D9-A744-41B6-B788-0EA9F0FF2CBD}"/>
          </ac:spMkLst>
        </pc:spChg>
        <pc:spChg chg="add mod">
          <ac:chgData name="Tanvir Ahmed" userId="5fa9bf89-1556-4927-a8e9-24c5d464f299" providerId="ADAL" clId="{D5141E81-A14B-4C02-9FB3-6A5B660C9323}" dt="2026-03-02T17:29:13.151" v="897" actId="164"/>
          <ac:spMkLst>
            <pc:docMk/>
            <pc:sldMk cId="335112851" sldId="361"/>
            <ac:spMk id="30" creationId="{C551C6DA-3E11-489D-B5DB-EDC4CFA3C3A1}"/>
          </ac:spMkLst>
        </pc:spChg>
        <pc:spChg chg="mod">
          <ac:chgData name="Tanvir Ahmed" userId="5fa9bf89-1556-4927-a8e9-24c5d464f299" providerId="ADAL" clId="{D5141E81-A14B-4C02-9FB3-6A5B660C9323}" dt="2026-03-02T17:29:09.024" v="896"/>
          <ac:spMkLst>
            <pc:docMk/>
            <pc:sldMk cId="335112851" sldId="361"/>
            <ac:spMk id="32" creationId="{BE233D00-B5E9-4D76-8C93-A7825DD63757}"/>
          </ac:spMkLst>
        </pc:spChg>
        <pc:spChg chg="mod">
          <ac:chgData name="Tanvir Ahmed" userId="5fa9bf89-1556-4927-a8e9-24c5d464f299" providerId="ADAL" clId="{D5141E81-A14B-4C02-9FB3-6A5B660C9323}" dt="2026-03-02T17:29:09.024" v="896"/>
          <ac:spMkLst>
            <pc:docMk/>
            <pc:sldMk cId="335112851" sldId="361"/>
            <ac:spMk id="35" creationId="{E0EDE941-0D53-4504-AC5F-06E8BFEB8441}"/>
          </ac:spMkLst>
        </pc:spChg>
        <pc:spChg chg="mod">
          <ac:chgData name="Tanvir Ahmed" userId="5fa9bf89-1556-4927-a8e9-24c5d464f299" providerId="ADAL" clId="{D5141E81-A14B-4C02-9FB3-6A5B660C9323}" dt="2026-03-02T17:29:09.024" v="896"/>
          <ac:spMkLst>
            <pc:docMk/>
            <pc:sldMk cId="335112851" sldId="361"/>
            <ac:spMk id="39" creationId="{71AD5625-2BE1-435C-909C-0D19019573CE}"/>
          </ac:spMkLst>
        </pc:spChg>
        <pc:grpChg chg="add del mod">
          <ac:chgData name="Tanvir Ahmed" userId="5fa9bf89-1556-4927-a8e9-24c5d464f299" providerId="ADAL" clId="{D5141E81-A14B-4C02-9FB3-6A5B660C9323}" dt="2026-03-02T17:26:57.322" v="800" actId="478"/>
          <ac:grpSpMkLst>
            <pc:docMk/>
            <pc:sldMk cId="335112851" sldId="361"/>
            <ac:grpSpMk id="8" creationId="{48D1A9C6-27DD-42D7-9E3E-64F66B69B861}"/>
          </ac:grpSpMkLst>
        </pc:grpChg>
        <pc:grpChg chg="add mod">
          <ac:chgData name="Tanvir Ahmed" userId="5fa9bf89-1556-4927-a8e9-24c5d464f299" providerId="ADAL" clId="{D5141E81-A14B-4C02-9FB3-6A5B660C9323}" dt="2026-03-02T17:27:11.331" v="803" actId="164"/>
          <ac:grpSpMkLst>
            <pc:docMk/>
            <pc:sldMk cId="335112851" sldId="361"/>
            <ac:grpSpMk id="16" creationId="{112F1BF7-EF6A-48B7-8FE6-CC830BB8F3FE}"/>
          </ac:grpSpMkLst>
        </pc:grpChg>
        <pc:grpChg chg="add mod">
          <ac:chgData name="Tanvir Ahmed" userId="5fa9bf89-1556-4927-a8e9-24c5d464f299" providerId="ADAL" clId="{D5141E81-A14B-4C02-9FB3-6A5B660C9323}" dt="2026-03-02T17:27:11.331" v="803" actId="164"/>
          <ac:grpSpMkLst>
            <pc:docMk/>
            <pc:sldMk cId="335112851" sldId="361"/>
            <ac:grpSpMk id="19" creationId="{6FB64B3D-0362-4D15-BD32-C149AD25AA7E}"/>
          </ac:grpSpMkLst>
        </pc:grpChg>
        <pc:grpChg chg="add mod">
          <ac:chgData name="Tanvir Ahmed" userId="5fa9bf89-1556-4927-a8e9-24c5d464f299" providerId="ADAL" clId="{D5141E81-A14B-4C02-9FB3-6A5B660C9323}" dt="2026-03-02T17:27:27.899" v="807" actId="14100"/>
          <ac:grpSpMkLst>
            <pc:docMk/>
            <pc:sldMk cId="335112851" sldId="361"/>
            <ac:grpSpMk id="27" creationId="{C1FC9DD5-1053-4CF9-8A70-2757A3D7A1D1}"/>
          </ac:grpSpMkLst>
        </pc:grpChg>
        <pc:grpChg chg="add mod">
          <ac:chgData name="Tanvir Ahmed" userId="5fa9bf89-1556-4927-a8e9-24c5d464f299" providerId="ADAL" clId="{D5141E81-A14B-4C02-9FB3-6A5B660C9323}" dt="2026-03-02T17:29:13.151" v="897" actId="164"/>
          <ac:grpSpMkLst>
            <pc:docMk/>
            <pc:sldMk cId="335112851" sldId="361"/>
            <ac:grpSpMk id="31" creationId="{904DD19E-267A-4047-94EA-9D3A71C07BF2}"/>
          </ac:grpSpMkLst>
        </pc:grpChg>
        <pc:grpChg chg="add mod">
          <ac:chgData name="Tanvir Ahmed" userId="5fa9bf89-1556-4927-a8e9-24c5d464f299" providerId="ADAL" clId="{D5141E81-A14B-4C02-9FB3-6A5B660C9323}" dt="2026-03-02T17:29:13.151" v="897" actId="164"/>
          <ac:grpSpMkLst>
            <pc:docMk/>
            <pc:sldMk cId="335112851" sldId="361"/>
            <ac:grpSpMk id="34" creationId="{3C36E89C-C4E4-4480-A7D1-FDBFEC8AE30A}"/>
          </ac:grpSpMkLst>
        </pc:grpChg>
        <pc:grpChg chg="add mod">
          <ac:chgData name="Tanvir Ahmed" userId="5fa9bf89-1556-4927-a8e9-24c5d464f299" providerId="ADAL" clId="{D5141E81-A14B-4C02-9FB3-6A5B660C9323}" dt="2026-03-02T17:29:13.151" v="897" actId="164"/>
          <ac:grpSpMkLst>
            <pc:docMk/>
            <pc:sldMk cId="335112851" sldId="361"/>
            <ac:grpSpMk id="38" creationId="{F9389296-F130-4E31-8168-859F6C19C218}"/>
          </ac:grpSpMkLst>
        </pc:grpChg>
        <pc:grpChg chg="add mod">
          <ac:chgData name="Tanvir Ahmed" userId="5fa9bf89-1556-4927-a8e9-24c5d464f299" providerId="ADAL" clId="{D5141E81-A14B-4C02-9FB3-6A5B660C9323}" dt="2026-03-02T17:29:13.151" v="897" actId="164"/>
          <ac:grpSpMkLst>
            <pc:docMk/>
            <pc:sldMk cId="335112851" sldId="361"/>
            <ac:grpSpMk id="42" creationId="{146493EC-7F51-4ABE-9DB6-8245916C528A}"/>
          </ac:grpSpMkLst>
        </pc:grpChg>
        <pc:grpChg chg="add mod">
          <ac:chgData name="Tanvir Ahmed" userId="5fa9bf89-1556-4927-a8e9-24c5d464f299" providerId="ADAL" clId="{D5141E81-A14B-4C02-9FB3-6A5B660C9323}" dt="2026-03-02T17:29:22.620" v="942" actId="1076"/>
          <ac:grpSpMkLst>
            <pc:docMk/>
            <pc:sldMk cId="335112851" sldId="361"/>
            <ac:grpSpMk id="47" creationId="{9C607AF5-09EA-4C12-9DD0-0DF438C86E7A}"/>
          </ac:grpSpMkLst>
        </pc:grpChg>
        <pc:picChg chg="mod">
          <ac:chgData name="Tanvir Ahmed" userId="5fa9bf89-1556-4927-a8e9-24c5d464f299" providerId="ADAL" clId="{D5141E81-A14B-4C02-9FB3-6A5B660C9323}" dt="2026-03-02T17:26:51.940" v="799"/>
          <ac:picMkLst>
            <pc:docMk/>
            <pc:sldMk cId="335112851" sldId="361"/>
            <ac:picMk id="10" creationId="{08C9C9FB-795B-42E4-85A8-7ECBC8A05EB1}"/>
          </ac:picMkLst>
        </pc:picChg>
        <pc:picChg chg="mod">
          <ac:chgData name="Tanvir Ahmed" userId="5fa9bf89-1556-4927-a8e9-24c5d464f299" providerId="ADAL" clId="{D5141E81-A14B-4C02-9FB3-6A5B660C9323}" dt="2026-03-02T17:26:51.940" v="799"/>
          <ac:picMkLst>
            <pc:docMk/>
            <pc:sldMk cId="335112851" sldId="361"/>
            <ac:picMk id="11" creationId="{B5B39E3E-738C-47AE-8B02-4EA0E78571BC}"/>
          </ac:picMkLst>
        </pc:picChg>
        <pc:picChg chg="mod">
          <ac:chgData name="Tanvir Ahmed" userId="5fa9bf89-1556-4927-a8e9-24c5d464f299" providerId="ADAL" clId="{D5141E81-A14B-4C02-9FB3-6A5B660C9323}" dt="2026-03-02T17:26:51.940" v="799"/>
          <ac:picMkLst>
            <pc:docMk/>
            <pc:sldMk cId="335112851" sldId="361"/>
            <ac:picMk id="12" creationId="{2AEE8BDE-DC13-4107-B860-93237741618A}"/>
          </ac:picMkLst>
        </pc:picChg>
        <pc:picChg chg="mod">
          <ac:chgData name="Tanvir Ahmed" userId="5fa9bf89-1556-4927-a8e9-24c5d464f299" providerId="ADAL" clId="{D5141E81-A14B-4C02-9FB3-6A5B660C9323}" dt="2026-03-02T17:27:03.245" v="801"/>
          <ac:picMkLst>
            <pc:docMk/>
            <pc:sldMk cId="335112851" sldId="361"/>
            <ac:picMk id="17" creationId="{55A414B4-EB5B-4782-90B8-060A1B03969D}"/>
          </ac:picMkLst>
        </pc:picChg>
        <pc:picChg chg="mod">
          <ac:chgData name="Tanvir Ahmed" userId="5fa9bf89-1556-4927-a8e9-24c5d464f299" providerId="ADAL" clId="{D5141E81-A14B-4C02-9FB3-6A5B660C9323}" dt="2026-03-02T17:27:03.245" v="801"/>
          <ac:picMkLst>
            <pc:docMk/>
            <pc:sldMk cId="335112851" sldId="361"/>
            <ac:picMk id="21" creationId="{C3CDDBA8-B7FC-4245-966D-C6C64CC897A2}"/>
          </ac:picMkLst>
        </pc:picChg>
        <pc:picChg chg="mod">
          <ac:chgData name="Tanvir Ahmed" userId="5fa9bf89-1556-4927-a8e9-24c5d464f299" providerId="ADAL" clId="{D5141E81-A14B-4C02-9FB3-6A5B660C9323}" dt="2026-03-02T17:27:03.245" v="801"/>
          <ac:picMkLst>
            <pc:docMk/>
            <pc:sldMk cId="335112851" sldId="361"/>
            <ac:picMk id="22" creationId="{E9DF271B-B50E-49CA-90EE-1E08F197B4E4}"/>
          </ac:picMkLst>
        </pc:picChg>
        <pc:picChg chg="mod">
          <ac:chgData name="Tanvir Ahmed" userId="5fa9bf89-1556-4927-a8e9-24c5d464f299" providerId="ADAL" clId="{D5141E81-A14B-4C02-9FB3-6A5B660C9323}" dt="2026-03-02T17:27:03.245" v="801"/>
          <ac:picMkLst>
            <pc:docMk/>
            <pc:sldMk cId="335112851" sldId="361"/>
            <ac:picMk id="23" creationId="{43D9168D-1F7C-447B-AF53-1B4C59CC3932}"/>
          </ac:picMkLst>
        </pc:picChg>
        <pc:picChg chg="add mod">
          <ac:chgData name="Tanvir Ahmed" userId="5fa9bf89-1556-4927-a8e9-24c5d464f299" providerId="ADAL" clId="{D5141E81-A14B-4C02-9FB3-6A5B660C9323}" dt="2026-03-02T17:29:13.151" v="897" actId="164"/>
          <ac:picMkLst>
            <pc:docMk/>
            <pc:sldMk cId="335112851" sldId="361"/>
            <ac:picMk id="29" creationId="{48202161-6DEC-45E3-90AA-BDFAF3EDF082}"/>
          </ac:picMkLst>
        </pc:picChg>
        <pc:picChg chg="mod">
          <ac:chgData name="Tanvir Ahmed" userId="5fa9bf89-1556-4927-a8e9-24c5d464f299" providerId="ADAL" clId="{D5141E81-A14B-4C02-9FB3-6A5B660C9323}" dt="2026-03-02T17:29:09.024" v="896"/>
          <ac:picMkLst>
            <pc:docMk/>
            <pc:sldMk cId="335112851" sldId="361"/>
            <ac:picMk id="33" creationId="{A7468084-DA90-4432-B615-84B885D93786}"/>
          </ac:picMkLst>
        </pc:picChg>
        <pc:picChg chg="mod">
          <ac:chgData name="Tanvir Ahmed" userId="5fa9bf89-1556-4927-a8e9-24c5d464f299" providerId="ADAL" clId="{D5141E81-A14B-4C02-9FB3-6A5B660C9323}" dt="2026-03-02T17:29:09.024" v="896"/>
          <ac:picMkLst>
            <pc:docMk/>
            <pc:sldMk cId="335112851" sldId="361"/>
            <ac:picMk id="36" creationId="{7771C9CF-AE9B-4423-857E-7EE220A6D39C}"/>
          </ac:picMkLst>
        </pc:picChg>
        <pc:picChg chg="mod">
          <ac:chgData name="Tanvir Ahmed" userId="5fa9bf89-1556-4927-a8e9-24c5d464f299" providerId="ADAL" clId="{D5141E81-A14B-4C02-9FB3-6A5B660C9323}" dt="2026-03-02T17:29:09.024" v="896"/>
          <ac:picMkLst>
            <pc:docMk/>
            <pc:sldMk cId="335112851" sldId="361"/>
            <ac:picMk id="37" creationId="{DADBED74-D9DB-45D4-AC32-55541B7529A3}"/>
          </ac:picMkLst>
        </pc:picChg>
        <pc:picChg chg="mod">
          <ac:chgData name="Tanvir Ahmed" userId="5fa9bf89-1556-4927-a8e9-24c5d464f299" providerId="ADAL" clId="{D5141E81-A14B-4C02-9FB3-6A5B660C9323}" dt="2026-03-02T17:29:09.024" v="896"/>
          <ac:picMkLst>
            <pc:docMk/>
            <pc:sldMk cId="335112851" sldId="361"/>
            <ac:picMk id="40" creationId="{1AFB3562-BC12-4732-B26D-313D44C1D684}"/>
          </ac:picMkLst>
        </pc:picChg>
        <pc:picChg chg="mod">
          <ac:chgData name="Tanvir Ahmed" userId="5fa9bf89-1556-4927-a8e9-24c5d464f299" providerId="ADAL" clId="{D5141E81-A14B-4C02-9FB3-6A5B660C9323}" dt="2026-03-02T17:29:09.024" v="896"/>
          <ac:picMkLst>
            <pc:docMk/>
            <pc:sldMk cId="335112851" sldId="361"/>
            <ac:picMk id="41" creationId="{63E79B3D-8287-404B-A20E-8C7B64DC97AB}"/>
          </ac:picMkLst>
        </pc:picChg>
        <pc:picChg chg="mod">
          <ac:chgData name="Tanvir Ahmed" userId="5fa9bf89-1556-4927-a8e9-24c5d464f299" providerId="ADAL" clId="{D5141E81-A14B-4C02-9FB3-6A5B660C9323}" dt="2026-03-02T17:29:09.024" v="896"/>
          <ac:picMkLst>
            <pc:docMk/>
            <pc:sldMk cId="335112851" sldId="361"/>
            <ac:picMk id="43" creationId="{0B8A4524-4144-489E-8543-7748F6D7820E}"/>
          </ac:picMkLst>
        </pc:picChg>
        <pc:picChg chg="mod">
          <ac:chgData name="Tanvir Ahmed" userId="5fa9bf89-1556-4927-a8e9-24c5d464f299" providerId="ADAL" clId="{D5141E81-A14B-4C02-9FB3-6A5B660C9323}" dt="2026-03-02T17:29:09.024" v="896"/>
          <ac:picMkLst>
            <pc:docMk/>
            <pc:sldMk cId="335112851" sldId="361"/>
            <ac:picMk id="44" creationId="{6A8A3176-15E3-4DED-8D87-C8927BF9FDBA}"/>
          </ac:picMkLst>
        </pc:picChg>
        <pc:picChg chg="add mod">
          <ac:chgData name="Tanvir Ahmed" userId="5fa9bf89-1556-4927-a8e9-24c5d464f299" providerId="ADAL" clId="{D5141E81-A14B-4C02-9FB3-6A5B660C9323}" dt="2026-03-02T17:29:13.151" v="897" actId="164"/>
          <ac:picMkLst>
            <pc:docMk/>
            <pc:sldMk cId="335112851" sldId="361"/>
            <ac:picMk id="45" creationId="{4E4438AF-A202-4B8E-A425-C0E67C83DCE9}"/>
          </ac:picMkLst>
        </pc:picChg>
        <pc:picChg chg="add mod">
          <ac:chgData name="Tanvir Ahmed" userId="5fa9bf89-1556-4927-a8e9-24c5d464f299" providerId="ADAL" clId="{D5141E81-A14B-4C02-9FB3-6A5B660C9323}" dt="2026-03-02T17:29:13.151" v="897" actId="164"/>
          <ac:picMkLst>
            <pc:docMk/>
            <pc:sldMk cId="335112851" sldId="361"/>
            <ac:picMk id="46" creationId="{0053E78C-205B-4DF8-BEB8-AB65F8748050}"/>
          </ac:picMkLst>
        </pc:picChg>
      </pc:sldChg>
      <pc:sldChg chg="addSp delSp modSp new mod modAnim">
        <pc:chgData name="Tanvir Ahmed" userId="5fa9bf89-1556-4927-a8e9-24c5d464f299" providerId="ADAL" clId="{D5141E81-A14B-4C02-9FB3-6A5B660C9323}" dt="2026-03-02T20:20:00.286" v="3105" actId="20577"/>
        <pc:sldMkLst>
          <pc:docMk/>
          <pc:sldMk cId="2521725204" sldId="362"/>
        </pc:sldMkLst>
        <pc:spChg chg="mod">
          <ac:chgData name="Tanvir Ahmed" userId="5fa9bf89-1556-4927-a8e9-24c5d464f299" providerId="ADAL" clId="{D5141E81-A14B-4C02-9FB3-6A5B660C9323}" dt="2026-03-02T17:31:01.958" v="972" actId="20577"/>
          <ac:spMkLst>
            <pc:docMk/>
            <pc:sldMk cId="2521725204" sldId="362"/>
            <ac:spMk id="2" creationId="{A547AE33-EF7A-4659-BEC7-F08DE5086FB7}"/>
          </ac:spMkLst>
        </pc:spChg>
        <pc:spChg chg="add mod">
          <ac:chgData name="Tanvir Ahmed" userId="5fa9bf89-1556-4927-a8e9-24c5d464f299" providerId="ADAL" clId="{D5141E81-A14B-4C02-9FB3-6A5B660C9323}" dt="2026-03-02T20:20:00.286" v="3105" actId="20577"/>
          <ac:spMkLst>
            <pc:docMk/>
            <pc:sldMk cId="2521725204" sldId="362"/>
            <ac:spMk id="3" creationId="{0625F61F-DCA9-4FC9-8E4E-380F9800D3FE}"/>
          </ac:spMkLst>
        </pc:spChg>
        <pc:spChg chg="del">
          <ac:chgData name="Tanvir Ahmed" userId="5fa9bf89-1556-4927-a8e9-24c5d464f299" providerId="ADAL" clId="{D5141E81-A14B-4C02-9FB3-6A5B660C9323}" dt="2026-03-02T17:31:04.934" v="973" actId="478"/>
          <ac:spMkLst>
            <pc:docMk/>
            <pc:sldMk cId="2521725204" sldId="362"/>
            <ac:spMk id="3" creationId="{88D085AA-F8C9-4C52-83A9-C7A302060898}"/>
          </ac:spMkLst>
        </pc:spChg>
        <pc:spChg chg="add mod">
          <ac:chgData name="Tanvir Ahmed" userId="5fa9bf89-1556-4927-a8e9-24c5d464f299" providerId="ADAL" clId="{D5141E81-A14B-4C02-9FB3-6A5B660C9323}" dt="2026-03-02T17:34:46.507" v="1017" actId="1076"/>
          <ac:spMkLst>
            <pc:docMk/>
            <pc:sldMk cId="2521725204" sldId="362"/>
            <ac:spMk id="12" creationId="{5C4BEE65-88C1-4DDF-BF30-0F715CDBC531}"/>
          </ac:spMkLst>
        </pc:spChg>
        <pc:spChg chg="add mod">
          <ac:chgData name="Tanvir Ahmed" userId="5fa9bf89-1556-4927-a8e9-24c5d464f299" providerId="ADAL" clId="{D5141E81-A14B-4C02-9FB3-6A5B660C9323}" dt="2026-03-02T17:34:52.403" v="1019" actId="1076"/>
          <ac:spMkLst>
            <pc:docMk/>
            <pc:sldMk cId="2521725204" sldId="362"/>
            <ac:spMk id="13" creationId="{094B2799-F4DE-41AA-9BA2-752E3F3BE359}"/>
          </ac:spMkLst>
        </pc:spChg>
        <pc:spChg chg="add mod">
          <ac:chgData name="Tanvir Ahmed" userId="5fa9bf89-1556-4927-a8e9-24c5d464f299" providerId="ADAL" clId="{D5141E81-A14B-4C02-9FB3-6A5B660C9323}" dt="2026-03-02T17:36:51.405" v="1050" actId="1035"/>
          <ac:spMkLst>
            <pc:docMk/>
            <pc:sldMk cId="2521725204" sldId="362"/>
            <ac:spMk id="14" creationId="{B09668DF-9647-4C10-85D8-24558ED41AA6}"/>
          </ac:spMkLst>
        </pc:spChg>
        <pc:spChg chg="add mod">
          <ac:chgData name="Tanvir Ahmed" userId="5fa9bf89-1556-4927-a8e9-24c5d464f299" providerId="ADAL" clId="{D5141E81-A14B-4C02-9FB3-6A5B660C9323}" dt="2026-03-02T17:37:12.606" v="1066" actId="1076"/>
          <ac:spMkLst>
            <pc:docMk/>
            <pc:sldMk cId="2521725204" sldId="362"/>
            <ac:spMk id="17" creationId="{8FDB800E-F12E-4AB8-AB44-F00745BBB1E1}"/>
          </ac:spMkLst>
        </pc:spChg>
        <pc:spChg chg="add mod">
          <ac:chgData name="Tanvir Ahmed" userId="5fa9bf89-1556-4927-a8e9-24c5d464f299" providerId="ADAL" clId="{D5141E81-A14B-4C02-9FB3-6A5B660C9323}" dt="2026-03-02T17:36:55.317" v="1055" actId="1035"/>
          <ac:spMkLst>
            <pc:docMk/>
            <pc:sldMk cId="2521725204" sldId="362"/>
            <ac:spMk id="20" creationId="{F2BCCFE3-DB97-4263-82FA-63869F7E36CD}"/>
          </ac:spMkLst>
        </pc:spChg>
        <pc:spChg chg="add mod">
          <ac:chgData name="Tanvir Ahmed" userId="5fa9bf89-1556-4927-a8e9-24c5d464f299" providerId="ADAL" clId="{D5141E81-A14B-4C02-9FB3-6A5B660C9323}" dt="2026-03-02T17:37:06.869" v="1064" actId="20577"/>
          <ac:spMkLst>
            <pc:docMk/>
            <pc:sldMk cId="2521725204" sldId="362"/>
            <ac:spMk id="23" creationId="{8AB53699-134E-4CC5-9C96-37595DC3A53A}"/>
          </ac:spMkLst>
        </pc:spChg>
        <pc:spChg chg="add mod">
          <ac:chgData name="Tanvir Ahmed" userId="5fa9bf89-1556-4927-a8e9-24c5d464f299" providerId="ADAL" clId="{D5141E81-A14B-4C02-9FB3-6A5B660C9323}" dt="2026-03-02T17:37:44.398" v="1075" actId="20577"/>
          <ac:spMkLst>
            <pc:docMk/>
            <pc:sldMk cId="2521725204" sldId="362"/>
            <ac:spMk id="26" creationId="{2F80F7D8-D8D3-437C-B68E-F09D5FB588CA}"/>
          </ac:spMkLst>
        </pc:spChg>
        <pc:spChg chg="add mod">
          <ac:chgData name="Tanvir Ahmed" userId="5fa9bf89-1556-4927-a8e9-24c5d464f299" providerId="ADAL" clId="{D5141E81-A14B-4C02-9FB3-6A5B660C9323}" dt="2026-03-02T17:43:11.485" v="1124" actId="122"/>
          <ac:spMkLst>
            <pc:docMk/>
            <pc:sldMk cId="2521725204" sldId="362"/>
            <ac:spMk id="44" creationId="{35E0D11D-9F9E-4DFA-BE24-7A44D23C1CD0}"/>
          </ac:spMkLst>
        </pc:spChg>
        <pc:picChg chg="add mod">
          <ac:chgData name="Tanvir Ahmed" userId="5fa9bf89-1556-4927-a8e9-24c5d464f299" providerId="ADAL" clId="{D5141E81-A14B-4C02-9FB3-6A5B660C9323}" dt="2026-03-02T17:31:24.455" v="977" actId="1076"/>
          <ac:picMkLst>
            <pc:docMk/>
            <pc:sldMk cId="2521725204" sldId="362"/>
            <ac:picMk id="5" creationId="{D7AC2912-E825-4BC2-A509-BBD1784EE673}"/>
          </ac:picMkLst>
        </pc:picChg>
        <pc:picChg chg="add mod">
          <ac:chgData name="Tanvir Ahmed" userId="5fa9bf89-1556-4927-a8e9-24c5d464f299" providerId="ADAL" clId="{D5141E81-A14B-4C02-9FB3-6A5B660C9323}" dt="2026-03-02T17:34:49.099" v="1018" actId="1076"/>
          <ac:picMkLst>
            <pc:docMk/>
            <pc:sldMk cId="2521725204" sldId="362"/>
            <ac:picMk id="7" creationId="{9BFFE57D-9887-4B42-9893-CB4620EF752D}"/>
          </ac:picMkLst>
        </pc:picChg>
        <pc:picChg chg="add mod">
          <ac:chgData name="Tanvir Ahmed" userId="5fa9bf89-1556-4927-a8e9-24c5d464f299" providerId="ADAL" clId="{D5141E81-A14B-4C02-9FB3-6A5B660C9323}" dt="2026-03-02T17:36:43.029" v="1047" actId="1036"/>
          <ac:picMkLst>
            <pc:docMk/>
            <pc:sldMk cId="2521725204" sldId="362"/>
            <ac:picMk id="9" creationId="{3CB1AD18-6BBF-4E07-89BB-ACAA660C38E5}"/>
          </ac:picMkLst>
        </pc:picChg>
        <pc:picChg chg="add mod">
          <ac:chgData name="Tanvir Ahmed" userId="5fa9bf89-1556-4927-a8e9-24c5d464f299" providerId="ADAL" clId="{D5141E81-A14B-4C02-9FB3-6A5B660C9323}" dt="2026-03-02T17:36:53.077" v="1052" actId="1035"/>
          <ac:picMkLst>
            <pc:docMk/>
            <pc:sldMk cId="2521725204" sldId="362"/>
            <ac:picMk id="11" creationId="{C0361AE4-77C5-4F31-8B28-10A5F9769BC1}"/>
          </ac:picMkLst>
        </pc:picChg>
        <pc:picChg chg="add mod">
          <ac:chgData name="Tanvir Ahmed" userId="5fa9bf89-1556-4927-a8e9-24c5d464f299" providerId="ADAL" clId="{D5141E81-A14B-4C02-9FB3-6A5B660C9323}" dt="2026-03-02T17:37:09.958" v="1065" actId="1076"/>
          <ac:picMkLst>
            <pc:docMk/>
            <pc:sldMk cId="2521725204" sldId="362"/>
            <ac:picMk id="16" creationId="{3D2751FA-100D-414D-B611-06A13D0F72F4}"/>
          </ac:picMkLst>
        </pc:picChg>
        <pc:picChg chg="add mod">
          <ac:chgData name="Tanvir Ahmed" userId="5fa9bf89-1556-4927-a8e9-24c5d464f299" providerId="ADAL" clId="{D5141E81-A14B-4C02-9FB3-6A5B660C9323}" dt="2026-03-02T17:36:56.525" v="1058" actId="1035"/>
          <ac:picMkLst>
            <pc:docMk/>
            <pc:sldMk cId="2521725204" sldId="362"/>
            <ac:picMk id="19" creationId="{23C43886-83EF-4B5F-9E36-8FE5B8038828}"/>
          </ac:picMkLst>
        </pc:picChg>
        <pc:picChg chg="add mod">
          <ac:chgData name="Tanvir Ahmed" userId="5fa9bf89-1556-4927-a8e9-24c5d464f299" providerId="ADAL" clId="{D5141E81-A14B-4C02-9FB3-6A5B660C9323}" dt="2026-03-02T17:36:31.221" v="1041" actId="14100"/>
          <ac:picMkLst>
            <pc:docMk/>
            <pc:sldMk cId="2521725204" sldId="362"/>
            <ac:picMk id="22" creationId="{5136CD99-7FA8-4419-8928-6BFFF5E62E92}"/>
          </ac:picMkLst>
        </pc:picChg>
        <pc:picChg chg="add mod">
          <ac:chgData name="Tanvir Ahmed" userId="5fa9bf89-1556-4927-a8e9-24c5d464f299" providerId="ADAL" clId="{D5141E81-A14B-4C02-9FB3-6A5B660C9323}" dt="2026-03-02T17:37:35.910" v="1070" actId="1076"/>
          <ac:picMkLst>
            <pc:docMk/>
            <pc:sldMk cId="2521725204" sldId="362"/>
            <ac:picMk id="25" creationId="{AD49A78F-FE8F-4E6F-B366-18A69C97FB90}"/>
          </ac:picMkLst>
        </pc:picChg>
        <pc:picChg chg="add mod">
          <ac:chgData name="Tanvir Ahmed" userId="5fa9bf89-1556-4927-a8e9-24c5d464f299" providerId="ADAL" clId="{D5141E81-A14B-4C02-9FB3-6A5B660C9323}" dt="2026-03-02T17:39:30.648" v="1092" actId="1076"/>
          <ac:picMkLst>
            <pc:docMk/>
            <pc:sldMk cId="2521725204" sldId="362"/>
            <ac:picMk id="39" creationId="{A966A460-4525-4E39-BB11-B5C7C6592B63}"/>
          </ac:picMkLst>
        </pc:picChg>
        <pc:cxnChg chg="add mod">
          <ac:chgData name="Tanvir Ahmed" userId="5fa9bf89-1556-4927-a8e9-24c5d464f299" providerId="ADAL" clId="{D5141E81-A14B-4C02-9FB3-6A5B660C9323}" dt="2026-03-02T17:38:05.543" v="1077" actId="13822"/>
          <ac:cxnSpMkLst>
            <pc:docMk/>
            <pc:sldMk cId="2521725204" sldId="362"/>
            <ac:cxnSpMk id="28" creationId="{E823051D-7A5B-4CF2-9A5C-8EB68D09064F}"/>
          </ac:cxnSpMkLst>
        </pc:cxnChg>
        <pc:cxnChg chg="add mod">
          <ac:chgData name="Tanvir Ahmed" userId="5fa9bf89-1556-4927-a8e9-24c5d464f299" providerId="ADAL" clId="{D5141E81-A14B-4C02-9FB3-6A5B660C9323}" dt="2026-03-02T17:38:18.439" v="1081" actId="14100"/>
          <ac:cxnSpMkLst>
            <pc:docMk/>
            <pc:sldMk cId="2521725204" sldId="362"/>
            <ac:cxnSpMk id="30" creationId="{75BF234F-2446-48B5-8EA1-DE7AD55455D7}"/>
          </ac:cxnSpMkLst>
        </pc:cxnChg>
        <pc:cxnChg chg="add mod">
          <ac:chgData name="Tanvir Ahmed" userId="5fa9bf89-1556-4927-a8e9-24c5d464f299" providerId="ADAL" clId="{D5141E81-A14B-4C02-9FB3-6A5B660C9323}" dt="2026-03-02T17:38:28.686" v="1083" actId="13822"/>
          <ac:cxnSpMkLst>
            <pc:docMk/>
            <pc:sldMk cId="2521725204" sldId="362"/>
            <ac:cxnSpMk id="33" creationId="{094358C3-77DE-41D8-A10E-53EBD3CC37C3}"/>
          </ac:cxnSpMkLst>
        </pc:cxnChg>
        <pc:cxnChg chg="add mod">
          <ac:chgData name="Tanvir Ahmed" userId="5fa9bf89-1556-4927-a8e9-24c5d464f299" providerId="ADAL" clId="{D5141E81-A14B-4C02-9FB3-6A5B660C9323}" dt="2026-03-02T17:38:40.165" v="1085" actId="13822"/>
          <ac:cxnSpMkLst>
            <pc:docMk/>
            <pc:sldMk cId="2521725204" sldId="362"/>
            <ac:cxnSpMk id="35" creationId="{AB9B96AF-202F-46F7-B979-1151A181EF83}"/>
          </ac:cxnSpMkLst>
        </pc:cxnChg>
        <pc:cxnChg chg="add mod">
          <ac:chgData name="Tanvir Ahmed" userId="5fa9bf89-1556-4927-a8e9-24c5d464f299" providerId="ADAL" clId="{D5141E81-A14B-4C02-9FB3-6A5B660C9323}" dt="2026-03-02T17:38:48.565" v="1087" actId="13822"/>
          <ac:cxnSpMkLst>
            <pc:docMk/>
            <pc:sldMk cId="2521725204" sldId="362"/>
            <ac:cxnSpMk id="37" creationId="{5EA38D1E-31EA-4C06-8AB8-1B9A0D77A1AE}"/>
          </ac:cxnSpMkLst>
        </pc:cxnChg>
        <pc:cxnChg chg="add mod">
          <ac:chgData name="Tanvir Ahmed" userId="5fa9bf89-1556-4927-a8e9-24c5d464f299" providerId="ADAL" clId="{D5141E81-A14B-4C02-9FB3-6A5B660C9323}" dt="2026-03-02T17:39:51.825" v="1094" actId="13822"/>
          <ac:cxnSpMkLst>
            <pc:docMk/>
            <pc:sldMk cId="2521725204" sldId="362"/>
            <ac:cxnSpMk id="41" creationId="{D9E66673-0763-4A1F-93DF-B4209701EE9C}"/>
          </ac:cxnSpMkLst>
        </pc:cxnChg>
        <pc:cxnChg chg="add mod">
          <ac:chgData name="Tanvir Ahmed" userId="5fa9bf89-1556-4927-a8e9-24c5d464f299" providerId="ADAL" clId="{D5141E81-A14B-4C02-9FB3-6A5B660C9323}" dt="2026-03-02T17:39:59.464" v="1096" actId="13822"/>
          <ac:cxnSpMkLst>
            <pc:docMk/>
            <pc:sldMk cId="2521725204" sldId="362"/>
            <ac:cxnSpMk id="43" creationId="{F5C46C55-A4EA-4961-BE95-D79A44BE499F}"/>
          </ac:cxnSpMkLst>
        </pc:cxnChg>
      </pc:sldChg>
      <pc:sldChg chg="addSp delSp modSp new mod">
        <pc:chgData name="Tanvir Ahmed" userId="5fa9bf89-1556-4927-a8e9-24c5d464f299" providerId="ADAL" clId="{D5141E81-A14B-4C02-9FB3-6A5B660C9323}" dt="2026-03-02T17:45:25.583" v="1181" actId="20577"/>
        <pc:sldMkLst>
          <pc:docMk/>
          <pc:sldMk cId="1212475018" sldId="363"/>
        </pc:sldMkLst>
        <pc:spChg chg="del">
          <ac:chgData name="Tanvir Ahmed" userId="5fa9bf89-1556-4927-a8e9-24c5d464f299" providerId="ADAL" clId="{D5141E81-A14B-4C02-9FB3-6A5B660C9323}" dt="2026-03-02T17:45:02.839" v="1134" actId="478"/>
          <ac:spMkLst>
            <pc:docMk/>
            <pc:sldMk cId="1212475018" sldId="363"/>
            <ac:spMk id="2" creationId="{CDCE7D66-4B9B-43AF-B121-59AD18070F1F}"/>
          </ac:spMkLst>
        </pc:spChg>
        <pc:spChg chg="del">
          <ac:chgData name="Tanvir Ahmed" userId="5fa9bf89-1556-4927-a8e9-24c5d464f299" providerId="ADAL" clId="{D5141E81-A14B-4C02-9FB3-6A5B660C9323}" dt="2026-03-02T17:44:46.454" v="1131" actId="478"/>
          <ac:spMkLst>
            <pc:docMk/>
            <pc:sldMk cId="1212475018" sldId="363"/>
            <ac:spMk id="3" creationId="{DA8660C6-76F5-4E24-AD37-98F747070B65}"/>
          </ac:spMkLst>
        </pc:spChg>
        <pc:spChg chg="add mod">
          <ac:chgData name="Tanvir Ahmed" userId="5fa9bf89-1556-4927-a8e9-24c5d464f299" providerId="ADAL" clId="{D5141E81-A14B-4C02-9FB3-6A5B660C9323}" dt="2026-03-02T17:45:25.583" v="1181" actId="20577"/>
          <ac:spMkLst>
            <pc:docMk/>
            <pc:sldMk cId="1212475018" sldId="363"/>
            <ac:spMk id="6" creationId="{CC366B18-3825-4BB5-A083-634BFED3D239}"/>
          </ac:spMkLst>
        </pc:spChg>
        <pc:picChg chg="add mod">
          <ac:chgData name="Tanvir Ahmed" userId="5fa9bf89-1556-4927-a8e9-24c5d464f299" providerId="ADAL" clId="{D5141E81-A14B-4C02-9FB3-6A5B660C9323}" dt="2026-03-02T17:44:54.807" v="1133" actId="1076"/>
          <ac:picMkLst>
            <pc:docMk/>
            <pc:sldMk cId="1212475018" sldId="363"/>
            <ac:picMk id="5" creationId="{64A7C9A4-3347-4001-8E0F-7AB21B14465C}"/>
          </ac:picMkLst>
        </pc:picChg>
      </pc:sldChg>
      <pc:sldChg chg="addSp delSp modSp new mod delAnim modAnim">
        <pc:chgData name="Tanvir Ahmed" userId="5fa9bf89-1556-4927-a8e9-24c5d464f299" providerId="ADAL" clId="{D5141E81-A14B-4C02-9FB3-6A5B660C9323}" dt="2026-03-02T19:57:45.573" v="2879" actId="767"/>
        <pc:sldMkLst>
          <pc:docMk/>
          <pc:sldMk cId="3177971690" sldId="364"/>
        </pc:sldMkLst>
        <pc:spChg chg="del mod">
          <ac:chgData name="Tanvir Ahmed" userId="5fa9bf89-1556-4927-a8e9-24c5d464f299" providerId="ADAL" clId="{D5141E81-A14B-4C02-9FB3-6A5B660C9323}" dt="2026-03-02T17:47:13.233" v="1184" actId="478"/>
          <ac:spMkLst>
            <pc:docMk/>
            <pc:sldMk cId="3177971690" sldId="364"/>
            <ac:spMk id="2" creationId="{55772355-E622-4F35-B0C5-EA3E4DEB18B4}"/>
          </ac:spMkLst>
        </pc:spChg>
        <pc:spChg chg="add del mod">
          <ac:chgData name="Tanvir Ahmed" userId="5fa9bf89-1556-4927-a8e9-24c5d464f299" providerId="ADAL" clId="{D5141E81-A14B-4C02-9FB3-6A5B660C9323}" dt="2026-03-02T19:57:45.573" v="2879" actId="767"/>
          <ac:spMkLst>
            <pc:docMk/>
            <pc:sldMk cId="3177971690" sldId="364"/>
            <ac:spMk id="2" creationId="{92BD5060-6746-4317-9037-671CCEF92FB2}"/>
          </ac:spMkLst>
        </pc:spChg>
        <pc:spChg chg="del">
          <ac:chgData name="Tanvir Ahmed" userId="5fa9bf89-1556-4927-a8e9-24c5d464f299" providerId="ADAL" clId="{D5141E81-A14B-4C02-9FB3-6A5B660C9323}" dt="2026-03-02T17:47:29.210" v="1208" actId="478"/>
          <ac:spMkLst>
            <pc:docMk/>
            <pc:sldMk cId="3177971690" sldId="364"/>
            <ac:spMk id="3" creationId="{B8B7322A-D755-4713-ABE1-22D347DC393D}"/>
          </ac:spMkLst>
        </pc:spChg>
        <pc:spChg chg="add mod">
          <ac:chgData name="Tanvir Ahmed" userId="5fa9bf89-1556-4927-a8e9-24c5d464f299" providerId="ADAL" clId="{D5141E81-A14B-4C02-9FB3-6A5B660C9323}" dt="2026-03-02T17:47:26.105" v="1207" actId="20577"/>
          <ac:spMkLst>
            <pc:docMk/>
            <pc:sldMk cId="3177971690" sldId="364"/>
            <ac:spMk id="4" creationId="{4F62FB78-0FF1-4818-956C-0018BCA0F8FF}"/>
          </ac:spMkLst>
        </pc:spChg>
        <pc:spChg chg="add mod">
          <ac:chgData name="Tanvir Ahmed" userId="5fa9bf89-1556-4927-a8e9-24c5d464f299" providerId="ADAL" clId="{D5141E81-A14B-4C02-9FB3-6A5B660C9323}" dt="2026-03-02T17:58:55.975" v="1322" actId="1076"/>
          <ac:spMkLst>
            <pc:docMk/>
            <pc:sldMk cId="3177971690" sldId="364"/>
            <ac:spMk id="5" creationId="{5BF0DF19-1AA5-415B-A8CD-7931A676911A}"/>
          </ac:spMkLst>
        </pc:spChg>
        <pc:spChg chg="add mod">
          <ac:chgData name="Tanvir Ahmed" userId="5fa9bf89-1556-4927-a8e9-24c5d464f299" providerId="ADAL" clId="{D5141E81-A14B-4C02-9FB3-6A5B660C9323}" dt="2026-03-02T17:50:16.750" v="1241" actId="571"/>
          <ac:spMkLst>
            <pc:docMk/>
            <pc:sldMk cId="3177971690" sldId="364"/>
            <ac:spMk id="10" creationId="{F212B35B-0317-4CF9-86F4-7796D5C2A270}"/>
          </ac:spMkLst>
        </pc:spChg>
        <pc:spChg chg="add mod">
          <ac:chgData name="Tanvir Ahmed" userId="5fa9bf89-1556-4927-a8e9-24c5d464f299" providerId="ADAL" clId="{D5141E81-A14B-4C02-9FB3-6A5B660C9323}" dt="2026-03-02T18:20:15.465" v="1576" actId="20577"/>
          <ac:spMkLst>
            <pc:docMk/>
            <pc:sldMk cId="3177971690" sldId="364"/>
            <ac:spMk id="11" creationId="{14720B17-2A65-46C1-8582-489BB2108520}"/>
          </ac:spMkLst>
        </pc:spChg>
        <pc:spChg chg="add mod">
          <ac:chgData name="Tanvir Ahmed" userId="5fa9bf89-1556-4927-a8e9-24c5d464f299" providerId="ADAL" clId="{D5141E81-A14B-4C02-9FB3-6A5B660C9323}" dt="2026-03-02T19:57:42.100" v="2876" actId="571"/>
          <ac:spMkLst>
            <pc:docMk/>
            <pc:sldMk cId="3177971690" sldId="364"/>
            <ac:spMk id="12" creationId="{035B26F5-3FB0-4D6B-B7D0-A16D7B71E7EE}"/>
          </ac:spMkLst>
        </pc:spChg>
        <pc:spChg chg="add del mod">
          <ac:chgData name="Tanvir Ahmed" userId="5fa9bf89-1556-4927-a8e9-24c5d464f299" providerId="ADAL" clId="{D5141E81-A14B-4C02-9FB3-6A5B660C9323}" dt="2026-03-02T17:50:33.278" v="1246"/>
          <ac:spMkLst>
            <pc:docMk/>
            <pc:sldMk cId="3177971690" sldId="364"/>
            <ac:spMk id="12" creationId="{CF6464CB-16A4-4EB4-AD62-A75C0C208C4F}"/>
          </ac:spMkLst>
        </pc:spChg>
        <pc:spChg chg="add mod">
          <ac:chgData name="Tanvir Ahmed" userId="5fa9bf89-1556-4927-a8e9-24c5d464f299" providerId="ADAL" clId="{D5141E81-A14B-4C02-9FB3-6A5B660C9323}" dt="2026-03-02T19:57:34.293" v="2872" actId="571"/>
          <ac:spMkLst>
            <pc:docMk/>
            <pc:sldMk cId="3177971690" sldId="364"/>
            <ac:spMk id="13" creationId="{A4D1192E-0E13-4024-9D53-DD3922D09EC4}"/>
          </ac:spMkLst>
        </pc:spChg>
        <pc:spChg chg="add mod">
          <ac:chgData name="Tanvir Ahmed" userId="5fa9bf89-1556-4927-a8e9-24c5d464f299" providerId="ADAL" clId="{D5141E81-A14B-4C02-9FB3-6A5B660C9323}" dt="2026-03-02T19:57:34.293" v="2872" actId="571"/>
          <ac:spMkLst>
            <pc:docMk/>
            <pc:sldMk cId="3177971690" sldId="364"/>
            <ac:spMk id="15" creationId="{30D3EE6C-F350-46CF-B7BF-519D420DB7C2}"/>
          </ac:spMkLst>
        </pc:spChg>
        <pc:picChg chg="add mod">
          <ac:chgData name="Tanvir Ahmed" userId="5fa9bf89-1556-4927-a8e9-24c5d464f299" providerId="ADAL" clId="{D5141E81-A14B-4C02-9FB3-6A5B660C9323}" dt="2026-03-02T17:52:00.799" v="1262" actId="1076"/>
          <ac:picMkLst>
            <pc:docMk/>
            <pc:sldMk cId="3177971690" sldId="364"/>
            <ac:picMk id="7" creationId="{638B731B-2A15-445C-B46C-B84D2011B58F}"/>
          </ac:picMkLst>
        </pc:picChg>
        <pc:picChg chg="add mod">
          <ac:chgData name="Tanvir Ahmed" userId="5fa9bf89-1556-4927-a8e9-24c5d464f299" providerId="ADAL" clId="{D5141E81-A14B-4C02-9FB3-6A5B660C9323}" dt="2026-03-02T17:52:05.215" v="1264" actId="1076"/>
          <ac:picMkLst>
            <pc:docMk/>
            <pc:sldMk cId="3177971690" sldId="364"/>
            <ac:picMk id="9" creationId="{02A8CE94-55C7-4FFA-B035-5912FE221074}"/>
          </ac:picMkLst>
        </pc:picChg>
        <pc:picChg chg="add mod">
          <ac:chgData name="Tanvir Ahmed" userId="5fa9bf89-1556-4927-a8e9-24c5d464f299" providerId="ADAL" clId="{D5141E81-A14B-4C02-9FB3-6A5B660C9323}" dt="2026-03-02T17:54:49.434" v="1285" actId="1076"/>
          <ac:picMkLst>
            <pc:docMk/>
            <pc:sldMk cId="3177971690" sldId="364"/>
            <ac:picMk id="14" creationId="{5871C12E-5610-4774-A9A3-0C13BA041402}"/>
          </ac:picMkLst>
        </pc:picChg>
        <pc:picChg chg="add mod">
          <ac:chgData name="Tanvir Ahmed" userId="5fa9bf89-1556-4927-a8e9-24c5d464f299" providerId="ADAL" clId="{D5141E81-A14B-4C02-9FB3-6A5B660C9323}" dt="2026-03-02T17:54:57.179" v="1288" actId="1076"/>
          <ac:picMkLst>
            <pc:docMk/>
            <pc:sldMk cId="3177971690" sldId="364"/>
            <ac:picMk id="21" creationId="{89FD049E-87B1-45C2-94DA-FEFBD1F0BF31}"/>
          </ac:picMkLst>
        </pc:picChg>
        <pc:picChg chg="add mod">
          <ac:chgData name="Tanvir Ahmed" userId="5fa9bf89-1556-4927-a8e9-24c5d464f299" providerId="ADAL" clId="{D5141E81-A14B-4C02-9FB3-6A5B660C9323}" dt="2026-03-02T17:55:29.787" v="1297" actId="1037"/>
          <ac:picMkLst>
            <pc:docMk/>
            <pc:sldMk cId="3177971690" sldId="364"/>
            <ac:picMk id="23" creationId="{FFE03A83-A060-4407-8072-6D4086A7F02B}"/>
          </ac:picMkLst>
        </pc:picChg>
        <pc:cxnChg chg="add del mod">
          <ac:chgData name="Tanvir Ahmed" userId="5fa9bf89-1556-4927-a8e9-24c5d464f299" providerId="ADAL" clId="{D5141E81-A14B-4C02-9FB3-6A5B660C9323}" dt="2026-03-02T17:54:41.347" v="1282" actId="478"/>
          <ac:cxnSpMkLst>
            <pc:docMk/>
            <pc:sldMk cId="3177971690" sldId="364"/>
            <ac:cxnSpMk id="16" creationId="{773F7F66-0622-49D2-9C3A-F8D31516E96B}"/>
          </ac:cxnSpMkLst>
        </pc:cxnChg>
      </pc:sldChg>
      <pc:sldChg chg="addSp delSp modSp new mod ord modAnim">
        <pc:chgData name="Tanvir Ahmed" userId="5fa9bf89-1556-4927-a8e9-24c5d464f299" providerId="ADAL" clId="{D5141E81-A14B-4C02-9FB3-6A5B660C9323}" dt="2026-03-02T18:06:32.064" v="1383"/>
        <pc:sldMkLst>
          <pc:docMk/>
          <pc:sldMk cId="1753723969" sldId="365"/>
        </pc:sldMkLst>
        <pc:spChg chg="del">
          <ac:chgData name="Tanvir Ahmed" userId="5fa9bf89-1556-4927-a8e9-24c5d464f299" providerId="ADAL" clId="{D5141E81-A14B-4C02-9FB3-6A5B660C9323}" dt="2026-03-02T17:59:21.440" v="1334" actId="478"/>
          <ac:spMkLst>
            <pc:docMk/>
            <pc:sldMk cId="1753723969" sldId="365"/>
            <ac:spMk id="2" creationId="{416CFA61-990A-4C94-A7EA-A5D0B6F1EB61}"/>
          </ac:spMkLst>
        </pc:spChg>
        <pc:spChg chg="del">
          <ac:chgData name="Tanvir Ahmed" userId="5fa9bf89-1556-4927-a8e9-24c5d464f299" providerId="ADAL" clId="{D5141E81-A14B-4C02-9FB3-6A5B660C9323}" dt="2026-03-02T17:59:34.464" v="1352" actId="478"/>
          <ac:spMkLst>
            <pc:docMk/>
            <pc:sldMk cId="1753723969" sldId="365"/>
            <ac:spMk id="3" creationId="{35047B7A-51D0-454A-BCB9-184153D57C5A}"/>
          </ac:spMkLst>
        </pc:spChg>
        <pc:spChg chg="add mod">
          <ac:chgData name="Tanvir Ahmed" userId="5fa9bf89-1556-4927-a8e9-24c5d464f299" providerId="ADAL" clId="{D5141E81-A14B-4C02-9FB3-6A5B660C9323}" dt="2026-03-02T17:59:32.112" v="1351" actId="20577"/>
          <ac:spMkLst>
            <pc:docMk/>
            <pc:sldMk cId="1753723969" sldId="365"/>
            <ac:spMk id="4" creationId="{5E3453E6-DD05-4EDF-85ED-00B77BDC2380}"/>
          </ac:spMkLst>
        </pc:spChg>
        <pc:picChg chg="add mod">
          <ac:chgData name="Tanvir Ahmed" userId="5fa9bf89-1556-4927-a8e9-24c5d464f299" providerId="ADAL" clId="{D5141E81-A14B-4C02-9FB3-6A5B660C9323}" dt="2026-03-02T18:00:30.665" v="1358" actId="14100"/>
          <ac:picMkLst>
            <pc:docMk/>
            <pc:sldMk cId="1753723969" sldId="365"/>
            <ac:picMk id="5" creationId="{5CDC8681-4B3C-4D1B-99C6-7CA1D9579DD8}"/>
          </ac:picMkLst>
        </pc:picChg>
      </pc:sldChg>
      <pc:sldChg chg="addSp delSp modSp add mod delAnim modAnim">
        <pc:chgData name="Tanvir Ahmed" userId="5fa9bf89-1556-4927-a8e9-24c5d464f299" providerId="ADAL" clId="{D5141E81-A14B-4C02-9FB3-6A5B660C9323}" dt="2026-03-02T18:06:16.328" v="1381" actId="1076"/>
        <pc:sldMkLst>
          <pc:docMk/>
          <pc:sldMk cId="1416475296" sldId="366"/>
        </pc:sldMkLst>
        <pc:picChg chg="del">
          <ac:chgData name="Tanvir Ahmed" userId="5fa9bf89-1556-4927-a8e9-24c5d464f299" providerId="ADAL" clId="{D5141E81-A14B-4C02-9FB3-6A5B660C9323}" dt="2026-03-02T18:04:20.007" v="1360" actId="478"/>
          <ac:picMkLst>
            <pc:docMk/>
            <pc:sldMk cId="1416475296" sldId="366"/>
            <ac:picMk id="5" creationId="{5CDC8681-4B3C-4D1B-99C6-7CA1D9579DD8}"/>
          </ac:picMkLst>
        </pc:picChg>
        <pc:picChg chg="add mod">
          <ac:chgData name="Tanvir Ahmed" userId="5fa9bf89-1556-4927-a8e9-24c5d464f299" providerId="ADAL" clId="{D5141E81-A14B-4C02-9FB3-6A5B660C9323}" dt="2026-03-02T18:06:16.328" v="1381" actId="1076"/>
          <ac:picMkLst>
            <pc:docMk/>
            <pc:sldMk cId="1416475296" sldId="366"/>
            <ac:picMk id="1026" creationId="{C0DDA36B-0980-4E79-97B3-B34FEAB8BA0D}"/>
          </ac:picMkLst>
        </pc:picChg>
        <pc:picChg chg="add mod">
          <ac:chgData name="Tanvir Ahmed" userId="5fa9bf89-1556-4927-a8e9-24c5d464f299" providerId="ADAL" clId="{D5141E81-A14B-4C02-9FB3-6A5B660C9323}" dt="2026-03-02T18:06:14.040" v="1380" actId="1076"/>
          <ac:picMkLst>
            <pc:docMk/>
            <pc:sldMk cId="1416475296" sldId="366"/>
            <ac:picMk id="1028" creationId="{912E5DF8-81AC-44C1-AAEF-01FE12B6D536}"/>
          </ac:picMkLst>
        </pc:picChg>
      </pc:sldChg>
      <pc:sldChg chg="addSp delSp modSp new mod modAnim">
        <pc:chgData name="Tanvir Ahmed" userId="5fa9bf89-1556-4927-a8e9-24c5d464f299" providerId="ADAL" clId="{D5141E81-A14B-4C02-9FB3-6A5B660C9323}" dt="2026-03-02T18:19:05.100" v="1545"/>
        <pc:sldMkLst>
          <pc:docMk/>
          <pc:sldMk cId="1167663276" sldId="367"/>
        </pc:sldMkLst>
        <pc:spChg chg="del mod">
          <ac:chgData name="Tanvir Ahmed" userId="5fa9bf89-1556-4927-a8e9-24c5d464f299" providerId="ADAL" clId="{D5141E81-A14B-4C02-9FB3-6A5B660C9323}" dt="2026-03-02T18:11:15.624" v="1404" actId="478"/>
          <ac:spMkLst>
            <pc:docMk/>
            <pc:sldMk cId="1167663276" sldId="367"/>
            <ac:spMk id="2" creationId="{BCE92AA5-1C94-48F7-95EF-10E13229BE70}"/>
          </ac:spMkLst>
        </pc:spChg>
        <pc:spChg chg="del">
          <ac:chgData name="Tanvir Ahmed" userId="5fa9bf89-1556-4927-a8e9-24c5d464f299" providerId="ADAL" clId="{D5141E81-A14B-4C02-9FB3-6A5B660C9323}" dt="2026-03-02T18:10:47.741" v="1391" actId="478"/>
          <ac:spMkLst>
            <pc:docMk/>
            <pc:sldMk cId="1167663276" sldId="367"/>
            <ac:spMk id="3" creationId="{1C1CBEA3-8C06-44C2-B29F-C2838526FBC0}"/>
          </ac:spMkLst>
        </pc:spChg>
        <pc:spChg chg="add del mod">
          <ac:chgData name="Tanvir Ahmed" userId="5fa9bf89-1556-4927-a8e9-24c5d464f299" providerId="ADAL" clId="{D5141E81-A14B-4C02-9FB3-6A5B660C9323}" dt="2026-03-02T18:11:23.334" v="1406" actId="478"/>
          <ac:spMkLst>
            <pc:docMk/>
            <pc:sldMk cId="1167663276" sldId="367"/>
            <ac:spMk id="9" creationId="{D13BAEC3-2558-4F79-9D70-8916EEAD768E}"/>
          </ac:spMkLst>
        </pc:spChg>
        <pc:spChg chg="add mod">
          <ac:chgData name="Tanvir Ahmed" userId="5fa9bf89-1556-4927-a8e9-24c5d464f299" providerId="ADAL" clId="{D5141E81-A14B-4C02-9FB3-6A5B660C9323}" dt="2026-03-02T18:11:32.062" v="1423" actId="20577"/>
          <ac:spMkLst>
            <pc:docMk/>
            <pc:sldMk cId="1167663276" sldId="367"/>
            <ac:spMk id="10" creationId="{6800ECB4-5619-49C3-874B-E4E28D4D1ECE}"/>
          </ac:spMkLst>
        </pc:spChg>
        <pc:spChg chg="add mod">
          <ac:chgData name="Tanvir Ahmed" userId="5fa9bf89-1556-4927-a8e9-24c5d464f299" providerId="ADAL" clId="{D5141E81-A14B-4C02-9FB3-6A5B660C9323}" dt="2026-03-02T18:17:04.220" v="1522" actId="1076"/>
          <ac:spMkLst>
            <pc:docMk/>
            <pc:sldMk cId="1167663276" sldId="367"/>
            <ac:spMk id="11" creationId="{3E4C6E8C-280D-4118-9EC2-4D3059D2533C}"/>
          </ac:spMkLst>
        </pc:spChg>
        <pc:spChg chg="add mod">
          <ac:chgData name="Tanvir Ahmed" userId="5fa9bf89-1556-4927-a8e9-24c5d464f299" providerId="ADAL" clId="{D5141E81-A14B-4C02-9FB3-6A5B660C9323}" dt="2026-03-02T18:14:23.586" v="1447" actId="1076"/>
          <ac:spMkLst>
            <pc:docMk/>
            <pc:sldMk cId="1167663276" sldId="367"/>
            <ac:spMk id="12" creationId="{C964C104-5903-42F8-A00D-247B7197CB51}"/>
          </ac:spMkLst>
        </pc:spChg>
        <pc:spChg chg="add del">
          <ac:chgData name="Tanvir Ahmed" userId="5fa9bf89-1556-4927-a8e9-24c5d464f299" providerId="ADAL" clId="{D5141E81-A14B-4C02-9FB3-6A5B660C9323}" dt="2026-03-02T18:14:59.963" v="1457" actId="11529"/>
          <ac:spMkLst>
            <pc:docMk/>
            <pc:sldMk cId="1167663276" sldId="367"/>
            <ac:spMk id="17" creationId="{9A18E90C-13BA-4DDA-86CF-6A58A54DD807}"/>
          </ac:spMkLst>
        </pc:spChg>
        <pc:spChg chg="add del">
          <ac:chgData name="Tanvir Ahmed" userId="5fa9bf89-1556-4927-a8e9-24c5d464f299" providerId="ADAL" clId="{D5141E81-A14B-4C02-9FB3-6A5B660C9323}" dt="2026-03-02T18:15:20.298" v="1461" actId="478"/>
          <ac:spMkLst>
            <pc:docMk/>
            <pc:sldMk cId="1167663276" sldId="367"/>
            <ac:spMk id="20" creationId="{630028DF-1E77-419D-98F5-24367EA96F26}"/>
          </ac:spMkLst>
        </pc:spChg>
        <pc:spChg chg="add mod">
          <ac:chgData name="Tanvir Ahmed" userId="5fa9bf89-1556-4927-a8e9-24c5d464f299" providerId="ADAL" clId="{D5141E81-A14B-4C02-9FB3-6A5B660C9323}" dt="2026-03-02T18:15:33.954" v="1474" actId="20577"/>
          <ac:spMkLst>
            <pc:docMk/>
            <pc:sldMk cId="1167663276" sldId="367"/>
            <ac:spMk id="21" creationId="{575F0AC2-701C-4AB2-BBF9-4F87ED8B60C1}"/>
          </ac:spMkLst>
        </pc:spChg>
        <pc:spChg chg="add mod">
          <ac:chgData name="Tanvir Ahmed" userId="5fa9bf89-1556-4927-a8e9-24c5d464f299" providerId="ADAL" clId="{D5141E81-A14B-4C02-9FB3-6A5B660C9323}" dt="2026-03-02T18:16:30.804" v="1518" actId="20577"/>
          <ac:spMkLst>
            <pc:docMk/>
            <pc:sldMk cId="1167663276" sldId="367"/>
            <ac:spMk id="23" creationId="{6AF6EA88-7624-4FEC-9CF6-BB838E9FB542}"/>
          </ac:spMkLst>
        </pc:spChg>
        <pc:spChg chg="add mod">
          <ac:chgData name="Tanvir Ahmed" userId="5fa9bf89-1556-4927-a8e9-24c5d464f299" providerId="ADAL" clId="{D5141E81-A14B-4C02-9FB3-6A5B660C9323}" dt="2026-03-02T18:16:10.884" v="1505" actId="20577"/>
          <ac:spMkLst>
            <pc:docMk/>
            <pc:sldMk cId="1167663276" sldId="367"/>
            <ac:spMk id="24" creationId="{602F409C-FF8E-4243-88BB-E93F9FC31956}"/>
          </ac:spMkLst>
        </pc:spChg>
        <pc:spChg chg="add mod">
          <ac:chgData name="Tanvir Ahmed" userId="5fa9bf89-1556-4927-a8e9-24c5d464f299" providerId="ADAL" clId="{D5141E81-A14B-4C02-9FB3-6A5B660C9323}" dt="2026-03-02T18:17:21.533" v="1527" actId="1076"/>
          <ac:spMkLst>
            <pc:docMk/>
            <pc:sldMk cId="1167663276" sldId="367"/>
            <ac:spMk id="34" creationId="{4CC9AD67-9302-48E4-AC44-E0B512281AA0}"/>
          </ac:spMkLst>
        </pc:spChg>
        <pc:spChg chg="add mod">
          <ac:chgData name="Tanvir Ahmed" userId="5fa9bf89-1556-4927-a8e9-24c5d464f299" providerId="ADAL" clId="{D5141E81-A14B-4C02-9FB3-6A5B660C9323}" dt="2026-03-02T18:17:07.654" v="1524" actId="571"/>
          <ac:spMkLst>
            <pc:docMk/>
            <pc:sldMk cId="1167663276" sldId="367"/>
            <ac:spMk id="35" creationId="{C835AB1A-09AB-4088-9775-F814074A10D7}"/>
          </ac:spMkLst>
        </pc:spChg>
        <pc:spChg chg="add mod">
          <ac:chgData name="Tanvir Ahmed" userId="5fa9bf89-1556-4927-a8e9-24c5d464f299" providerId="ADAL" clId="{D5141E81-A14B-4C02-9FB3-6A5B660C9323}" dt="2026-03-02T18:17:07.654" v="1524" actId="571"/>
          <ac:spMkLst>
            <pc:docMk/>
            <pc:sldMk cId="1167663276" sldId="367"/>
            <ac:spMk id="36" creationId="{49716EF9-B80B-4D04-A670-2F62DF7C4529}"/>
          </ac:spMkLst>
        </pc:spChg>
        <pc:picChg chg="add mod">
          <ac:chgData name="Tanvir Ahmed" userId="5fa9bf89-1556-4927-a8e9-24c5d464f299" providerId="ADAL" clId="{D5141E81-A14B-4C02-9FB3-6A5B660C9323}" dt="2026-03-02T18:17:00.508" v="1521" actId="1076"/>
          <ac:picMkLst>
            <pc:docMk/>
            <pc:sldMk cId="1167663276" sldId="367"/>
            <ac:picMk id="5" creationId="{14634B22-135D-41E3-9853-371F57CD5926}"/>
          </ac:picMkLst>
        </pc:picChg>
        <pc:picChg chg="add mod">
          <ac:chgData name="Tanvir Ahmed" userId="5fa9bf89-1556-4927-a8e9-24c5d464f299" providerId="ADAL" clId="{D5141E81-A14B-4C02-9FB3-6A5B660C9323}" dt="2026-03-02T18:14:25.313" v="1448" actId="1076"/>
          <ac:picMkLst>
            <pc:docMk/>
            <pc:sldMk cId="1167663276" sldId="367"/>
            <ac:picMk id="7" creationId="{9B3DA6B8-3425-4AA1-AD3C-E058FE9D9845}"/>
          </ac:picMkLst>
        </pc:picChg>
        <pc:picChg chg="add del mod">
          <ac:chgData name="Tanvir Ahmed" userId="5fa9bf89-1556-4927-a8e9-24c5d464f299" providerId="ADAL" clId="{D5141E81-A14B-4C02-9FB3-6A5B660C9323}" dt="2026-03-02T18:14:04.801" v="1442" actId="478"/>
          <ac:picMkLst>
            <pc:docMk/>
            <pc:sldMk cId="1167663276" sldId="367"/>
            <ac:picMk id="14" creationId="{E5FC5161-997C-4667-9E0A-5033DB2B60A7}"/>
          </ac:picMkLst>
        </pc:picChg>
        <pc:picChg chg="add mod">
          <ac:chgData name="Tanvir Ahmed" userId="5fa9bf89-1556-4927-a8e9-24c5d464f299" providerId="ADAL" clId="{D5141E81-A14B-4C02-9FB3-6A5B660C9323}" dt="2026-03-02T18:14:42.666" v="1455" actId="1076"/>
          <ac:picMkLst>
            <pc:docMk/>
            <pc:sldMk cId="1167663276" sldId="367"/>
            <ac:picMk id="16" creationId="{B017E5CB-0768-46DD-A18F-D6F4BD36F80C}"/>
          </ac:picMkLst>
        </pc:picChg>
        <pc:cxnChg chg="add mod">
          <ac:chgData name="Tanvir Ahmed" userId="5fa9bf89-1556-4927-a8e9-24c5d464f299" providerId="ADAL" clId="{D5141E81-A14B-4C02-9FB3-6A5B660C9323}" dt="2026-03-02T18:15:13.259" v="1459" actId="13822"/>
          <ac:cxnSpMkLst>
            <pc:docMk/>
            <pc:sldMk cId="1167663276" sldId="367"/>
            <ac:cxnSpMk id="19" creationId="{7B6563EA-194B-440B-8708-7DEA95868DAB}"/>
          </ac:cxnSpMkLst>
        </pc:cxnChg>
        <pc:cxnChg chg="add mod">
          <ac:chgData name="Tanvir Ahmed" userId="5fa9bf89-1556-4927-a8e9-24c5d464f299" providerId="ADAL" clId="{D5141E81-A14B-4C02-9FB3-6A5B660C9323}" dt="2026-03-02T18:16:27.515" v="1513" actId="14100"/>
          <ac:cxnSpMkLst>
            <pc:docMk/>
            <pc:sldMk cId="1167663276" sldId="367"/>
            <ac:cxnSpMk id="22" creationId="{65CBB4D2-3B45-41CE-96B8-AEC9DCB244DF}"/>
          </ac:cxnSpMkLst>
        </pc:cxnChg>
        <pc:cxnChg chg="add mod">
          <ac:chgData name="Tanvir Ahmed" userId="5fa9bf89-1556-4927-a8e9-24c5d464f299" providerId="ADAL" clId="{D5141E81-A14B-4C02-9FB3-6A5B660C9323}" dt="2026-03-02T18:16:03.251" v="1482" actId="1076"/>
          <ac:cxnSpMkLst>
            <pc:docMk/>
            <pc:sldMk cId="1167663276" sldId="367"/>
            <ac:cxnSpMk id="25" creationId="{EE6E8449-A933-401A-B21F-942F126D8DEB}"/>
          </ac:cxnSpMkLst>
        </pc:cxnChg>
        <pc:cxnChg chg="add mod">
          <ac:chgData name="Tanvir Ahmed" userId="5fa9bf89-1556-4927-a8e9-24c5d464f299" providerId="ADAL" clId="{D5141E81-A14B-4C02-9FB3-6A5B660C9323}" dt="2026-03-02T18:17:32.692" v="1529" actId="13822"/>
          <ac:cxnSpMkLst>
            <pc:docMk/>
            <pc:sldMk cId="1167663276" sldId="367"/>
            <ac:cxnSpMk id="38" creationId="{BAC4A06A-F2F8-4869-98CC-BEEF42B65A03}"/>
          </ac:cxnSpMkLst>
        </pc:cxnChg>
        <pc:cxnChg chg="add mod">
          <ac:chgData name="Tanvir Ahmed" userId="5fa9bf89-1556-4927-a8e9-24c5d464f299" providerId="ADAL" clId="{D5141E81-A14B-4C02-9FB3-6A5B660C9323}" dt="2026-03-02T18:17:42.021" v="1531" actId="13822"/>
          <ac:cxnSpMkLst>
            <pc:docMk/>
            <pc:sldMk cId="1167663276" sldId="367"/>
            <ac:cxnSpMk id="40" creationId="{58B820DA-45F1-4595-934C-21CC0BB5EF65}"/>
          </ac:cxnSpMkLst>
        </pc:cxnChg>
      </pc:sldChg>
      <pc:sldChg chg="addSp delSp modSp new mod modAnim">
        <pc:chgData name="Tanvir Ahmed" userId="5fa9bf89-1556-4927-a8e9-24c5d464f299" providerId="ADAL" clId="{D5141E81-A14B-4C02-9FB3-6A5B660C9323}" dt="2026-03-02T22:46:47.913" v="3175"/>
        <pc:sldMkLst>
          <pc:docMk/>
          <pc:sldMk cId="1974396136" sldId="368"/>
        </pc:sldMkLst>
        <pc:spChg chg="del">
          <ac:chgData name="Tanvir Ahmed" userId="5fa9bf89-1556-4927-a8e9-24c5d464f299" providerId="ADAL" clId="{D5141E81-A14B-4C02-9FB3-6A5B660C9323}" dt="2026-03-02T18:21:33.890" v="1579" actId="478"/>
          <ac:spMkLst>
            <pc:docMk/>
            <pc:sldMk cId="1974396136" sldId="368"/>
            <ac:spMk id="2" creationId="{0DE5E2EA-6362-4EF0-8C0D-757CEF6447EB}"/>
          </ac:spMkLst>
        </pc:spChg>
        <pc:spChg chg="add mod">
          <ac:chgData name="Tanvir Ahmed" userId="5fa9bf89-1556-4927-a8e9-24c5d464f299" providerId="ADAL" clId="{D5141E81-A14B-4C02-9FB3-6A5B660C9323}" dt="2026-03-02T22:44:51.564" v="3149" actId="208"/>
          <ac:spMkLst>
            <pc:docMk/>
            <pc:sldMk cId="1974396136" sldId="368"/>
            <ac:spMk id="2" creationId="{21E13693-9F63-45E3-8408-E87AE5DAA08A}"/>
          </ac:spMkLst>
        </pc:spChg>
        <pc:spChg chg="del">
          <ac:chgData name="Tanvir Ahmed" userId="5fa9bf89-1556-4927-a8e9-24c5d464f299" providerId="ADAL" clId="{D5141E81-A14B-4C02-9FB3-6A5B660C9323}" dt="2026-03-02T18:21:35.690" v="1580" actId="478"/>
          <ac:spMkLst>
            <pc:docMk/>
            <pc:sldMk cId="1974396136" sldId="368"/>
            <ac:spMk id="3" creationId="{6E621C70-197C-40DC-B3C5-D2988ECE9941}"/>
          </ac:spMkLst>
        </pc:spChg>
        <pc:spChg chg="add mod">
          <ac:chgData name="Tanvir Ahmed" userId="5fa9bf89-1556-4927-a8e9-24c5d464f299" providerId="ADAL" clId="{D5141E81-A14B-4C02-9FB3-6A5B660C9323}" dt="2026-03-02T18:23:36.869" v="1615" actId="20577"/>
          <ac:spMkLst>
            <pc:docMk/>
            <pc:sldMk cId="1974396136" sldId="368"/>
            <ac:spMk id="4" creationId="{EA60FB11-581D-4C23-8B45-56E32E61468C}"/>
          </ac:spMkLst>
        </pc:spChg>
        <pc:spChg chg="add mod">
          <ac:chgData name="Tanvir Ahmed" userId="5fa9bf89-1556-4927-a8e9-24c5d464f299" providerId="ADAL" clId="{D5141E81-A14B-4C02-9FB3-6A5B660C9323}" dt="2026-03-02T22:45:31.159" v="3163" actId="1076"/>
          <ac:spMkLst>
            <pc:docMk/>
            <pc:sldMk cId="1974396136" sldId="368"/>
            <ac:spMk id="5" creationId="{0EFE925C-C1BB-4D4C-B9EA-30F629F94A91}"/>
          </ac:spMkLst>
        </pc:spChg>
        <pc:spChg chg="add mod">
          <ac:chgData name="Tanvir Ahmed" userId="5fa9bf89-1556-4927-a8e9-24c5d464f299" providerId="ADAL" clId="{D5141E81-A14B-4C02-9FB3-6A5B660C9323}" dt="2026-03-02T22:45:02.739" v="3153" actId="1076"/>
          <ac:spMkLst>
            <pc:docMk/>
            <pc:sldMk cId="1974396136" sldId="368"/>
            <ac:spMk id="7" creationId="{1DDE3102-0F20-4435-9D84-4AEF939DEA0B}"/>
          </ac:spMkLst>
        </pc:spChg>
        <pc:spChg chg="add mod">
          <ac:chgData name="Tanvir Ahmed" userId="5fa9bf89-1556-4927-a8e9-24c5d464f299" providerId="ADAL" clId="{D5141E81-A14B-4C02-9FB3-6A5B660C9323}" dt="2026-03-02T22:45:09.271" v="3156" actId="1076"/>
          <ac:spMkLst>
            <pc:docMk/>
            <pc:sldMk cId="1974396136" sldId="368"/>
            <ac:spMk id="8" creationId="{B9BBC4F2-06B2-4F10-B33D-33072290B523}"/>
          </ac:spMkLst>
        </pc:spChg>
        <pc:spChg chg="add mod">
          <ac:chgData name="Tanvir Ahmed" userId="5fa9bf89-1556-4927-a8e9-24c5d464f299" providerId="ADAL" clId="{D5141E81-A14B-4C02-9FB3-6A5B660C9323}" dt="2026-03-02T22:45:13.056" v="3157" actId="571"/>
          <ac:spMkLst>
            <pc:docMk/>
            <pc:sldMk cId="1974396136" sldId="368"/>
            <ac:spMk id="9" creationId="{8FFF3550-4205-4878-8D43-29F64CC6C705}"/>
          </ac:spMkLst>
        </pc:spChg>
        <pc:spChg chg="add mod">
          <ac:chgData name="Tanvir Ahmed" userId="5fa9bf89-1556-4927-a8e9-24c5d464f299" providerId="ADAL" clId="{D5141E81-A14B-4C02-9FB3-6A5B660C9323}" dt="2026-03-02T22:45:19.669" v="3159" actId="571"/>
          <ac:spMkLst>
            <pc:docMk/>
            <pc:sldMk cId="1974396136" sldId="368"/>
            <ac:spMk id="10" creationId="{D2E4C01C-95B1-4DC0-BD72-F6773A7460E6}"/>
          </ac:spMkLst>
        </pc:spChg>
        <pc:spChg chg="add mod">
          <ac:chgData name="Tanvir Ahmed" userId="5fa9bf89-1556-4927-a8e9-24c5d464f299" providerId="ADAL" clId="{D5141E81-A14B-4C02-9FB3-6A5B660C9323}" dt="2026-03-02T22:45:19.669" v="3159" actId="571"/>
          <ac:spMkLst>
            <pc:docMk/>
            <pc:sldMk cId="1974396136" sldId="368"/>
            <ac:spMk id="11" creationId="{80201716-D3A2-48FD-B90A-1884F97C1B09}"/>
          </ac:spMkLst>
        </pc:spChg>
        <pc:spChg chg="add mod">
          <ac:chgData name="Tanvir Ahmed" userId="5fa9bf89-1556-4927-a8e9-24c5d464f299" providerId="ADAL" clId="{D5141E81-A14B-4C02-9FB3-6A5B660C9323}" dt="2026-03-02T22:45:35.760" v="3165" actId="1076"/>
          <ac:spMkLst>
            <pc:docMk/>
            <pc:sldMk cId="1974396136" sldId="368"/>
            <ac:spMk id="12" creationId="{5E8193E1-7CA9-46DD-9455-F9586061B69D}"/>
          </ac:spMkLst>
        </pc:spChg>
        <pc:spChg chg="add mod">
          <ac:chgData name="Tanvir Ahmed" userId="5fa9bf89-1556-4927-a8e9-24c5d464f299" providerId="ADAL" clId="{D5141E81-A14B-4C02-9FB3-6A5B660C9323}" dt="2026-03-02T22:45:43.953" v="3167" actId="571"/>
          <ac:spMkLst>
            <pc:docMk/>
            <pc:sldMk cId="1974396136" sldId="368"/>
            <ac:spMk id="13" creationId="{AE319172-9566-4A84-AAEA-67F4B1D12378}"/>
          </ac:spMkLst>
        </pc:spChg>
        <pc:spChg chg="add mod">
          <ac:chgData name="Tanvir Ahmed" userId="5fa9bf89-1556-4927-a8e9-24c5d464f299" providerId="ADAL" clId="{D5141E81-A14B-4C02-9FB3-6A5B660C9323}" dt="2026-03-02T22:45:43.953" v="3167" actId="571"/>
          <ac:spMkLst>
            <pc:docMk/>
            <pc:sldMk cId="1974396136" sldId="368"/>
            <ac:spMk id="14" creationId="{DDCB6B98-80F4-48CB-BEA5-165683000216}"/>
          </ac:spMkLst>
        </pc:spChg>
        <pc:spChg chg="add mod">
          <ac:chgData name="Tanvir Ahmed" userId="5fa9bf89-1556-4927-a8e9-24c5d464f299" providerId="ADAL" clId="{D5141E81-A14B-4C02-9FB3-6A5B660C9323}" dt="2026-03-02T22:45:50.976" v="3169" actId="14100"/>
          <ac:spMkLst>
            <pc:docMk/>
            <pc:sldMk cId="1974396136" sldId="368"/>
            <ac:spMk id="15" creationId="{E0A93261-50AC-40BD-8798-20F98BC02293}"/>
          </ac:spMkLst>
        </pc:spChg>
        <pc:spChg chg="add mod">
          <ac:chgData name="Tanvir Ahmed" userId="5fa9bf89-1556-4927-a8e9-24c5d464f299" providerId="ADAL" clId="{D5141E81-A14B-4C02-9FB3-6A5B660C9323}" dt="2026-03-02T22:45:56.561" v="3170" actId="571"/>
          <ac:spMkLst>
            <pc:docMk/>
            <pc:sldMk cId="1974396136" sldId="368"/>
            <ac:spMk id="16" creationId="{701922F7-BDFD-492D-916D-28331E40DA6E}"/>
          </ac:spMkLst>
        </pc:spChg>
        <pc:spChg chg="add mod">
          <ac:chgData name="Tanvir Ahmed" userId="5fa9bf89-1556-4927-a8e9-24c5d464f299" providerId="ADAL" clId="{D5141E81-A14B-4C02-9FB3-6A5B660C9323}" dt="2026-03-02T22:46:00.560" v="3171" actId="571"/>
          <ac:spMkLst>
            <pc:docMk/>
            <pc:sldMk cId="1974396136" sldId="368"/>
            <ac:spMk id="17" creationId="{903CF947-27CE-4C1D-8534-DF4F2563EB05}"/>
          </ac:spMkLst>
        </pc:spChg>
        <pc:spChg chg="add mod">
          <ac:chgData name="Tanvir Ahmed" userId="5fa9bf89-1556-4927-a8e9-24c5d464f299" providerId="ADAL" clId="{D5141E81-A14B-4C02-9FB3-6A5B660C9323}" dt="2026-03-02T22:46:03.696" v="3172" actId="571"/>
          <ac:spMkLst>
            <pc:docMk/>
            <pc:sldMk cId="1974396136" sldId="368"/>
            <ac:spMk id="18" creationId="{A9FC5023-BADE-42AF-91E6-717BD97EA319}"/>
          </ac:spMkLst>
        </pc:spChg>
        <pc:spChg chg="add mod">
          <ac:chgData name="Tanvir Ahmed" userId="5fa9bf89-1556-4927-a8e9-24c5d464f299" providerId="ADAL" clId="{D5141E81-A14B-4C02-9FB3-6A5B660C9323}" dt="2026-03-02T22:46:06.721" v="3173" actId="571"/>
          <ac:spMkLst>
            <pc:docMk/>
            <pc:sldMk cId="1974396136" sldId="368"/>
            <ac:spMk id="19" creationId="{E0788A16-13CD-484A-B7AF-E576191F9111}"/>
          </ac:spMkLst>
        </pc:spChg>
        <pc:spChg chg="add mod">
          <ac:chgData name="Tanvir Ahmed" userId="5fa9bf89-1556-4927-a8e9-24c5d464f299" providerId="ADAL" clId="{D5141E81-A14B-4C02-9FB3-6A5B660C9323}" dt="2026-03-02T22:46:08.793" v="3174" actId="571"/>
          <ac:spMkLst>
            <pc:docMk/>
            <pc:sldMk cId="1974396136" sldId="368"/>
            <ac:spMk id="20" creationId="{9A2DE9C1-2191-4EB0-8EC5-C17E37629FED}"/>
          </ac:spMkLst>
        </pc:spChg>
        <pc:picChg chg="add mod">
          <ac:chgData name="Tanvir Ahmed" userId="5fa9bf89-1556-4927-a8e9-24c5d464f299" providerId="ADAL" clId="{D5141E81-A14B-4C02-9FB3-6A5B660C9323}" dt="2026-03-02T18:21:51.506" v="1584" actId="1076"/>
          <ac:picMkLst>
            <pc:docMk/>
            <pc:sldMk cId="1974396136" sldId="368"/>
            <ac:picMk id="6" creationId="{664D5158-BAF0-4410-BD25-11154BDB61AD}"/>
          </ac:picMkLst>
        </pc:picChg>
      </pc:sldChg>
      <pc:sldChg chg="new del">
        <pc:chgData name="Tanvir Ahmed" userId="5fa9bf89-1556-4927-a8e9-24c5d464f299" providerId="ADAL" clId="{D5141E81-A14B-4C02-9FB3-6A5B660C9323}" dt="2026-03-02T18:23:01.455" v="1586" actId="680"/>
        <pc:sldMkLst>
          <pc:docMk/>
          <pc:sldMk cId="1416762581" sldId="369"/>
        </pc:sldMkLst>
      </pc:sldChg>
      <pc:sldChg chg="addSp delSp modSp add mod delAnim modAnim">
        <pc:chgData name="Tanvir Ahmed" userId="5fa9bf89-1556-4927-a8e9-24c5d464f299" providerId="ADAL" clId="{D5141E81-A14B-4C02-9FB3-6A5B660C9323}" dt="2026-03-02T22:56:34.992" v="3273"/>
        <pc:sldMkLst>
          <pc:docMk/>
          <pc:sldMk cId="3401120307" sldId="369"/>
        </pc:sldMkLst>
        <pc:spChg chg="mod">
          <ac:chgData name="Tanvir Ahmed" userId="5fa9bf89-1556-4927-a8e9-24c5d464f299" providerId="ADAL" clId="{D5141E81-A14B-4C02-9FB3-6A5B660C9323}" dt="2026-03-02T18:23:42.888" v="1616"/>
          <ac:spMkLst>
            <pc:docMk/>
            <pc:sldMk cId="3401120307" sldId="369"/>
            <ac:spMk id="4" creationId="{EA60FB11-581D-4C23-8B45-56E32E61468C}"/>
          </ac:spMkLst>
        </pc:spChg>
        <pc:spChg chg="add mod">
          <ac:chgData name="Tanvir Ahmed" userId="5fa9bf89-1556-4927-a8e9-24c5d464f299" providerId="ADAL" clId="{D5141E81-A14B-4C02-9FB3-6A5B660C9323}" dt="2026-03-02T22:48:01.443" v="3187" actId="1076"/>
          <ac:spMkLst>
            <pc:docMk/>
            <pc:sldMk cId="3401120307" sldId="369"/>
            <ac:spMk id="5" creationId="{8A7F9A0F-4E90-45CA-A1B3-BAC9F5069B36}"/>
          </ac:spMkLst>
        </pc:spChg>
        <pc:spChg chg="add mod">
          <ac:chgData name="Tanvir Ahmed" userId="5fa9bf89-1556-4927-a8e9-24c5d464f299" providerId="ADAL" clId="{D5141E81-A14B-4C02-9FB3-6A5B660C9323}" dt="2026-03-02T22:47:44.449" v="3182" actId="571"/>
          <ac:spMkLst>
            <pc:docMk/>
            <pc:sldMk cId="3401120307" sldId="369"/>
            <ac:spMk id="6" creationId="{FAE94CD8-0E66-4134-B750-620175CCC829}"/>
          </ac:spMkLst>
        </pc:spChg>
        <pc:spChg chg="add mod">
          <ac:chgData name="Tanvir Ahmed" userId="5fa9bf89-1556-4927-a8e9-24c5d464f299" providerId="ADAL" clId="{D5141E81-A14B-4C02-9FB3-6A5B660C9323}" dt="2026-03-02T22:48:01.443" v="3187" actId="1076"/>
          <ac:spMkLst>
            <pc:docMk/>
            <pc:sldMk cId="3401120307" sldId="369"/>
            <ac:spMk id="7" creationId="{4661B263-18A2-41FE-A4B7-C8A3F36B124E}"/>
          </ac:spMkLst>
        </pc:spChg>
        <pc:spChg chg="add mod">
          <ac:chgData name="Tanvir Ahmed" userId="5fa9bf89-1556-4927-a8e9-24c5d464f299" providerId="ADAL" clId="{D5141E81-A14B-4C02-9FB3-6A5B660C9323}" dt="2026-03-02T22:47:56.116" v="3185" actId="571"/>
          <ac:spMkLst>
            <pc:docMk/>
            <pc:sldMk cId="3401120307" sldId="369"/>
            <ac:spMk id="9" creationId="{5BC2F380-BB70-4796-B951-DC2AAFFD184B}"/>
          </ac:spMkLst>
        </pc:spChg>
        <pc:spChg chg="add del mod">
          <ac:chgData name="Tanvir Ahmed" userId="5fa9bf89-1556-4927-a8e9-24c5d464f299" providerId="ADAL" clId="{D5141E81-A14B-4C02-9FB3-6A5B660C9323}" dt="2026-03-02T22:52:13.545" v="3226" actId="478"/>
          <ac:spMkLst>
            <pc:docMk/>
            <pc:sldMk cId="3401120307" sldId="369"/>
            <ac:spMk id="11" creationId="{19B530FC-1053-4E0A-BB09-4A15A7E6A1B0}"/>
          </ac:spMkLst>
        </pc:spChg>
        <pc:spChg chg="add del mod">
          <ac:chgData name="Tanvir Ahmed" userId="5fa9bf89-1556-4927-a8e9-24c5d464f299" providerId="ADAL" clId="{D5141E81-A14B-4C02-9FB3-6A5B660C9323}" dt="2026-03-02T22:52:12.570" v="3225" actId="478"/>
          <ac:spMkLst>
            <pc:docMk/>
            <pc:sldMk cId="3401120307" sldId="369"/>
            <ac:spMk id="12" creationId="{58E88B3B-76F9-4921-AE7C-35998C827560}"/>
          </ac:spMkLst>
        </pc:spChg>
        <pc:spChg chg="add del mod">
          <ac:chgData name="Tanvir Ahmed" userId="5fa9bf89-1556-4927-a8e9-24c5d464f299" providerId="ADAL" clId="{D5141E81-A14B-4C02-9FB3-6A5B660C9323}" dt="2026-03-02T22:52:14.661" v="3227" actId="478"/>
          <ac:spMkLst>
            <pc:docMk/>
            <pc:sldMk cId="3401120307" sldId="369"/>
            <ac:spMk id="13" creationId="{EE7C0CAB-62EF-4C0D-99C0-D1ACD00FC580}"/>
          </ac:spMkLst>
        </pc:spChg>
        <pc:spChg chg="add del mod">
          <ac:chgData name="Tanvir Ahmed" userId="5fa9bf89-1556-4927-a8e9-24c5d464f299" providerId="ADAL" clId="{D5141E81-A14B-4C02-9FB3-6A5B660C9323}" dt="2026-03-02T22:52:18.923" v="3229" actId="478"/>
          <ac:spMkLst>
            <pc:docMk/>
            <pc:sldMk cId="3401120307" sldId="369"/>
            <ac:spMk id="14" creationId="{953CAA02-4B66-4EA0-867C-9329B091C196}"/>
          </ac:spMkLst>
        </pc:spChg>
        <pc:spChg chg="add del mod">
          <ac:chgData name="Tanvir Ahmed" userId="5fa9bf89-1556-4927-a8e9-24c5d464f299" providerId="ADAL" clId="{D5141E81-A14B-4C02-9FB3-6A5B660C9323}" dt="2026-03-02T22:52:22.802" v="3232" actId="478"/>
          <ac:spMkLst>
            <pc:docMk/>
            <pc:sldMk cId="3401120307" sldId="369"/>
            <ac:spMk id="15" creationId="{DB2CE608-34AC-420E-ADC0-42DF2A47B1B3}"/>
          </ac:spMkLst>
        </pc:spChg>
        <pc:spChg chg="add del mod">
          <ac:chgData name="Tanvir Ahmed" userId="5fa9bf89-1556-4927-a8e9-24c5d464f299" providerId="ADAL" clId="{D5141E81-A14B-4C02-9FB3-6A5B660C9323}" dt="2026-03-02T22:52:28.212" v="3235" actId="478"/>
          <ac:spMkLst>
            <pc:docMk/>
            <pc:sldMk cId="3401120307" sldId="369"/>
            <ac:spMk id="16" creationId="{D41FA06F-5724-42B9-BA6B-3DF6DE2FBC4C}"/>
          </ac:spMkLst>
        </pc:spChg>
        <pc:spChg chg="add mod">
          <ac:chgData name="Tanvir Ahmed" userId="5fa9bf89-1556-4927-a8e9-24c5d464f299" providerId="ADAL" clId="{D5141E81-A14B-4C02-9FB3-6A5B660C9323}" dt="2026-03-02T22:49:06.525" v="3200" actId="571"/>
          <ac:spMkLst>
            <pc:docMk/>
            <pc:sldMk cId="3401120307" sldId="369"/>
            <ac:spMk id="18" creationId="{8A417A44-ED66-41CB-8389-2B39192BCBC9}"/>
          </ac:spMkLst>
        </pc:spChg>
        <pc:spChg chg="add del mod">
          <ac:chgData name="Tanvir Ahmed" userId="5fa9bf89-1556-4927-a8e9-24c5d464f299" providerId="ADAL" clId="{D5141E81-A14B-4C02-9FB3-6A5B660C9323}" dt="2026-03-02T22:52:20.538" v="3230" actId="478"/>
          <ac:spMkLst>
            <pc:docMk/>
            <pc:sldMk cId="3401120307" sldId="369"/>
            <ac:spMk id="19" creationId="{48FB4472-0118-41F3-A8B5-065C2E9A7478}"/>
          </ac:spMkLst>
        </pc:spChg>
        <pc:spChg chg="add del mod">
          <ac:chgData name="Tanvir Ahmed" userId="5fa9bf89-1556-4927-a8e9-24c5d464f299" providerId="ADAL" clId="{D5141E81-A14B-4C02-9FB3-6A5B660C9323}" dt="2026-03-02T22:52:21.546" v="3231" actId="478"/>
          <ac:spMkLst>
            <pc:docMk/>
            <pc:sldMk cId="3401120307" sldId="369"/>
            <ac:spMk id="20" creationId="{B2D3B80B-1E33-4622-8BC4-98CC67936374}"/>
          </ac:spMkLst>
        </pc:spChg>
        <pc:spChg chg="add mod">
          <ac:chgData name="Tanvir Ahmed" userId="5fa9bf89-1556-4927-a8e9-24c5d464f299" providerId="ADAL" clId="{D5141E81-A14B-4C02-9FB3-6A5B660C9323}" dt="2026-03-02T22:49:25.486" v="3204" actId="571"/>
          <ac:spMkLst>
            <pc:docMk/>
            <pc:sldMk cId="3401120307" sldId="369"/>
            <ac:spMk id="22" creationId="{A4D28508-8988-48FD-A2EF-E48415085D7F}"/>
          </ac:spMkLst>
        </pc:spChg>
        <pc:spChg chg="add mod">
          <ac:chgData name="Tanvir Ahmed" userId="5fa9bf89-1556-4927-a8e9-24c5d464f299" providerId="ADAL" clId="{D5141E81-A14B-4C02-9FB3-6A5B660C9323}" dt="2026-03-02T22:49:31.758" v="3206" actId="571"/>
          <ac:spMkLst>
            <pc:docMk/>
            <pc:sldMk cId="3401120307" sldId="369"/>
            <ac:spMk id="24" creationId="{9CC26757-E390-466E-AE1E-7D7F5F2E2CE2}"/>
          </ac:spMkLst>
        </pc:spChg>
        <pc:spChg chg="add del mod">
          <ac:chgData name="Tanvir Ahmed" userId="5fa9bf89-1556-4927-a8e9-24c5d464f299" providerId="ADAL" clId="{D5141E81-A14B-4C02-9FB3-6A5B660C9323}" dt="2026-03-02T22:52:40.019" v="3243" actId="478"/>
          <ac:spMkLst>
            <pc:docMk/>
            <pc:sldMk cId="3401120307" sldId="369"/>
            <ac:spMk id="25" creationId="{665E85F6-ED6D-4659-8B60-DF73866E1240}"/>
          </ac:spMkLst>
        </pc:spChg>
        <pc:spChg chg="add del mod">
          <ac:chgData name="Tanvir Ahmed" userId="5fa9bf89-1556-4927-a8e9-24c5d464f299" providerId="ADAL" clId="{D5141E81-A14B-4C02-9FB3-6A5B660C9323}" dt="2026-03-02T22:52:41.394" v="3244" actId="478"/>
          <ac:spMkLst>
            <pc:docMk/>
            <pc:sldMk cId="3401120307" sldId="369"/>
            <ac:spMk id="26" creationId="{B8EA696F-E204-4D24-BEB1-940AECBAAD18}"/>
          </ac:spMkLst>
        </pc:spChg>
        <pc:spChg chg="add del mod">
          <ac:chgData name="Tanvir Ahmed" userId="5fa9bf89-1556-4927-a8e9-24c5d464f299" providerId="ADAL" clId="{D5141E81-A14B-4C02-9FB3-6A5B660C9323}" dt="2026-03-02T22:52:42.635" v="3245" actId="478"/>
          <ac:spMkLst>
            <pc:docMk/>
            <pc:sldMk cId="3401120307" sldId="369"/>
            <ac:spMk id="27" creationId="{587E0ADD-AD2C-4E06-BE09-08033801E15F}"/>
          </ac:spMkLst>
        </pc:spChg>
        <pc:spChg chg="add del mod">
          <ac:chgData name="Tanvir Ahmed" userId="5fa9bf89-1556-4927-a8e9-24c5d464f299" providerId="ADAL" clId="{D5141E81-A14B-4C02-9FB3-6A5B660C9323}" dt="2026-03-02T22:52:43.363" v="3246" actId="478"/>
          <ac:spMkLst>
            <pc:docMk/>
            <pc:sldMk cId="3401120307" sldId="369"/>
            <ac:spMk id="28" creationId="{9F5BD805-2CFD-4B6A-8CCA-FF1E14F1A438}"/>
          </ac:spMkLst>
        </pc:spChg>
        <pc:spChg chg="add del mod">
          <ac:chgData name="Tanvir Ahmed" userId="5fa9bf89-1556-4927-a8e9-24c5d464f299" providerId="ADAL" clId="{D5141E81-A14B-4C02-9FB3-6A5B660C9323}" dt="2026-03-02T22:52:44.562" v="3247" actId="478"/>
          <ac:spMkLst>
            <pc:docMk/>
            <pc:sldMk cId="3401120307" sldId="369"/>
            <ac:spMk id="29" creationId="{C88605F9-E5E7-4BAC-A340-3A3DC20A7733}"/>
          </ac:spMkLst>
        </pc:spChg>
        <pc:spChg chg="add del mod">
          <ac:chgData name="Tanvir Ahmed" userId="5fa9bf89-1556-4927-a8e9-24c5d464f299" providerId="ADAL" clId="{D5141E81-A14B-4C02-9FB3-6A5B660C9323}" dt="2026-03-02T22:52:30.323" v="3236" actId="478"/>
          <ac:spMkLst>
            <pc:docMk/>
            <pc:sldMk cId="3401120307" sldId="369"/>
            <ac:spMk id="30" creationId="{FE1DAD88-AE9F-4A75-862C-67A03093CF3B}"/>
          </ac:spMkLst>
        </pc:spChg>
        <pc:spChg chg="add del mod">
          <ac:chgData name="Tanvir Ahmed" userId="5fa9bf89-1556-4927-a8e9-24c5d464f299" providerId="ADAL" clId="{D5141E81-A14B-4C02-9FB3-6A5B660C9323}" dt="2026-03-02T22:52:32.138" v="3237" actId="478"/>
          <ac:spMkLst>
            <pc:docMk/>
            <pc:sldMk cId="3401120307" sldId="369"/>
            <ac:spMk id="31" creationId="{C39DFEE8-25A5-453D-A814-6ADB45105987}"/>
          </ac:spMkLst>
        </pc:spChg>
        <pc:spChg chg="add del mod">
          <ac:chgData name="Tanvir Ahmed" userId="5fa9bf89-1556-4927-a8e9-24c5d464f299" providerId="ADAL" clId="{D5141E81-A14B-4C02-9FB3-6A5B660C9323}" dt="2026-03-02T22:52:33.291" v="3238" actId="478"/>
          <ac:spMkLst>
            <pc:docMk/>
            <pc:sldMk cId="3401120307" sldId="369"/>
            <ac:spMk id="32" creationId="{F547CEFB-DF76-4405-8AF2-15C15E165858}"/>
          </ac:spMkLst>
        </pc:spChg>
        <pc:spChg chg="add del mod">
          <ac:chgData name="Tanvir Ahmed" userId="5fa9bf89-1556-4927-a8e9-24c5d464f299" providerId="ADAL" clId="{D5141E81-A14B-4C02-9FB3-6A5B660C9323}" dt="2026-03-02T22:52:34.602" v="3239" actId="478"/>
          <ac:spMkLst>
            <pc:docMk/>
            <pc:sldMk cId="3401120307" sldId="369"/>
            <ac:spMk id="33" creationId="{B1F18DB7-82C7-46EE-9390-A09978E74544}"/>
          </ac:spMkLst>
        </pc:spChg>
        <pc:spChg chg="add del mod">
          <ac:chgData name="Tanvir Ahmed" userId="5fa9bf89-1556-4927-a8e9-24c5d464f299" providerId="ADAL" clId="{D5141E81-A14B-4C02-9FB3-6A5B660C9323}" dt="2026-03-02T22:52:35.482" v="3240" actId="478"/>
          <ac:spMkLst>
            <pc:docMk/>
            <pc:sldMk cId="3401120307" sldId="369"/>
            <ac:spMk id="34" creationId="{A031E4A4-C614-49F5-9627-71D3B615AB27}"/>
          </ac:spMkLst>
        </pc:spChg>
        <pc:spChg chg="add mod">
          <ac:chgData name="Tanvir Ahmed" userId="5fa9bf89-1556-4927-a8e9-24c5d464f299" providerId="ADAL" clId="{D5141E81-A14B-4C02-9FB3-6A5B660C9323}" dt="2026-03-02T22:53:20.427" v="3252" actId="571"/>
          <ac:spMkLst>
            <pc:docMk/>
            <pc:sldMk cId="3401120307" sldId="369"/>
            <ac:spMk id="35" creationId="{CD05E6B2-FDE0-4357-95C1-A6114C8D8970}"/>
          </ac:spMkLst>
        </pc:spChg>
        <pc:spChg chg="add mod">
          <ac:chgData name="Tanvir Ahmed" userId="5fa9bf89-1556-4927-a8e9-24c5d464f299" providerId="ADAL" clId="{D5141E81-A14B-4C02-9FB3-6A5B660C9323}" dt="2026-03-02T22:53:23.219" v="3253" actId="571"/>
          <ac:spMkLst>
            <pc:docMk/>
            <pc:sldMk cId="3401120307" sldId="369"/>
            <ac:spMk id="36" creationId="{45FBE2A1-1918-4EB5-9E83-9A8222BC8442}"/>
          </ac:spMkLst>
        </pc:spChg>
        <pc:spChg chg="add mod">
          <ac:chgData name="Tanvir Ahmed" userId="5fa9bf89-1556-4927-a8e9-24c5d464f299" providerId="ADAL" clId="{D5141E81-A14B-4C02-9FB3-6A5B660C9323}" dt="2026-03-02T22:54:20.445" v="3255" actId="571"/>
          <ac:spMkLst>
            <pc:docMk/>
            <pc:sldMk cId="3401120307" sldId="369"/>
            <ac:spMk id="37" creationId="{01C45336-A0E2-4891-BADC-63DCB05AB77D}"/>
          </ac:spMkLst>
        </pc:spChg>
        <pc:spChg chg="add mod">
          <ac:chgData name="Tanvir Ahmed" userId="5fa9bf89-1556-4927-a8e9-24c5d464f299" providerId="ADAL" clId="{D5141E81-A14B-4C02-9FB3-6A5B660C9323}" dt="2026-03-02T22:54:23.589" v="3256" actId="571"/>
          <ac:spMkLst>
            <pc:docMk/>
            <pc:sldMk cId="3401120307" sldId="369"/>
            <ac:spMk id="38" creationId="{6182DACD-1C49-4DF9-B821-5E87A3674F06}"/>
          </ac:spMkLst>
        </pc:spChg>
        <pc:spChg chg="add mod">
          <ac:chgData name="Tanvir Ahmed" userId="5fa9bf89-1556-4927-a8e9-24c5d464f299" providerId="ADAL" clId="{D5141E81-A14B-4C02-9FB3-6A5B660C9323}" dt="2026-03-02T22:55:38.902" v="3258" actId="571"/>
          <ac:spMkLst>
            <pc:docMk/>
            <pc:sldMk cId="3401120307" sldId="369"/>
            <ac:spMk id="39" creationId="{DA89917A-0C29-4FF6-B15C-0D665DB117BD}"/>
          </ac:spMkLst>
        </pc:spChg>
        <pc:spChg chg="add mod">
          <ac:chgData name="Tanvir Ahmed" userId="5fa9bf89-1556-4927-a8e9-24c5d464f299" providerId="ADAL" clId="{D5141E81-A14B-4C02-9FB3-6A5B660C9323}" dt="2026-03-02T22:55:42.759" v="3259" actId="571"/>
          <ac:spMkLst>
            <pc:docMk/>
            <pc:sldMk cId="3401120307" sldId="369"/>
            <ac:spMk id="40" creationId="{2889C6AF-1140-4F1E-98BB-0064B4E83289}"/>
          </ac:spMkLst>
        </pc:spChg>
        <pc:spChg chg="add mod">
          <ac:chgData name="Tanvir Ahmed" userId="5fa9bf89-1556-4927-a8e9-24c5d464f299" providerId="ADAL" clId="{D5141E81-A14B-4C02-9FB3-6A5B660C9323}" dt="2026-03-02T22:56:10.369" v="3266" actId="571"/>
          <ac:spMkLst>
            <pc:docMk/>
            <pc:sldMk cId="3401120307" sldId="369"/>
            <ac:spMk id="41" creationId="{9B2DFBB6-B71F-4DD5-9F89-27A447E15710}"/>
          </ac:spMkLst>
        </pc:spChg>
        <pc:spChg chg="add mod">
          <ac:chgData name="Tanvir Ahmed" userId="5fa9bf89-1556-4927-a8e9-24c5d464f299" providerId="ADAL" clId="{D5141E81-A14B-4C02-9FB3-6A5B660C9323}" dt="2026-03-02T22:56:09.856" v="3265" actId="571"/>
          <ac:spMkLst>
            <pc:docMk/>
            <pc:sldMk cId="3401120307" sldId="369"/>
            <ac:spMk id="42" creationId="{CB6C8772-535F-490D-891E-480660D8717A}"/>
          </ac:spMkLst>
        </pc:spChg>
        <pc:spChg chg="add mod">
          <ac:chgData name="Tanvir Ahmed" userId="5fa9bf89-1556-4927-a8e9-24c5d464f299" providerId="ADAL" clId="{D5141E81-A14B-4C02-9FB3-6A5B660C9323}" dt="2026-03-02T22:56:09.504" v="3264" actId="571"/>
          <ac:spMkLst>
            <pc:docMk/>
            <pc:sldMk cId="3401120307" sldId="369"/>
            <ac:spMk id="43" creationId="{058E7045-74FB-476C-B567-2154455BAC8E}"/>
          </ac:spMkLst>
        </pc:spChg>
        <pc:spChg chg="add mod">
          <ac:chgData name="Tanvir Ahmed" userId="5fa9bf89-1556-4927-a8e9-24c5d464f299" providerId="ADAL" clId="{D5141E81-A14B-4C02-9FB3-6A5B660C9323}" dt="2026-03-02T22:56:33.591" v="3272" actId="1076"/>
          <ac:spMkLst>
            <pc:docMk/>
            <pc:sldMk cId="3401120307" sldId="369"/>
            <ac:spMk id="44" creationId="{C67B3382-D957-494F-8CA7-BDBA147D7644}"/>
          </ac:spMkLst>
        </pc:spChg>
        <pc:picChg chg="add mod">
          <ac:chgData name="Tanvir Ahmed" userId="5fa9bf89-1556-4927-a8e9-24c5d464f299" providerId="ADAL" clId="{D5141E81-A14B-4C02-9FB3-6A5B660C9323}" dt="2026-03-02T22:56:29.759" v="3271" actId="1076"/>
          <ac:picMkLst>
            <pc:docMk/>
            <pc:sldMk cId="3401120307" sldId="369"/>
            <ac:picMk id="3" creationId="{66C0FC16-B353-4903-8337-3598D6D68593}"/>
          </ac:picMkLst>
        </pc:picChg>
        <pc:picChg chg="del">
          <ac:chgData name="Tanvir Ahmed" userId="5fa9bf89-1556-4927-a8e9-24c5d464f299" providerId="ADAL" clId="{D5141E81-A14B-4C02-9FB3-6A5B660C9323}" dt="2026-03-02T18:23:05.243" v="1588" actId="478"/>
          <ac:picMkLst>
            <pc:docMk/>
            <pc:sldMk cId="3401120307" sldId="369"/>
            <ac:picMk id="6" creationId="{664D5158-BAF0-4410-BD25-11154BDB61AD}"/>
          </ac:picMkLst>
        </pc:picChg>
        <pc:picChg chg="add mod">
          <ac:chgData name="Tanvir Ahmed" userId="5fa9bf89-1556-4927-a8e9-24c5d464f299" providerId="ADAL" clId="{D5141E81-A14B-4C02-9FB3-6A5B660C9323}" dt="2026-03-02T22:47:56.116" v="3185" actId="571"/>
          <ac:picMkLst>
            <pc:docMk/>
            <pc:sldMk cId="3401120307" sldId="369"/>
            <ac:picMk id="8" creationId="{08FBA435-5E6B-4FDB-B3B6-1650184F6C94}"/>
          </ac:picMkLst>
        </pc:picChg>
        <pc:picChg chg="add del mod">
          <ac:chgData name="Tanvir Ahmed" userId="5fa9bf89-1556-4927-a8e9-24c5d464f299" providerId="ADAL" clId="{D5141E81-A14B-4C02-9FB3-6A5B660C9323}" dt="2026-03-02T22:52:48.538" v="3248" actId="478"/>
          <ac:picMkLst>
            <pc:docMk/>
            <pc:sldMk cId="3401120307" sldId="369"/>
            <ac:picMk id="10" creationId="{059D9C7D-D9C2-4E0E-BC6A-A948D41F64F4}"/>
          </ac:picMkLst>
        </pc:picChg>
        <pc:picChg chg="add mod">
          <ac:chgData name="Tanvir Ahmed" userId="5fa9bf89-1556-4927-a8e9-24c5d464f299" providerId="ADAL" clId="{D5141E81-A14B-4C02-9FB3-6A5B660C9323}" dt="2026-03-02T22:49:06.525" v="3200" actId="571"/>
          <ac:picMkLst>
            <pc:docMk/>
            <pc:sldMk cId="3401120307" sldId="369"/>
            <ac:picMk id="17" creationId="{F6BE63FB-C280-4C9F-958B-C4F545945922}"/>
          </ac:picMkLst>
        </pc:picChg>
        <pc:picChg chg="add mod">
          <ac:chgData name="Tanvir Ahmed" userId="5fa9bf89-1556-4927-a8e9-24c5d464f299" providerId="ADAL" clId="{D5141E81-A14B-4C02-9FB3-6A5B660C9323}" dt="2026-03-02T22:49:25.486" v="3204" actId="571"/>
          <ac:picMkLst>
            <pc:docMk/>
            <pc:sldMk cId="3401120307" sldId="369"/>
            <ac:picMk id="21" creationId="{369EC2AC-2B8A-43A9-B9CC-82B55C296807}"/>
          </ac:picMkLst>
        </pc:picChg>
        <pc:picChg chg="add mod">
          <ac:chgData name="Tanvir Ahmed" userId="5fa9bf89-1556-4927-a8e9-24c5d464f299" providerId="ADAL" clId="{D5141E81-A14B-4C02-9FB3-6A5B660C9323}" dt="2026-03-02T22:49:31.758" v="3206" actId="571"/>
          <ac:picMkLst>
            <pc:docMk/>
            <pc:sldMk cId="3401120307" sldId="369"/>
            <ac:picMk id="23" creationId="{E31655DE-6242-413C-B0ED-4B09B917602F}"/>
          </ac:picMkLst>
        </pc:picChg>
      </pc:sldChg>
      <pc:sldChg chg="addSp delSp modSp add mod modTransition modAnim">
        <pc:chgData name="Tanvir Ahmed" userId="5fa9bf89-1556-4927-a8e9-24c5d464f299" providerId="ADAL" clId="{D5141E81-A14B-4C02-9FB3-6A5B660C9323}" dt="2026-03-02T18:30:50.741" v="1666"/>
        <pc:sldMkLst>
          <pc:docMk/>
          <pc:sldMk cId="4233944890" sldId="370"/>
        </pc:sldMkLst>
        <pc:picChg chg="del">
          <ac:chgData name="Tanvir Ahmed" userId="5fa9bf89-1556-4927-a8e9-24c5d464f299" providerId="ADAL" clId="{D5141E81-A14B-4C02-9FB3-6A5B660C9323}" dt="2026-03-02T18:24:45.645" v="1618" actId="478"/>
          <ac:picMkLst>
            <pc:docMk/>
            <pc:sldMk cId="4233944890" sldId="370"/>
            <ac:picMk id="3" creationId="{66C0FC16-B353-4903-8337-3598D6D68593}"/>
          </ac:picMkLst>
        </pc:picChg>
        <pc:picChg chg="add del mod">
          <ac:chgData name="Tanvir Ahmed" userId="5fa9bf89-1556-4927-a8e9-24c5d464f299" providerId="ADAL" clId="{D5141E81-A14B-4C02-9FB3-6A5B660C9323}" dt="2026-03-02T18:27:50.713" v="1645" actId="478"/>
          <ac:picMkLst>
            <pc:docMk/>
            <pc:sldMk cId="4233944890" sldId="370"/>
            <ac:picMk id="5" creationId="{A830B7DC-4878-4797-98DC-06FA6B026E39}"/>
          </ac:picMkLst>
        </pc:picChg>
        <pc:picChg chg="add mod modCrop">
          <ac:chgData name="Tanvir Ahmed" userId="5fa9bf89-1556-4927-a8e9-24c5d464f299" providerId="ADAL" clId="{D5141E81-A14B-4C02-9FB3-6A5B660C9323}" dt="2026-03-02T18:28:50.026" v="1659" actId="14100"/>
          <ac:picMkLst>
            <pc:docMk/>
            <pc:sldMk cId="4233944890" sldId="370"/>
            <ac:picMk id="7" creationId="{6509A102-E8B6-4C08-AC3E-90122D775418}"/>
          </ac:picMkLst>
        </pc:picChg>
        <pc:picChg chg="add mod modCrop">
          <ac:chgData name="Tanvir Ahmed" userId="5fa9bf89-1556-4927-a8e9-24c5d464f299" providerId="ADAL" clId="{D5141E81-A14B-4C02-9FB3-6A5B660C9323}" dt="2026-03-02T18:28:36.874" v="1656" actId="14100"/>
          <ac:picMkLst>
            <pc:docMk/>
            <pc:sldMk cId="4233944890" sldId="370"/>
            <ac:picMk id="9" creationId="{B73CDA3B-2F12-4A8F-9132-BF242BAE6180}"/>
          </ac:picMkLst>
        </pc:picChg>
      </pc:sldChg>
      <pc:sldChg chg="addSp delSp modSp add mod ord delAnim modAnim">
        <pc:chgData name="Tanvir Ahmed" userId="5fa9bf89-1556-4927-a8e9-24c5d464f299" providerId="ADAL" clId="{D5141E81-A14B-4C02-9FB3-6A5B660C9323}" dt="2026-03-02T19:17:02.595" v="2175"/>
        <pc:sldMkLst>
          <pc:docMk/>
          <pc:sldMk cId="4102451531" sldId="371"/>
        </pc:sldMkLst>
        <pc:spChg chg="mod">
          <ac:chgData name="Tanvir Ahmed" userId="5fa9bf89-1556-4927-a8e9-24c5d464f299" providerId="ADAL" clId="{D5141E81-A14B-4C02-9FB3-6A5B660C9323}" dt="2026-03-02T18:41:42.049" v="1762" actId="20577"/>
          <ac:spMkLst>
            <pc:docMk/>
            <pc:sldMk cId="4102451531" sldId="371"/>
            <ac:spMk id="4" creationId="{EA60FB11-581D-4C23-8B45-56E32E61468C}"/>
          </ac:spMkLst>
        </pc:spChg>
        <pc:spChg chg="add del mod">
          <ac:chgData name="Tanvir Ahmed" userId="5fa9bf89-1556-4927-a8e9-24c5d464f299" providerId="ADAL" clId="{D5141E81-A14B-4C02-9FB3-6A5B660C9323}" dt="2026-03-02T18:34:27.681" v="1691" actId="478"/>
          <ac:spMkLst>
            <pc:docMk/>
            <pc:sldMk cId="4102451531" sldId="371"/>
            <ac:spMk id="18" creationId="{07176225-26E3-44AB-92FB-29DD2C93BB7D}"/>
          </ac:spMkLst>
        </pc:spChg>
        <pc:spChg chg="add mod">
          <ac:chgData name="Tanvir Ahmed" userId="5fa9bf89-1556-4927-a8e9-24c5d464f299" providerId="ADAL" clId="{D5141E81-A14B-4C02-9FB3-6A5B660C9323}" dt="2026-03-02T18:35:40.315" v="1705" actId="1076"/>
          <ac:spMkLst>
            <pc:docMk/>
            <pc:sldMk cId="4102451531" sldId="371"/>
            <ac:spMk id="19" creationId="{822E09C8-368F-4079-971D-F0C509B1DF62}"/>
          </ac:spMkLst>
        </pc:spChg>
        <pc:spChg chg="add mod">
          <ac:chgData name="Tanvir Ahmed" userId="5fa9bf89-1556-4927-a8e9-24c5d464f299" providerId="ADAL" clId="{D5141E81-A14B-4C02-9FB3-6A5B660C9323}" dt="2026-03-02T18:35:59.307" v="1727" actId="1076"/>
          <ac:spMkLst>
            <pc:docMk/>
            <pc:sldMk cId="4102451531" sldId="371"/>
            <ac:spMk id="20" creationId="{B733DC86-6098-43EE-853A-7AC852CEFEA7}"/>
          </ac:spMkLst>
        </pc:spChg>
        <pc:spChg chg="add mod">
          <ac:chgData name="Tanvir Ahmed" userId="5fa9bf89-1556-4927-a8e9-24c5d464f299" providerId="ADAL" clId="{D5141E81-A14B-4C02-9FB3-6A5B660C9323}" dt="2026-03-02T18:36:21.123" v="1745" actId="20577"/>
          <ac:spMkLst>
            <pc:docMk/>
            <pc:sldMk cId="4102451531" sldId="371"/>
            <ac:spMk id="21" creationId="{0EADF322-0E8C-48B3-9B2C-27E1E44582DB}"/>
          </ac:spMkLst>
        </pc:spChg>
        <pc:spChg chg="add mod">
          <ac:chgData name="Tanvir Ahmed" userId="5fa9bf89-1556-4927-a8e9-24c5d464f299" providerId="ADAL" clId="{D5141E81-A14B-4C02-9FB3-6A5B660C9323}" dt="2026-03-02T18:36:43.691" v="1749" actId="13822"/>
          <ac:spMkLst>
            <pc:docMk/>
            <pc:sldMk cId="4102451531" sldId="371"/>
            <ac:spMk id="22" creationId="{98102C58-1F2F-4113-91A6-C8BAB950F815}"/>
          </ac:spMkLst>
        </pc:spChg>
        <pc:picChg chg="add mod modCrop">
          <ac:chgData name="Tanvir Ahmed" userId="5fa9bf89-1556-4927-a8e9-24c5d464f299" providerId="ADAL" clId="{D5141E81-A14B-4C02-9FB3-6A5B660C9323}" dt="2026-03-02T18:32:19.558" v="1672" actId="1076"/>
          <ac:picMkLst>
            <pc:docMk/>
            <pc:sldMk cId="4102451531" sldId="371"/>
            <ac:picMk id="3" creationId="{F99E7681-63DB-4F50-AEB1-A73C12377B1B}"/>
          </ac:picMkLst>
        </pc:picChg>
        <pc:picChg chg="add mod">
          <ac:chgData name="Tanvir Ahmed" userId="5fa9bf89-1556-4927-a8e9-24c5d464f299" providerId="ADAL" clId="{D5141E81-A14B-4C02-9FB3-6A5B660C9323}" dt="2026-03-02T18:32:47.967" v="1674" actId="1076"/>
          <ac:picMkLst>
            <pc:docMk/>
            <pc:sldMk cId="4102451531" sldId="371"/>
            <ac:picMk id="6" creationId="{2F75176F-3809-4A9B-9512-3B4E02BBAFF9}"/>
          </ac:picMkLst>
        </pc:picChg>
        <pc:picChg chg="del">
          <ac:chgData name="Tanvir Ahmed" userId="5fa9bf89-1556-4927-a8e9-24c5d464f299" providerId="ADAL" clId="{D5141E81-A14B-4C02-9FB3-6A5B660C9323}" dt="2026-03-02T18:30:22.508" v="1662" actId="478"/>
          <ac:picMkLst>
            <pc:docMk/>
            <pc:sldMk cId="4102451531" sldId="371"/>
            <ac:picMk id="7" creationId="{6509A102-E8B6-4C08-AC3E-90122D775418}"/>
          </ac:picMkLst>
        </pc:picChg>
        <pc:picChg chg="del">
          <ac:chgData name="Tanvir Ahmed" userId="5fa9bf89-1556-4927-a8e9-24c5d464f299" providerId="ADAL" clId="{D5141E81-A14B-4C02-9FB3-6A5B660C9323}" dt="2026-03-02T18:30:21.716" v="1661" actId="478"/>
          <ac:picMkLst>
            <pc:docMk/>
            <pc:sldMk cId="4102451531" sldId="371"/>
            <ac:picMk id="9" creationId="{B73CDA3B-2F12-4A8F-9132-BF242BAE6180}"/>
          </ac:picMkLst>
        </pc:picChg>
        <pc:cxnChg chg="add mod">
          <ac:chgData name="Tanvir Ahmed" userId="5fa9bf89-1556-4927-a8e9-24c5d464f299" providerId="ADAL" clId="{D5141E81-A14B-4C02-9FB3-6A5B660C9323}" dt="2026-03-02T18:33:28.216" v="1681" actId="13822"/>
          <ac:cxnSpMkLst>
            <pc:docMk/>
            <pc:sldMk cId="4102451531" sldId="371"/>
            <ac:cxnSpMk id="10" creationId="{466F7023-87C7-4BFD-807D-0E503A7ED493}"/>
          </ac:cxnSpMkLst>
        </pc:cxnChg>
        <pc:cxnChg chg="add mod">
          <ac:chgData name="Tanvir Ahmed" userId="5fa9bf89-1556-4927-a8e9-24c5d464f299" providerId="ADAL" clId="{D5141E81-A14B-4C02-9FB3-6A5B660C9323}" dt="2026-03-02T18:33:13.222" v="1678" actId="13822"/>
          <ac:cxnSpMkLst>
            <pc:docMk/>
            <pc:sldMk cId="4102451531" sldId="371"/>
            <ac:cxnSpMk id="12" creationId="{93912F12-61C9-4DF8-ACA9-2E88D8315F06}"/>
          </ac:cxnSpMkLst>
        </pc:cxnChg>
        <pc:cxnChg chg="add del">
          <ac:chgData name="Tanvir Ahmed" userId="5fa9bf89-1556-4927-a8e9-24c5d464f299" providerId="ADAL" clId="{D5141E81-A14B-4C02-9FB3-6A5B660C9323}" dt="2026-03-02T18:33:45.537" v="1683" actId="11529"/>
          <ac:cxnSpMkLst>
            <pc:docMk/>
            <pc:sldMk cId="4102451531" sldId="371"/>
            <ac:cxnSpMk id="15" creationId="{E95D8D14-7CF0-4426-A25E-F860F8B1D50D}"/>
          </ac:cxnSpMkLst>
        </pc:cxnChg>
        <pc:cxnChg chg="add mod">
          <ac:chgData name="Tanvir Ahmed" userId="5fa9bf89-1556-4927-a8e9-24c5d464f299" providerId="ADAL" clId="{D5141E81-A14B-4C02-9FB3-6A5B660C9323}" dt="2026-03-02T18:41:49.602" v="1763" actId="14100"/>
          <ac:cxnSpMkLst>
            <pc:docMk/>
            <pc:sldMk cId="4102451531" sldId="371"/>
            <ac:cxnSpMk id="17" creationId="{A8A9781F-0859-494F-9A9C-D18C86F6871F}"/>
          </ac:cxnSpMkLst>
        </pc:cxnChg>
      </pc:sldChg>
      <pc:sldChg chg="addSp delSp modSp add mod delAnim">
        <pc:chgData name="Tanvir Ahmed" userId="5fa9bf89-1556-4927-a8e9-24c5d464f299" providerId="ADAL" clId="{D5141E81-A14B-4C02-9FB3-6A5B660C9323}" dt="2026-03-02T19:47:43.543" v="2697" actId="1076"/>
        <pc:sldMkLst>
          <pc:docMk/>
          <pc:sldMk cId="2710447569" sldId="372"/>
        </pc:sldMkLst>
        <pc:spChg chg="mod">
          <ac:chgData name="Tanvir Ahmed" userId="5fa9bf89-1556-4927-a8e9-24c5d464f299" providerId="ADAL" clId="{D5141E81-A14B-4C02-9FB3-6A5B660C9323}" dt="2026-03-02T19:44:58.655" v="2691"/>
          <ac:spMkLst>
            <pc:docMk/>
            <pc:sldMk cId="2710447569" sldId="372"/>
            <ac:spMk id="4" creationId="{EA60FB11-581D-4C23-8B45-56E32E61468C}"/>
          </ac:spMkLst>
        </pc:spChg>
        <pc:spChg chg="del">
          <ac:chgData name="Tanvir Ahmed" userId="5fa9bf89-1556-4927-a8e9-24c5d464f299" providerId="ADAL" clId="{D5141E81-A14B-4C02-9FB3-6A5B660C9323}" dt="2026-03-02T18:43:03.772" v="1800" actId="478"/>
          <ac:spMkLst>
            <pc:docMk/>
            <pc:sldMk cId="2710447569" sldId="372"/>
            <ac:spMk id="19" creationId="{822E09C8-368F-4079-971D-F0C509B1DF62}"/>
          </ac:spMkLst>
        </pc:spChg>
        <pc:spChg chg="del">
          <ac:chgData name="Tanvir Ahmed" userId="5fa9bf89-1556-4927-a8e9-24c5d464f299" providerId="ADAL" clId="{D5141E81-A14B-4C02-9FB3-6A5B660C9323}" dt="2026-03-02T18:43:05.043" v="1801" actId="478"/>
          <ac:spMkLst>
            <pc:docMk/>
            <pc:sldMk cId="2710447569" sldId="372"/>
            <ac:spMk id="20" creationId="{B733DC86-6098-43EE-853A-7AC852CEFEA7}"/>
          </ac:spMkLst>
        </pc:spChg>
        <pc:spChg chg="del">
          <ac:chgData name="Tanvir Ahmed" userId="5fa9bf89-1556-4927-a8e9-24c5d464f299" providerId="ADAL" clId="{D5141E81-A14B-4C02-9FB3-6A5B660C9323}" dt="2026-03-02T18:43:02.956" v="1799" actId="478"/>
          <ac:spMkLst>
            <pc:docMk/>
            <pc:sldMk cId="2710447569" sldId="372"/>
            <ac:spMk id="21" creationId="{0EADF322-0E8C-48B3-9B2C-27E1E44582DB}"/>
          </ac:spMkLst>
        </pc:spChg>
        <pc:spChg chg="del">
          <ac:chgData name="Tanvir Ahmed" userId="5fa9bf89-1556-4927-a8e9-24c5d464f299" providerId="ADAL" clId="{D5141E81-A14B-4C02-9FB3-6A5B660C9323}" dt="2026-03-02T18:43:01.843" v="1798" actId="478"/>
          <ac:spMkLst>
            <pc:docMk/>
            <pc:sldMk cId="2710447569" sldId="372"/>
            <ac:spMk id="22" creationId="{98102C58-1F2F-4113-91A6-C8BAB950F815}"/>
          </ac:spMkLst>
        </pc:spChg>
        <pc:picChg chg="del">
          <ac:chgData name="Tanvir Ahmed" userId="5fa9bf89-1556-4927-a8e9-24c5d464f299" providerId="ADAL" clId="{D5141E81-A14B-4C02-9FB3-6A5B660C9323}" dt="2026-03-02T18:42:57.523" v="1793" actId="478"/>
          <ac:picMkLst>
            <pc:docMk/>
            <pc:sldMk cId="2710447569" sldId="372"/>
            <ac:picMk id="3" creationId="{F99E7681-63DB-4F50-AEB1-A73C12377B1B}"/>
          </ac:picMkLst>
        </pc:picChg>
        <pc:picChg chg="add mod">
          <ac:chgData name="Tanvir Ahmed" userId="5fa9bf89-1556-4927-a8e9-24c5d464f299" providerId="ADAL" clId="{D5141E81-A14B-4C02-9FB3-6A5B660C9323}" dt="2026-03-02T19:47:43.543" v="2697" actId="1076"/>
          <ac:picMkLst>
            <pc:docMk/>
            <pc:sldMk cId="2710447569" sldId="372"/>
            <ac:picMk id="5" creationId="{498C3513-1E8F-4503-B6FB-5E5468AFFB4C}"/>
          </ac:picMkLst>
        </pc:picChg>
        <pc:picChg chg="del">
          <ac:chgData name="Tanvir Ahmed" userId="5fa9bf89-1556-4927-a8e9-24c5d464f299" providerId="ADAL" clId="{D5141E81-A14B-4C02-9FB3-6A5B660C9323}" dt="2026-03-02T18:42:59.523" v="1795" actId="478"/>
          <ac:picMkLst>
            <pc:docMk/>
            <pc:sldMk cId="2710447569" sldId="372"/>
            <ac:picMk id="6" creationId="{2F75176F-3809-4A9B-9512-3B4E02BBAFF9}"/>
          </ac:picMkLst>
        </pc:picChg>
        <pc:picChg chg="add del mod modCrop">
          <ac:chgData name="Tanvir Ahmed" userId="5fa9bf89-1556-4927-a8e9-24c5d464f299" providerId="ADAL" clId="{D5141E81-A14B-4C02-9FB3-6A5B660C9323}" dt="2026-03-02T19:47:35.655" v="2693" actId="478"/>
          <ac:picMkLst>
            <pc:docMk/>
            <pc:sldMk cId="2710447569" sldId="372"/>
            <ac:picMk id="13" creationId="{9693B006-656E-44DC-ACC0-3DF1063B4C41}"/>
          </ac:picMkLst>
        </pc:picChg>
        <pc:cxnChg chg="del">
          <ac:chgData name="Tanvir Ahmed" userId="5fa9bf89-1556-4927-a8e9-24c5d464f299" providerId="ADAL" clId="{D5141E81-A14B-4C02-9FB3-6A5B660C9323}" dt="2026-03-02T18:43:00.403" v="1796" actId="478"/>
          <ac:cxnSpMkLst>
            <pc:docMk/>
            <pc:sldMk cId="2710447569" sldId="372"/>
            <ac:cxnSpMk id="10" creationId="{466F7023-87C7-4BFD-807D-0E503A7ED493}"/>
          </ac:cxnSpMkLst>
        </pc:cxnChg>
        <pc:cxnChg chg="del">
          <ac:chgData name="Tanvir Ahmed" userId="5fa9bf89-1556-4927-a8e9-24c5d464f299" providerId="ADAL" clId="{D5141E81-A14B-4C02-9FB3-6A5B660C9323}" dt="2026-03-02T18:42:58.467" v="1794" actId="478"/>
          <ac:cxnSpMkLst>
            <pc:docMk/>
            <pc:sldMk cId="2710447569" sldId="372"/>
            <ac:cxnSpMk id="12" creationId="{93912F12-61C9-4DF8-ACA9-2E88D8315F06}"/>
          </ac:cxnSpMkLst>
        </pc:cxnChg>
        <pc:cxnChg chg="del">
          <ac:chgData name="Tanvir Ahmed" userId="5fa9bf89-1556-4927-a8e9-24c5d464f299" providerId="ADAL" clId="{D5141E81-A14B-4C02-9FB3-6A5B660C9323}" dt="2026-03-02T18:43:00.979" v="1797" actId="478"/>
          <ac:cxnSpMkLst>
            <pc:docMk/>
            <pc:sldMk cId="2710447569" sldId="372"/>
            <ac:cxnSpMk id="17" creationId="{A8A9781F-0859-494F-9A9C-D18C86F6871F}"/>
          </ac:cxnSpMkLst>
        </pc:cxnChg>
      </pc:sldChg>
      <pc:sldChg chg="addSp delSp modSp new mod">
        <pc:chgData name="Tanvir Ahmed" userId="5fa9bf89-1556-4927-a8e9-24c5d464f299" providerId="ADAL" clId="{D5141E81-A14B-4C02-9FB3-6A5B660C9323}" dt="2026-03-02T19:01:14.521" v="1947" actId="14100"/>
        <pc:sldMkLst>
          <pc:docMk/>
          <pc:sldMk cId="3152890743" sldId="373"/>
        </pc:sldMkLst>
        <pc:spChg chg="del">
          <ac:chgData name="Tanvir Ahmed" userId="5fa9bf89-1556-4927-a8e9-24c5d464f299" providerId="ADAL" clId="{D5141E81-A14B-4C02-9FB3-6A5B660C9323}" dt="2026-03-02T18:44:40.206" v="1810" actId="478"/>
          <ac:spMkLst>
            <pc:docMk/>
            <pc:sldMk cId="3152890743" sldId="373"/>
            <ac:spMk id="2" creationId="{2B1E549A-DDBF-444D-8016-DBC7267A818A}"/>
          </ac:spMkLst>
        </pc:spChg>
        <pc:spChg chg="del">
          <ac:chgData name="Tanvir Ahmed" userId="5fa9bf89-1556-4927-a8e9-24c5d464f299" providerId="ADAL" clId="{D5141E81-A14B-4C02-9FB3-6A5B660C9323}" dt="2026-03-02T18:44:41.765" v="1811" actId="478"/>
          <ac:spMkLst>
            <pc:docMk/>
            <pc:sldMk cId="3152890743" sldId="373"/>
            <ac:spMk id="3" creationId="{FE61C639-0148-48CA-A0D4-DB2A4DAD6A50}"/>
          </ac:spMkLst>
        </pc:spChg>
        <pc:spChg chg="add mod">
          <ac:chgData name="Tanvir Ahmed" userId="5fa9bf89-1556-4927-a8e9-24c5d464f299" providerId="ADAL" clId="{D5141E81-A14B-4C02-9FB3-6A5B660C9323}" dt="2026-03-02T18:44:56.414" v="1851" actId="20577"/>
          <ac:spMkLst>
            <pc:docMk/>
            <pc:sldMk cId="3152890743" sldId="373"/>
            <ac:spMk id="4" creationId="{E28B3837-FEE2-4BF2-90B7-1EE31E5EA5D7}"/>
          </ac:spMkLst>
        </pc:spChg>
        <pc:picChg chg="add mod">
          <ac:chgData name="Tanvir Ahmed" userId="5fa9bf89-1556-4927-a8e9-24c5d464f299" providerId="ADAL" clId="{D5141E81-A14B-4C02-9FB3-6A5B660C9323}" dt="2026-03-02T19:01:14.521" v="1947" actId="14100"/>
          <ac:picMkLst>
            <pc:docMk/>
            <pc:sldMk cId="3152890743" sldId="373"/>
            <ac:picMk id="6" creationId="{254E5682-92EC-44FB-BE7F-A57535E21D35}"/>
          </ac:picMkLst>
        </pc:picChg>
      </pc:sldChg>
      <pc:sldChg chg="addSp delSp modSp new mod modAnim">
        <pc:chgData name="Tanvir Ahmed" userId="5fa9bf89-1556-4927-a8e9-24c5d464f299" providerId="ADAL" clId="{D5141E81-A14B-4C02-9FB3-6A5B660C9323}" dt="2026-03-02T20:06:24.418" v="2901"/>
        <pc:sldMkLst>
          <pc:docMk/>
          <pc:sldMk cId="3700475649" sldId="374"/>
        </pc:sldMkLst>
        <pc:spChg chg="del">
          <ac:chgData name="Tanvir Ahmed" userId="5fa9bf89-1556-4927-a8e9-24c5d464f299" providerId="ADAL" clId="{D5141E81-A14B-4C02-9FB3-6A5B660C9323}" dt="2026-03-02T18:49:45.248" v="1858"/>
          <ac:spMkLst>
            <pc:docMk/>
            <pc:sldMk cId="3700475649" sldId="374"/>
            <ac:spMk id="2" creationId="{58913DF4-CFF4-4E49-87DE-8E0EF1F23C0F}"/>
          </ac:spMkLst>
        </pc:spChg>
        <pc:spChg chg="del">
          <ac:chgData name="Tanvir Ahmed" userId="5fa9bf89-1556-4927-a8e9-24c5d464f299" providerId="ADAL" clId="{D5141E81-A14B-4C02-9FB3-6A5B660C9323}" dt="2026-03-02T18:49:51.676" v="1859" actId="478"/>
          <ac:spMkLst>
            <pc:docMk/>
            <pc:sldMk cId="3700475649" sldId="374"/>
            <ac:spMk id="3" creationId="{A6AF3764-BC63-4442-A169-BC6D8F127885}"/>
          </ac:spMkLst>
        </pc:spChg>
        <pc:spChg chg="add mod">
          <ac:chgData name="Tanvir Ahmed" userId="5fa9bf89-1556-4927-a8e9-24c5d464f299" providerId="ADAL" clId="{D5141E81-A14B-4C02-9FB3-6A5B660C9323}" dt="2026-03-02T18:50:15.019" v="1868" actId="20577"/>
          <ac:spMkLst>
            <pc:docMk/>
            <pc:sldMk cId="3700475649" sldId="374"/>
            <ac:spMk id="4" creationId="{007B83F1-3A5F-472C-8AAE-64C779ABD625}"/>
          </ac:spMkLst>
        </pc:spChg>
        <pc:spChg chg="add mod">
          <ac:chgData name="Tanvir Ahmed" userId="5fa9bf89-1556-4927-a8e9-24c5d464f299" providerId="ADAL" clId="{D5141E81-A14B-4C02-9FB3-6A5B660C9323}" dt="2026-03-02T18:53:40.639" v="1886" actId="1076"/>
          <ac:spMkLst>
            <pc:docMk/>
            <pc:sldMk cId="3700475649" sldId="374"/>
            <ac:spMk id="6" creationId="{B32ED373-8EB2-4750-A641-C8F449788A00}"/>
          </ac:spMkLst>
        </pc:spChg>
        <pc:spChg chg="add mod">
          <ac:chgData name="Tanvir Ahmed" userId="5fa9bf89-1556-4927-a8e9-24c5d464f299" providerId="ADAL" clId="{D5141E81-A14B-4C02-9FB3-6A5B660C9323}" dt="2026-03-02T18:56:38.347" v="1925" actId="1076"/>
          <ac:spMkLst>
            <pc:docMk/>
            <pc:sldMk cId="3700475649" sldId="374"/>
            <ac:spMk id="8" creationId="{C2FFFE8E-CD88-453A-BE8D-29538F0B472B}"/>
          </ac:spMkLst>
        </pc:spChg>
        <pc:spChg chg="add mod">
          <ac:chgData name="Tanvir Ahmed" userId="5fa9bf89-1556-4927-a8e9-24c5d464f299" providerId="ADAL" clId="{D5141E81-A14B-4C02-9FB3-6A5B660C9323}" dt="2026-03-02T18:56:45.587" v="1930" actId="20577"/>
          <ac:spMkLst>
            <pc:docMk/>
            <pc:sldMk cId="3700475649" sldId="374"/>
            <ac:spMk id="9" creationId="{E254606F-427B-479A-BCC4-449EC8459096}"/>
          </ac:spMkLst>
        </pc:spChg>
        <pc:picChg chg="add mod">
          <ac:chgData name="Tanvir Ahmed" userId="5fa9bf89-1556-4927-a8e9-24c5d464f299" providerId="ADAL" clId="{D5141E81-A14B-4C02-9FB3-6A5B660C9323}" dt="2026-03-02T18:55:51.842" v="1909" actId="1076"/>
          <ac:picMkLst>
            <pc:docMk/>
            <pc:sldMk cId="3700475649" sldId="374"/>
            <ac:picMk id="5" creationId="{D6F7F6F5-247E-47ED-8419-3F725ECD1857}"/>
          </ac:picMkLst>
        </pc:picChg>
        <pc:picChg chg="add mod">
          <ac:chgData name="Tanvir Ahmed" userId="5fa9bf89-1556-4927-a8e9-24c5d464f299" providerId="ADAL" clId="{D5141E81-A14B-4C02-9FB3-6A5B660C9323}" dt="2026-03-02T20:02:33.624" v="2886" actId="14100"/>
          <ac:picMkLst>
            <pc:docMk/>
            <pc:sldMk cId="3700475649" sldId="374"/>
            <ac:picMk id="7" creationId="{468C034C-F392-42C5-8956-ABAE9B63234C}"/>
          </ac:picMkLst>
        </pc:picChg>
      </pc:sldChg>
      <pc:sldChg chg="addSp delSp modSp new mod modAnim">
        <pc:chgData name="Tanvir Ahmed" userId="5fa9bf89-1556-4927-a8e9-24c5d464f299" providerId="ADAL" clId="{D5141E81-A14B-4C02-9FB3-6A5B660C9323}" dt="2026-03-02T19:07:10.381" v="2085"/>
        <pc:sldMkLst>
          <pc:docMk/>
          <pc:sldMk cId="1132804632" sldId="375"/>
        </pc:sldMkLst>
        <pc:spChg chg="del">
          <ac:chgData name="Tanvir Ahmed" userId="5fa9bf89-1556-4927-a8e9-24c5d464f299" providerId="ADAL" clId="{D5141E81-A14B-4C02-9FB3-6A5B660C9323}" dt="2026-03-02T19:00:35.367" v="1937" actId="478"/>
          <ac:spMkLst>
            <pc:docMk/>
            <pc:sldMk cId="1132804632" sldId="375"/>
            <ac:spMk id="2" creationId="{1410BD0D-B553-483E-B76E-77F59329940E}"/>
          </ac:spMkLst>
        </pc:spChg>
        <pc:spChg chg="del">
          <ac:chgData name="Tanvir Ahmed" userId="5fa9bf89-1556-4927-a8e9-24c5d464f299" providerId="ADAL" clId="{D5141E81-A14B-4C02-9FB3-6A5B660C9323}" dt="2026-03-02T19:00:41.656" v="1946" actId="478"/>
          <ac:spMkLst>
            <pc:docMk/>
            <pc:sldMk cId="1132804632" sldId="375"/>
            <ac:spMk id="3" creationId="{B19DCA21-F749-4436-9D3F-8BBCD9B629EF}"/>
          </ac:spMkLst>
        </pc:spChg>
        <pc:spChg chg="add mod">
          <ac:chgData name="Tanvir Ahmed" userId="5fa9bf89-1556-4927-a8e9-24c5d464f299" providerId="ADAL" clId="{D5141E81-A14B-4C02-9FB3-6A5B660C9323}" dt="2026-03-02T19:00:38.983" v="1945" actId="20577"/>
          <ac:spMkLst>
            <pc:docMk/>
            <pc:sldMk cId="1132804632" sldId="375"/>
            <ac:spMk id="4" creationId="{0405A815-2999-4759-B5FF-24A1DB6F121A}"/>
          </ac:spMkLst>
        </pc:spChg>
        <pc:spChg chg="add mod">
          <ac:chgData name="Tanvir Ahmed" userId="5fa9bf89-1556-4927-a8e9-24c5d464f299" providerId="ADAL" clId="{D5141E81-A14B-4C02-9FB3-6A5B660C9323}" dt="2026-03-02T19:03:25.713" v="1953" actId="1582"/>
          <ac:spMkLst>
            <pc:docMk/>
            <pc:sldMk cId="1132804632" sldId="375"/>
            <ac:spMk id="7" creationId="{42030592-8D8D-4516-BC8A-6F0CED44298E}"/>
          </ac:spMkLst>
        </pc:spChg>
        <pc:spChg chg="add mod">
          <ac:chgData name="Tanvir Ahmed" userId="5fa9bf89-1556-4927-a8e9-24c5d464f299" providerId="ADAL" clId="{D5141E81-A14B-4C02-9FB3-6A5B660C9323}" dt="2026-03-02T19:04:07.053" v="1956" actId="14100"/>
          <ac:spMkLst>
            <pc:docMk/>
            <pc:sldMk cId="1132804632" sldId="375"/>
            <ac:spMk id="8" creationId="{C0B4A178-A55A-48E6-9C1F-3C8ED92FDEF5}"/>
          </ac:spMkLst>
        </pc:spChg>
        <pc:spChg chg="add mod">
          <ac:chgData name="Tanvir Ahmed" userId="5fa9bf89-1556-4927-a8e9-24c5d464f299" providerId="ADAL" clId="{D5141E81-A14B-4C02-9FB3-6A5B660C9323}" dt="2026-03-02T19:05:17.774" v="2022" actId="20577"/>
          <ac:spMkLst>
            <pc:docMk/>
            <pc:sldMk cId="1132804632" sldId="375"/>
            <ac:spMk id="13" creationId="{EBE27E3D-09A9-452F-993A-E9C9929933B7}"/>
          </ac:spMkLst>
        </pc:spChg>
        <pc:spChg chg="add mod">
          <ac:chgData name="Tanvir Ahmed" userId="5fa9bf89-1556-4927-a8e9-24c5d464f299" providerId="ADAL" clId="{D5141E81-A14B-4C02-9FB3-6A5B660C9323}" dt="2026-03-02T19:05:09.965" v="2020" actId="571"/>
          <ac:spMkLst>
            <pc:docMk/>
            <pc:sldMk cId="1132804632" sldId="375"/>
            <ac:spMk id="14" creationId="{9E7A709D-F419-4AD2-92AE-67EE31CBE727}"/>
          </ac:spMkLst>
        </pc:spChg>
        <pc:spChg chg="add mod">
          <ac:chgData name="Tanvir Ahmed" userId="5fa9bf89-1556-4927-a8e9-24c5d464f299" providerId="ADAL" clId="{D5141E81-A14B-4C02-9FB3-6A5B660C9323}" dt="2026-03-02T19:06:00.494" v="2073" actId="20577"/>
          <ac:spMkLst>
            <pc:docMk/>
            <pc:sldMk cId="1132804632" sldId="375"/>
            <ac:spMk id="15" creationId="{1988579E-C506-4E98-86F2-B213AD8251F3}"/>
          </ac:spMkLst>
        </pc:spChg>
        <pc:picChg chg="add mod">
          <ac:chgData name="Tanvir Ahmed" userId="5fa9bf89-1556-4927-a8e9-24c5d464f299" providerId="ADAL" clId="{D5141E81-A14B-4C02-9FB3-6A5B660C9323}" dt="2026-03-02T19:02:50.946" v="1950" actId="1076"/>
          <ac:picMkLst>
            <pc:docMk/>
            <pc:sldMk cId="1132804632" sldId="375"/>
            <ac:picMk id="6" creationId="{8D4B1CDC-7D49-41E9-91DA-913AB11BDE6E}"/>
          </ac:picMkLst>
        </pc:picChg>
        <pc:cxnChg chg="add mod">
          <ac:chgData name="Tanvir Ahmed" userId="5fa9bf89-1556-4927-a8e9-24c5d464f299" providerId="ADAL" clId="{D5141E81-A14B-4C02-9FB3-6A5B660C9323}" dt="2026-03-02T19:04:22.907" v="1958" actId="13822"/>
          <ac:cxnSpMkLst>
            <pc:docMk/>
            <pc:sldMk cId="1132804632" sldId="375"/>
            <ac:cxnSpMk id="10" creationId="{741773C1-DB79-4467-A024-C8C02159B2BD}"/>
          </ac:cxnSpMkLst>
        </pc:cxnChg>
        <pc:cxnChg chg="add mod">
          <ac:chgData name="Tanvir Ahmed" userId="5fa9bf89-1556-4927-a8e9-24c5d464f299" providerId="ADAL" clId="{D5141E81-A14B-4C02-9FB3-6A5B660C9323}" dt="2026-03-02T19:04:30.771" v="1960" actId="13822"/>
          <ac:cxnSpMkLst>
            <pc:docMk/>
            <pc:sldMk cId="1132804632" sldId="375"/>
            <ac:cxnSpMk id="12" creationId="{6325AB0B-3D32-4238-8492-49CD48990588}"/>
          </ac:cxnSpMkLst>
        </pc:cxnChg>
        <pc:cxnChg chg="add mod">
          <ac:chgData name="Tanvir Ahmed" userId="5fa9bf89-1556-4927-a8e9-24c5d464f299" providerId="ADAL" clId="{D5141E81-A14B-4C02-9FB3-6A5B660C9323}" dt="2026-03-02T19:05:41.102" v="2025" actId="13822"/>
          <ac:cxnSpMkLst>
            <pc:docMk/>
            <pc:sldMk cId="1132804632" sldId="375"/>
            <ac:cxnSpMk id="17" creationId="{3B4357BE-C044-4F4F-8040-F7F7220F8C88}"/>
          </ac:cxnSpMkLst>
        </pc:cxnChg>
      </pc:sldChg>
      <pc:sldChg chg="addSp delSp modSp new mod delAnim modAnim">
        <pc:chgData name="Tanvir Ahmed" userId="5fa9bf89-1556-4927-a8e9-24c5d464f299" providerId="ADAL" clId="{D5141E81-A14B-4C02-9FB3-6A5B660C9323}" dt="2026-03-02T22:57:24.360" v="3274" actId="2711"/>
        <pc:sldMkLst>
          <pc:docMk/>
          <pc:sldMk cId="3782527939" sldId="376"/>
        </pc:sldMkLst>
        <pc:spChg chg="del">
          <ac:chgData name="Tanvir Ahmed" userId="5fa9bf89-1556-4927-a8e9-24c5d464f299" providerId="ADAL" clId="{D5141E81-A14B-4C02-9FB3-6A5B660C9323}" dt="2026-03-02T19:07:54.752" v="2087" actId="478"/>
          <ac:spMkLst>
            <pc:docMk/>
            <pc:sldMk cId="3782527939" sldId="376"/>
            <ac:spMk id="2" creationId="{AC722858-DBED-492D-9C63-8C32B1F75397}"/>
          </ac:spMkLst>
        </pc:spChg>
        <pc:spChg chg="del">
          <ac:chgData name="Tanvir Ahmed" userId="5fa9bf89-1556-4927-a8e9-24c5d464f299" providerId="ADAL" clId="{D5141E81-A14B-4C02-9FB3-6A5B660C9323}" dt="2026-03-02T19:07:58.793" v="2089" actId="478"/>
          <ac:spMkLst>
            <pc:docMk/>
            <pc:sldMk cId="3782527939" sldId="376"/>
            <ac:spMk id="3" creationId="{BF8CB3DD-9B03-4879-9B10-454AD3684C37}"/>
          </ac:spMkLst>
        </pc:spChg>
        <pc:spChg chg="add mod">
          <ac:chgData name="Tanvir Ahmed" userId="5fa9bf89-1556-4927-a8e9-24c5d464f299" providerId="ADAL" clId="{D5141E81-A14B-4C02-9FB3-6A5B660C9323}" dt="2026-03-02T19:07:55.675" v="2088"/>
          <ac:spMkLst>
            <pc:docMk/>
            <pc:sldMk cId="3782527939" sldId="376"/>
            <ac:spMk id="4" creationId="{4B93AEFD-3252-4B05-871A-366C54022853}"/>
          </ac:spMkLst>
        </pc:spChg>
        <pc:spChg chg="add mod">
          <ac:chgData name="Tanvir Ahmed" userId="5fa9bf89-1556-4927-a8e9-24c5d464f299" providerId="ADAL" clId="{D5141E81-A14B-4C02-9FB3-6A5B660C9323}" dt="2026-03-02T22:57:24.360" v="3274" actId="2711"/>
          <ac:spMkLst>
            <pc:docMk/>
            <pc:sldMk cId="3782527939" sldId="376"/>
            <ac:spMk id="5" creationId="{7D504559-C060-4C15-A7AD-ED5BF3197C01}"/>
          </ac:spMkLst>
        </pc:spChg>
        <pc:spChg chg="add mod">
          <ac:chgData name="Tanvir Ahmed" userId="5fa9bf89-1556-4927-a8e9-24c5d464f299" providerId="ADAL" clId="{D5141E81-A14B-4C02-9FB3-6A5B660C9323}" dt="2026-03-02T19:10:57.228" v="2109" actId="1076"/>
          <ac:spMkLst>
            <pc:docMk/>
            <pc:sldMk cId="3782527939" sldId="376"/>
            <ac:spMk id="8" creationId="{0ED6BB8A-2626-44C3-84A1-583244A173E5}"/>
          </ac:spMkLst>
        </pc:spChg>
        <pc:spChg chg="add mod">
          <ac:chgData name="Tanvir Ahmed" userId="5fa9bf89-1556-4927-a8e9-24c5d464f299" providerId="ADAL" clId="{D5141E81-A14B-4C02-9FB3-6A5B660C9323}" dt="2026-03-02T19:11:21.840" v="2112" actId="208"/>
          <ac:spMkLst>
            <pc:docMk/>
            <pc:sldMk cId="3782527939" sldId="376"/>
            <ac:spMk id="11" creationId="{C0A50063-38A5-4461-B739-7FDD75929346}"/>
          </ac:spMkLst>
        </pc:spChg>
        <pc:spChg chg="add mod">
          <ac:chgData name="Tanvir Ahmed" userId="5fa9bf89-1556-4927-a8e9-24c5d464f299" providerId="ADAL" clId="{D5141E81-A14B-4C02-9FB3-6A5B660C9323}" dt="2026-03-02T19:11:29.373" v="2113" actId="571"/>
          <ac:spMkLst>
            <pc:docMk/>
            <pc:sldMk cId="3782527939" sldId="376"/>
            <ac:spMk id="12" creationId="{19904E71-784E-40AD-B61A-E6F4561981D7}"/>
          </ac:spMkLst>
        </pc:spChg>
        <pc:spChg chg="add mod">
          <ac:chgData name="Tanvir Ahmed" userId="5fa9bf89-1556-4927-a8e9-24c5d464f299" providerId="ADAL" clId="{D5141E81-A14B-4C02-9FB3-6A5B660C9323}" dt="2026-03-02T19:11:42.365" v="2117" actId="14100"/>
          <ac:spMkLst>
            <pc:docMk/>
            <pc:sldMk cId="3782527939" sldId="376"/>
            <ac:spMk id="13" creationId="{A9F6984C-53B7-43BB-9FA2-997E7EBFAB66}"/>
          </ac:spMkLst>
        </pc:spChg>
        <pc:spChg chg="add mod">
          <ac:chgData name="Tanvir Ahmed" userId="5fa9bf89-1556-4927-a8e9-24c5d464f299" providerId="ADAL" clId="{D5141E81-A14B-4C02-9FB3-6A5B660C9323}" dt="2026-03-02T19:11:47.837" v="2118" actId="571"/>
          <ac:spMkLst>
            <pc:docMk/>
            <pc:sldMk cId="3782527939" sldId="376"/>
            <ac:spMk id="14" creationId="{C5586872-8EAF-4C9F-9CFE-3FA260461265}"/>
          </ac:spMkLst>
        </pc:spChg>
        <pc:spChg chg="add mod">
          <ac:chgData name="Tanvir Ahmed" userId="5fa9bf89-1556-4927-a8e9-24c5d464f299" providerId="ADAL" clId="{D5141E81-A14B-4C02-9FB3-6A5B660C9323}" dt="2026-03-02T19:14:41.040" v="2166" actId="1076"/>
          <ac:spMkLst>
            <pc:docMk/>
            <pc:sldMk cId="3782527939" sldId="376"/>
            <ac:spMk id="17" creationId="{4C2C7CAB-1C24-434D-BA95-92739F27E3CF}"/>
          </ac:spMkLst>
        </pc:spChg>
        <pc:picChg chg="add del mod">
          <ac:chgData name="Tanvir Ahmed" userId="5fa9bf89-1556-4927-a8e9-24c5d464f299" providerId="ADAL" clId="{D5141E81-A14B-4C02-9FB3-6A5B660C9323}" dt="2026-03-02T19:13:59.984" v="2141" actId="478"/>
          <ac:picMkLst>
            <pc:docMk/>
            <pc:sldMk cId="3782527939" sldId="376"/>
            <ac:picMk id="7" creationId="{289DF37E-FFAD-40A8-B96D-A851378F20A1}"/>
          </ac:picMkLst>
        </pc:picChg>
        <pc:picChg chg="add mod">
          <ac:chgData name="Tanvir Ahmed" userId="5fa9bf89-1556-4927-a8e9-24c5d464f299" providerId="ADAL" clId="{D5141E81-A14B-4C02-9FB3-6A5B660C9323}" dt="2026-03-02T19:10:52.996" v="2108" actId="14100"/>
          <ac:picMkLst>
            <pc:docMk/>
            <pc:sldMk cId="3782527939" sldId="376"/>
            <ac:picMk id="10" creationId="{F4B2A119-C5F4-41BE-9A38-C251F2DCBB01}"/>
          </ac:picMkLst>
        </pc:picChg>
        <pc:picChg chg="add mod">
          <ac:chgData name="Tanvir Ahmed" userId="5fa9bf89-1556-4927-a8e9-24c5d464f299" providerId="ADAL" clId="{D5141E81-A14B-4C02-9FB3-6A5B660C9323}" dt="2026-03-02T19:14:24.088" v="2152" actId="1076"/>
          <ac:picMkLst>
            <pc:docMk/>
            <pc:sldMk cId="3782527939" sldId="376"/>
            <ac:picMk id="16" creationId="{A9E73CEE-6916-482D-9D9E-B8ECCDEBC9B9}"/>
          </ac:picMkLst>
        </pc:picChg>
      </pc:sldChg>
      <pc:sldChg chg="addSp delSp modSp new mod">
        <pc:chgData name="Tanvir Ahmed" userId="5fa9bf89-1556-4927-a8e9-24c5d464f299" providerId="ADAL" clId="{D5141E81-A14B-4C02-9FB3-6A5B660C9323}" dt="2026-03-02T19:28:42.744" v="2379" actId="20577"/>
        <pc:sldMkLst>
          <pc:docMk/>
          <pc:sldMk cId="1049036248" sldId="377"/>
        </pc:sldMkLst>
        <pc:spChg chg="del">
          <ac:chgData name="Tanvir Ahmed" userId="5fa9bf89-1556-4927-a8e9-24c5d464f299" providerId="ADAL" clId="{D5141E81-A14B-4C02-9FB3-6A5B660C9323}" dt="2026-03-02T19:24:20.051" v="2177" actId="478"/>
          <ac:spMkLst>
            <pc:docMk/>
            <pc:sldMk cId="1049036248" sldId="377"/>
            <ac:spMk id="2" creationId="{A01EE253-0D8D-4676-9294-F667EF41D6E0}"/>
          </ac:spMkLst>
        </pc:spChg>
        <pc:spChg chg="del">
          <ac:chgData name="Tanvir Ahmed" userId="5fa9bf89-1556-4927-a8e9-24c5d464f299" providerId="ADAL" clId="{D5141E81-A14B-4C02-9FB3-6A5B660C9323}" dt="2026-03-02T19:24:29.083" v="2186" actId="478"/>
          <ac:spMkLst>
            <pc:docMk/>
            <pc:sldMk cId="1049036248" sldId="377"/>
            <ac:spMk id="3" creationId="{97FEB973-207A-4ACF-B9B7-632D7ABB016D}"/>
          </ac:spMkLst>
        </pc:spChg>
        <pc:spChg chg="add mod">
          <ac:chgData name="Tanvir Ahmed" userId="5fa9bf89-1556-4927-a8e9-24c5d464f299" providerId="ADAL" clId="{D5141E81-A14B-4C02-9FB3-6A5B660C9323}" dt="2026-03-02T19:28:42.744" v="2379" actId="20577"/>
          <ac:spMkLst>
            <pc:docMk/>
            <pc:sldMk cId="1049036248" sldId="377"/>
            <ac:spMk id="4" creationId="{9E64C4F3-7EF8-407A-8B1D-0DCFF1FCEC05}"/>
          </ac:spMkLst>
        </pc:spChg>
        <pc:spChg chg="add mod">
          <ac:chgData name="Tanvir Ahmed" userId="5fa9bf89-1556-4927-a8e9-24c5d464f299" providerId="ADAL" clId="{D5141E81-A14B-4C02-9FB3-6A5B660C9323}" dt="2026-03-02T19:28:13.736" v="2352" actId="20577"/>
          <ac:spMkLst>
            <pc:docMk/>
            <pc:sldMk cId="1049036248" sldId="377"/>
            <ac:spMk id="7" creationId="{2DA97D80-B94E-429E-A283-7D1D317FC485}"/>
          </ac:spMkLst>
        </pc:spChg>
        <pc:picChg chg="add mod">
          <ac:chgData name="Tanvir Ahmed" userId="5fa9bf89-1556-4927-a8e9-24c5d464f299" providerId="ADAL" clId="{D5141E81-A14B-4C02-9FB3-6A5B660C9323}" dt="2026-03-02T19:26:12.398" v="2196" actId="1076"/>
          <ac:picMkLst>
            <pc:docMk/>
            <pc:sldMk cId="1049036248" sldId="377"/>
            <ac:picMk id="6" creationId="{704FA94A-063D-49EC-BE86-64CAFDEDD9FE}"/>
          </ac:picMkLst>
        </pc:picChg>
      </pc:sldChg>
      <pc:sldChg chg="addSp delSp modSp new mod modAnim">
        <pc:chgData name="Tanvir Ahmed" userId="5fa9bf89-1556-4927-a8e9-24c5d464f299" providerId="ADAL" clId="{D5141E81-A14B-4C02-9FB3-6A5B660C9323}" dt="2026-03-02T19:35:26.261" v="2515"/>
        <pc:sldMkLst>
          <pc:docMk/>
          <pc:sldMk cId="3463369595" sldId="378"/>
        </pc:sldMkLst>
        <pc:spChg chg="del">
          <ac:chgData name="Tanvir Ahmed" userId="5fa9bf89-1556-4927-a8e9-24c5d464f299" providerId="ADAL" clId="{D5141E81-A14B-4C02-9FB3-6A5B660C9323}" dt="2026-03-02T19:29:01.737" v="2381" actId="478"/>
          <ac:spMkLst>
            <pc:docMk/>
            <pc:sldMk cId="3463369595" sldId="378"/>
            <ac:spMk id="2" creationId="{3FC41B53-27AB-48EA-B118-DFB5A900B2D1}"/>
          </ac:spMkLst>
        </pc:spChg>
        <pc:spChg chg="del">
          <ac:chgData name="Tanvir Ahmed" userId="5fa9bf89-1556-4927-a8e9-24c5d464f299" providerId="ADAL" clId="{D5141E81-A14B-4C02-9FB3-6A5B660C9323}" dt="2026-03-02T19:29:05.345" v="2383" actId="478"/>
          <ac:spMkLst>
            <pc:docMk/>
            <pc:sldMk cId="3463369595" sldId="378"/>
            <ac:spMk id="3" creationId="{1B5366F8-5F51-447F-93C7-60D7804793A4}"/>
          </ac:spMkLst>
        </pc:spChg>
        <pc:spChg chg="add mod">
          <ac:chgData name="Tanvir Ahmed" userId="5fa9bf89-1556-4927-a8e9-24c5d464f299" providerId="ADAL" clId="{D5141E81-A14B-4C02-9FB3-6A5B660C9323}" dt="2026-03-02T19:31:55.052" v="2462" actId="20577"/>
          <ac:spMkLst>
            <pc:docMk/>
            <pc:sldMk cId="3463369595" sldId="378"/>
            <ac:spMk id="4" creationId="{40945E46-E244-487F-99CD-45E68641CB84}"/>
          </ac:spMkLst>
        </pc:spChg>
        <pc:spChg chg="add mod">
          <ac:chgData name="Tanvir Ahmed" userId="5fa9bf89-1556-4927-a8e9-24c5d464f299" providerId="ADAL" clId="{D5141E81-A14B-4C02-9FB3-6A5B660C9323}" dt="2026-03-02T19:30:29.907" v="2453" actId="20577"/>
          <ac:spMkLst>
            <pc:docMk/>
            <pc:sldMk cId="3463369595" sldId="378"/>
            <ac:spMk id="5" creationId="{02FCC9CC-B335-464F-9667-04FC2DDB92F3}"/>
          </ac:spMkLst>
        </pc:spChg>
        <pc:spChg chg="add del mod">
          <ac:chgData name="Tanvir Ahmed" userId="5fa9bf89-1556-4927-a8e9-24c5d464f299" providerId="ADAL" clId="{D5141E81-A14B-4C02-9FB3-6A5B660C9323}" dt="2026-03-02T19:34:32.071" v="2479" actId="478"/>
          <ac:spMkLst>
            <pc:docMk/>
            <pc:sldMk cId="3463369595" sldId="378"/>
            <ac:spMk id="8" creationId="{EE16750A-B81E-4692-B75E-07EEA90AE6C1}"/>
          </ac:spMkLst>
        </pc:spChg>
        <pc:spChg chg="add mod">
          <ac:chgData name="Tanvir Ahmed" userId="5fa9bf89-1556-4927-a8e9-24c5d464f299" providerId="ADAL" clId="{D5141E81-A14B-4C02-9FB3-6A5B660C9323}" dt="2026-03-02T19:35:14.168" v="2513" actId="1076"/>
          <ac:spMkLst>
            <pc:docMk/>
            <pc:sldMk cId="3463369595" sldId="378"/>
            <ac:spMk id="11" creationId="{2823B2A8-BF52-4B3D-B5E2-795EC42C8844}"/>
          </ac:spMkLst>
        </pc:spChg>
        <pc:picChg chg="add mod">
          <ac:chgData name="Tanvir Ahmed" userId="5fa9bf89-1556-4927-a8e9-24c5d464f299" providerId="ADAL" clId="{D5141E81-A14B-4C02-9FB3-6A5B660C9323}" dt="2026-03-02T19:34:29.535" v="2478" actId="14100"/>
          <ac:picMkLst>
            <pc:docMk/>
            <pc:sldMk cId="3463369595" sldId="378"/>
            <ac:picMk id="7" creationId="{763E2441-E751-48F1-8DAE-2A08FD6C0EBA}"/>
          </ac:picMkLst>
        </pc:picChg>
        <pc:picChg chg="add mod modCrop">
          <ac:chgData name="Tanvir Ahmed" userId="5fa9bf89-1556-4927-a8e9-24c5d464f299" providerId="ADAL" clId="{D5141E81-A14B-4C02-9FB3-6A5B660C9323}" dt="2026-03-02T19:34:37.832" v="2481" actId="1076"/>
          <ac:picMkLst>
            <pc:docMk/>
            <pc:sldMk cId="3463369595" sldId="378"/>
            <ac:picMk id="10" creationId="{89C927DE-006F-4EA9-B505-31D52AEE19BF}"/>
          </ac:picMkLst>
        </pc:picChg>
      </pc:sldChg>
      <pc:sldChg chg="addSp delSp modSp add mod delAnim modAnim">
        <pc:chgData name="Tanvir Ahmed" userId="5fa9bf89-1556-4927-a8e9-24c5d464f299" providerId="ADAL" clId="{D5141E81-A14B-4C02-9FB3-6A5B660C9323}" dt="2026-03-02T19:44:21.251" v="2677" actId="1038"/>
        <pc:sldMkLst>
          <pc:docMk/>
          <pc:sldMk cId="387769759" sldId="379"/>
        </pc:sldMkLst>
        <pc:spChg chg="del">
          <ac:chgData name="Tanvir Ahmed" userId="5fa9bf89-1556-4927-a8e9-24c5d464f299" providerId="ADAL" clId="{D5141E81-A14B-4C02-9FB3-6A5B660C9323}" dt="2026-03-02T19:36:24.482" v="2523" actId="478"/>
          <ac:spMkLst>
            <pc:docMk/>
            <pc:sldMk cId="387769759" sldId="379"/>
            <ac:spMk id="5" creationId="{02FCC9CC-B335-464F-9667-04FC2DDB92F3}"/>
          </ac:spMkLst>
        </pc:spChg>
        <pc:spChg chg="add del mod ord">
          <ac:chgData name="Tanvir Ahmed" userId="5fa9bf89-1556-4927-a8e9-24c5d464f299" providerId="ADAL" clId="{D5141E81-A14B-4C02-9FB3-6A5B660C9323}" dt="2026-03-02T19:38:06.940" v="2541" actId="478"/>
          <ac:spMkLst>
            <pc:docMk/>
            <pc:sldMk cId="387769759" sldId="379"/>
            <ac:spMk id="9" creationId="{C7A323E6-7AE2-4EC0-B400-014ED50F57E6}"/>
          </ac:spMkLst>
        </pc:spChg>
        <pc:spChg chg="del">
          <ac:chgData name="Tanvir Ahmed" userId="5fa9bf89-1556-4927-a8e9-24c5d464f299" providerId="ADAL" clId="{D5141E81-A14B-4C02-9FB3-6A5B660C9323}" dt="2026-03-02T19:36:13.650" v="2519" actId="478"/>
          <ac:spMkLst>
            <pc:docMk/>
            <pc:sldMk cId="387769759" sldId="379"/>
            <ac:spMk id="11" creationId="{2823B2A8-BF52-4B3D-B5E2-795EC42C8844}"/>
          </ac:spMkLst>
        </pc:spChg>
        <pc:spChg chg="add mod">
          <ac:chgData name="Tanvir Ahmed" userId="5fa9bf89-1556-4927-a8e9-24c5d464f299" providerId="ADAL" clId="{D5141E81-A14B-4C02-9FB3-6A5B660C9323}" dt="2026-03-02T19:38:31.636" v="2545" actId="1076"/>
          <ac:spMkLst>
            <pc:docMk/>
            <pc:sldMk cId="387769759" sldId="379"/>
            <ac:spMk id="12" creationId="{4934B1D8-676D-4533-A124-447F43AD00DF}"/>
          </ac:spMkLst>
        </pc:spChg>
        <pc:spChg chg="add mod">
          <ac:chgData name="Tanvir Ahmed" userId="5fa9bf89-1556-4927-a8e9-24c5d464f299" providerId="ADAL" clId="{D5141E81-A14B-4C02-9FB3-6A5B660C9323}" dt="2026-03-02T19:44:21.251" v="2677" actId="1038"/>
          <ac:spMkLst>
            <pc:docMk/>
            <pc:sldMk cId="387769759" sldId="379"/>
            <ac:spMk id="13" creationId="{B7F7FB31-0779-483E-8D87-C2AEFBC796D5}"/>
          </ac:spMkLst>
        </pc:spChg>
        <pc:spChg chg="add mod">
          <ac:chgData name="Tanvir Ahmed" userId="5fa9bf89-1556-4927-a8e9-24c5d464f299" providerId="ADAL" clId="{D5141E81-A14B-4C02-9FB3-6A5B660C9323}" dt="2026-03-02T19:39:18.927" v="2551" actId="571"/>
          <ac:spMkLst>
            <pc:docMk/>
            <pc:sldMk cId="387769759" sldId="379"/>
            <ac:spMk id="14" creationId="{C33D5A89-23C5-49C4-B2F7-890245BE07DA}"/>
          </ac:spMkLst>
        </pc:spChg>
        <pc:spChg chg="add mod">
          <ac:chgData name="Tanvir Ahmed" userId="5fa9bf89-1556-4927-a8e9-24c5d464f299" providerId="ADAL" clId="{D5141E81-A14B-4C02-9FB3-6A5B660C9323}" dt="2026-03-02T19:39:18.927" v="2551" actId="571"/>
          <ac:spMkLst>
            <pc:docMk/>
            <pc:sldMk cId="387769759" sldId="379"/>
            <ac:spMk id="15" creationId="{043A2045-5D8C-4587-87D8-88CBBA297AAF}"/>
          </ac:spMkLst>
        </pc:spChg>
        <pc:spChg chg="add mod">
          <ac:chgData name="Tanvir Ahmed" userId="5fa9bf89-1556-4927-a8e9-24c5d464f299" providerId="ADAL" clId="{D5141E81-A14B-4C02-9FB3-6A5B660C9323}" dt="2026-03-02T19:42:56.881" v="2661" actId="1036"/>
          <ac:spMkLst>
            <pc:docMk/>
            <pc:sldMk cId="387769759" sldId="379"/>
            <ac:spMk id="16" creationId="{9511DFF2-A911-473A-BAF3-025F721EA4E9}"/>
          </ac:spMkLst>
        </pc:spChg>
        <pc:spChg chg="add mod">
          <ac:chgData name="Tanvir Ahmed" userId="5fa9bf89-1556-4927-a8e9-24c5d464f299" providerId="ADAL" clId="{D5141E81-A14B-4C02-9FB3-6A5B660C9323}" dt="2026-03-02T19:39:37.693" v="2557" actId="1076"/>
          <ac:spMkLst>
            <pc:docMk/>
            <pc:sldMk cId="387769759" sldId="379"/>
            <ac:spMk id="17" creationId="{72DBA6F0-8B3F-4550-9395-C80472640077}"/>
          </ac:spMkLst>
        </pc:spChg>
        <pc:spChg chg="add del mod">
          <ac:chgData name="Tanvir Ahmed" userId="5fa9bf89-1556-4927-a8e9-24c5d464f299" providerId="ADAL" clId="{D5141E81-A14B-4C02-9FB3-6A5B660C9323}" dt="2026-03-02T19:41:08.480" v="2565" actId="478"/>
          <ac:spMkLst>
            <pc:docMk/>
            <pc:sldMk cId="387769759" sldId="379"/>
            <ac:spMk id="18" creationId="{5D2A7CA3-0F9E-4F47-B0BF-3DBA0D258156}"/>
          </ac:spMkLst>
        </pc:spChg>
        <pc:spChg chg="add mod">
          <ac:chgData name="Tanvir Ahmed" userId="5fa9bf89-1556-4927-a8e9-24c5d464f299" providerId="ADAL" clId="{D5141E81-A14B-4C02-9FB3-6A5B660C9323}" dt="2026-03-02T19:42:17.248" v="2649" actId="20577"/>
          <ac:spMkLst>
            <pc:docMk/>
            <pc:sldMk cId="387769759" sldId="379"/>
            <ac:spMk id="19" creationId="{D107D3E2-8ECF-4FED-9AC4-62466A49375D}"/>
          </ac:spMkLst>
        </pc:spChg>
        <pc:spChg chg="add mod">
          <ac:chgData name="Tanvir Ahmed" userId="5fa9bf89-1556-4927-a8e9-24c5d464f299" providerId="ADAL" clId="{D5141E81-A14B-4C02-9FB3-6A5B660C9323}" dt="2026-03-02T19:43:20.378" v="2669" actId="20577"/>
          <ac:spMkLst>
            <pc:docMk/>
            <pc:sldMk cId="387769759" sldId="379"/>
            <ac:spMk id="22" creationId="{596136A4-AE83-4ABC-A873-ADC4F938D8DB}"/>
          </ac:spMkLst>
        </pc:spChg>
        <pc:picChg chg="add mod">
          <ac:chgData name="Tanvir Ahmed" userId="5fa9bf89-1556-4927-a8e9-24c5d464f299" providerId="ADAL" clId="{D5141E81-A14B-4C02-9FB3-6A5B660C9323}" dt="2026-03-02T19:37:23.707" v="2534" actId="14100"/>
          <ac:picMkLst>
            <pc:docMk/>
            <pc:sldMk cId="387769759" sldId="379"/>
            <ac:picMk id="3" creationId="{7D9105E1-045A-4F22-980E-664D2F8F0497}"/>
          </ac:picMkLst>
        </pc:picChg>
        <pc:picChg chg="del">
          <ac:chgData name="Tanvir Ahmed" userId="5fa9bf89-1556-4927-a8e9-24c5d464f299" providerId="ADAL" clId="{D5141E81-A14B-4C02-9FB3-6A5B660C9323}" dt="2026-03-02T19:36:10.938" v="2517" actId="478"/>
          <ac:picMkLst>
            <pc:docMk/>
            <pc:sldMk cId="387769759" sldId="379"/>
            <ac:picMk id="7" creationId="{763E2441-E751-48F1-8DAE-2A08FD6C0EBA}"/>
          </ac:picMkLst>
        </pc:picChg>
        <pc:picChg chg="add mod">
          <ac:chgData name="Tanvir Ahmed" userId="5fa9bf89-1556-4927-a8e9-24c5d464f299" providerId="ADAL" clId="{D5141E81-A14B-4C02-9FB3-6A5B660C9323}" dt="2026-03-02T19:42:27.121" v="2657" actId="1036"/>
          <ac:picMkLst>
            <pc:docMk/>
            <pc:sldMk cId="387769759" sldId="379"/>
            <ac:picMk id="8" creationId="{CB2C7DEB-EA9B-4FE9-8104-F7E9557FE4A3}"/>
          </ac:picMkLst>
        </pc:picChg>
        <pc:picChg chg="del">
          <ac:chgData name="Tanvir Ahmed" userId="5fa9bf89-1556-4927-a8e9-24c5d464f299" providerId="ADAL" clId="{D5141E81-A14B-4C02-9FB3-6A5B660C9323}" dt="2026-03-02T19:36:11.874" v="2518" actId="478"/>
          <ac:picMkLst>
            <pc:docMk/>
            <pc:sldMk cId="387769759" sldId="379"/>
            <ac:picMk id="10" creationId="{89C927DE-006F-4EA9-B505-31D52AEE19BF}"/>
          </ac:picMkLst>
        </pc:picChg>
        <pc:cxnChg chg="add mod">
          <ac:chgData name="Tanvir Ahmed" userId="5fa9bf89-1556-4927-a8e9-24c5d464f299" providerId="ADAL" clId="{D5141E81-A14B-4C02-9FB3-6A5B660C9323}" dt="2026-03-02T19:42:44.145" v="2659" actId="13822"/>
          <ac:cxnSpMkLst>
            <pc:docMk/>
            <pc:sldMk cId="387769759" sldId="379"/>
            <ac:cxnSpMk id="21" creationId="{BB833B57-51F9-4AC6-9394-1DF2C77C15AF}"/>
          </ac:cxnSpMkLst>
        </pc:cxnChg>
        <pc:cxnChg chg="add mod">
          <ac:chgData name="Tanvir Ahmed" userId="5fa9bf89-1556-4927-a8e9-24c5d464f299" providerId="ADAL" clId="{D5141E81-A14B-4C02-9FB3-6A5B660C9323}" dt="2026-03-02T19:43:16.290" v="2665" actId="14100"/>
          <ac:cxnSpMkLst>
            <pc:docMk/>
            <pc:sldMk cId="387769759" sldId="379"/>
            <ac:cxnSpMk id="23" creationId="{1EBC9BBA-6884-4A5B-B646-ECDF4FC6D135}"/>
          </ac:cxnSpMkLst>
        </pc:cxnChg>
      </pc:sldChg>
      <pc:sldChg chg="add">
        <pc:chgData name="Tanvir Ahmed" userId="5fa9bf89-1556-4927-a8e9-24c5d464f299" providerId="ADAL" clId="{D5141E81-A14B-4C02-9FB3-6A5B660C9323}" dt="2026-03-02T19:47:33.697" v="2692" actId="2890"/>
        <pc:sldMkLst>
          <pc:docMk/>
          <pc:sldMk cId="2718114211" sldId="380"/>
        </pc:sldMkLst>
      </pc:sldChg>
      <pc:sldChg chg="modSp new mod">
        <pc:chgData name="Tanvir Ahmed" userId="5fa9bf89-1556-4927-a8e9-24c5d464f299" providerId="ADAL" clId="{D5141E81-A14B-4C02-9FB3-6A5B660C9323}" dt="2026-03-02T20:11:15.795" v="2951" actId="20577"/>
        <pc:sldMkLst>
          <pc:docMk/>
          <pc:sldMk cId="3442288439" sldId="381"/>
        </pc:sldMkLst>
        <pc:spChg chg="mod">
          <ac:chgData name="Tanvir Ahmed" userId="5fa9bf89-1556-4927-a8e9-24c5d464f299" providerId="ADAL" clId="{D5141E81-A14B-4C02-9FB3-6A5B660C9323}" dt="2026-03-02T20:10:07.410" v="2906" actId="122"/>
          <ac:spMkLst>
            <pc:docMk/>
            <pc:sldMk cId="3442288439" sldId="381"/>
            <ac:spMk id="2" creationId="{90FCAB23-6ED2-408F-BE34-ABEFA374BA7B}"/>
          </ac:spMkLst>
        </pc:spChg>
        <pc:spChg chg="mod">
          <ac:chgData name="Tanvir Ahmed" userId="5fa9bf89-1556-4927-a8e9-24c5d464f299" providerId="ADAL" clId="{D5141E81-A14B-4C02-9FB3-6A5B660C9323}" dt="2026-03-02T20:11:15.795" v="2951" actId="20577"/>
          <ac:spMkLst>
            <pc:docMk/>
            <pc:sldMk cId="3442288439" sldId="381"/>
            <ac:spMk id="3" creationId="{232674B2-DAB0-40A9-A0CF-E5DEC5234547}"/>
          </ac:spMkLst>
        </pc:spChg>
      </pc:sldChg>
      <pc:sldChg chg="addSp delSp modSp new mod">
        <pc:chgData name="Tanvir Ahmed" userId="5fa9bf89-1556-4927-a8e9-24c5d464f299" providerId="ADAL" clId="{D5141E81-A14B-4C02-9FB3-6A5B660C9323}" dt="2026-03-02T20:16:34.163" v="3067" actId="113"/>
        <pc:sldMkLst>
          <pc:docMk/>
          <pc:sldMk cId="2731259050" sldId="382"/>
        </pc:sldMkLst>
        <pc:spChg chg="del">
          <ac:chgData name="Tanvir Ahmed" userId="5fa9bf89-1556-4927-a8e9-24c5d464f299" providerId="ADAL" clId="{D5141E81-A14B-4C02-9FB3-6A5B660C9323}" dt="2026-03-02T20:12:49.725" v="2954" actId="478"/>
          <ac:spMkLst>
            <pc:docMk/>
            <pc:sldMk cId="2731259050" sldId="382"/>
            <ac:spMk id="2" creationId="{7E0692AB-F068-4BD1-9991-EB355ABF8AC9}"/>
          </ac:spMkLst>
        </pc:spChg>
        <pc:spChg chg="del">
          <ac:chgData name="Tanvir Ahmed" userId="5fa9bf89-1556-4927-a8e9-24c5d464f299" providerId="ADAL" clId="{D5141E81-A14B-4C02-9FB3-6A5B660C9323}" dt="2026-03-02T20:12:59.461" v="2970" actId="478"/>
          <ac:spMkLst>
            <pc:docMk/>
            <pc:sldMk cId="2731259050" sldId="382"/>
            <ac:spMk id="3" creationId="{05F94E13-F21F-4917-96DE-750532A13AE4}"/>
          </ac:spMkLst>
        </pc:spChg>
        <pc:spChg chg="add mod">
          <ac:chgData name="Tanvir Ahmed" userId="5fa9bf89-1556-4927-a8e9-24c5d464f299" providerId="ADAL" clId="{D5141E81-A14B-4C02-9FB3-6A5B660C9323}" dt="2026-03-02T20:12:57.221" v="2969" actId="20577"/>
          <ac:spMkLst>
            <pc:docMk/>
            <pc:sldMk cId="2731259050" sldId="382"/>
            <ac:spMk id="4" creationId="{5927D2C9-7CB1-4696-A744-4D17791DA1AE}"/>
          </ac:spMkLst>
        </pc:spChg>
        <pc:spChg chg="add mod">
          <ac:chgData name="Tanvir Ahmed" userId="5fa9bf89-1556-4927-a8e9-24c5d464f299" providerId="ADAL" clId="{D5141E81-A14B-4C02-9FB3-6A5B660C9323}" dt="2026-03-02T20:16:34.163" v="3067" actId="113"/>
          <ac:spMkLst>
            <pc:docMk/>
            <pc:sldMk cId="2731259050" sldId="382"/>
            <ac:spMk id="5" creationId="{4969D84C-A97D-45B6-8187-6D5C35BA3180}"/>
          </ac:spMkLst>
        </pc:spChg>
      </pc:sldChg>
      <pc:sldChg chg="addSp delSp modSp new mod modAnim">
        <pc:chgData name="Tanvir Ahmed" userId="5fa9bf89-1556-4927-a8e9-24c5d464f299" providerId="ADAL" clId="{D5141E81-A14B-4C02-9FB3-6A5B660C9323}" dt="2026-03-02T20:27:13.587" v="3143"/>
        <pc:sldMkLst>
          <pc:docMk/>
          <pc:sldMk cId="754259296" sldId="383"/>
        </pc:sldMkLst>
        <pc:spChg chg="del">
          <ac:chgData name="Tanvir Ahmed" userId="5fa9bf89-1556-4927-a8e9-24c5d464f299" providerId="ADAL" clId="{D5141E81-A14B-4C02-9FB3-6A5B660C9323}" dt="2026-03-02T20:23:47.058" v="3107" actId="478"/>
          <ac:spMkLst>
            <pc:docMk/>
            <pc:sldMk cId="754259296" sldId="383"/>
            <ac:spMk id="2" creationId="{9AE17449-700C-41AA-9C26-BDC98753D3C3}"/>
          </ac:spMkLst>
        </pc:spChg>
        <pc:spChg chg="del">
          <ac:chgData name="Tanvir Ahmed" userId="5fa9bf89-1556-4927-a8e9-24c5d464f299" providerId="ADAL" clId="{D5141E81-A14B-4C02-9FB3-6A5B660C9323}" dt="2026-03-02T20:23:59.634" v="3120" actId="478"/>
          <ac:spMkLst>
            <pc:docMk/>
            <pc:sldMk cId="754259296" sldId="383"/>
            <ac:spMk id="3" creationId="{AE7944F8-7F27-425E-A443-301787F04687}"/>
          </ac:spMkLst>
        </pc:spChg>
        <pc:spChg chg="add mod">
          <ac:chgData name="Tanvir Ahmed" userId="5fa9bf89-1556-4927-a8e9-24c5d464f299" providerId="ADAL" clId="{D5141E81-A14B-4C02-9FB3-6A5B660C9323}" dt="2026-03-02T20:23:56.777" v="3119" actId="20577"/>
          <ac:spMkLst>
            <pc:docMk/>
            <pc:sldMk cId="754259296" sldId="383"/>
            <ac:spMk id="4" creationId="{9C4E3BF5-784C-43A3-B73F-7F59CEC57DB2}"/>
          </ac:spMkLst>
        </pc:spChg>
        <pc:spChg chg="add mod">
          <ac:chgData name="Tanvir Ahmed" userId="5fa9bf89-1556-4927-a8e9-24c5d464f299" providerId="ADAL" clId="{D5141E81-A14B-4C02-9FB3-6A5B660C9323}" dt="2026-03-02T20:26:02.238" v="3125" actId="2711"/>
          <ac:spMkLst>
            <pc:docMk/>
            <pc:sldMk cId="754259296" sldId="383"/>
            <ac:spMk id="5" creationId="{5E8C3ACD-25E8-48EA-A574-CB8FFB4016FB}"/>
          </ac:spMkLst>
        </pc:spChg>
        <pc:spChg chg="add mod">
          <ac:chgData name="Tanvir Ahmed" userId="5fa9bf89-1556-4927-a8e9-24c5d464f299" providerId="ADAL" clId="{D5141E81-A14B-4C02-9FB3-6A5B660C9323}" dt="2026-03-02T20:27:07.646" v="3142" actId="1076"/>
          <ac:spMkLst>
            <pc:docMk/>
            <pc:sldMk cId="754259296" sldId="383"/>
            <ac:spMk id="6" creationId="{DAB93260-9EA6-47EA-BC90-55F498325890}"/>
          </ac:spMkLst>
        </pc:spChg>
      </pc:sldChg>
      <pc:sldChg chg="add">
        <pc:chgData name="Tanvir Ahmed" userId="5fa9bf89-1556-4927-a8e9-24c5d464f299" providerId="ADAL" clId="{D5141E81-A14B-4C02-9FB3-6A5B660C9323}" dt="2026-03-03T15:40:13.669" v="3275"/>
        <pc:sldMkLst>
          <pc:docMk/>
          <pc:sldMk cId="236995493" sldId="384"/>
        </pc:sldMkLst>
      </pc:sldChg>
    </pc:docChg>
  </pc:docChgLst>
  <pc:docChgLst>
    <pc:chgData name="Tanvir Ahmed" userId="5fa9bf89-1556-4927-a8e9-24c5d464f299" providerId="ADAL" clId="{AE83358B-5FE0-4F9E-9137-F39B1506DA04}"/>
    <pc:docChg chg="delSld">
      <pc:chgData name="Tanvir Ahmed" userId="5fa9bf89-1556-4927-a8e9-24c5d464f299" providerId="ADAL" clId="{AE83358B-5FE0-4F9E-9137-F39B1506DA04}" dt="2026-02-15T03:24:25.893" v="0" actId="2696"/>
      <pc:docMkLst>
        <pc:docMk/>
      </pc:docMkLst>
    </pc:docChg>
  </pc:docChgLst>
  <pc:docChgLst>
    <pc:chgData name="Tanvir Ahmed" userId="5fa9bf89-1556-4927-a8e9-24c5d464f299" providerId="ADAL" clId="{6BF7E4AA-0B85-44E6-BF55-81938EF97278}"/>
    <pc:docChg chg="undo custSel addSld delSld modSld">
      <pc:chgData name="Tanvir Ahmed" userId="5fa9bf89-1556-4927-a8e9-24c5d464f299" providerId="ADAL" clId="{6BF7E4AA-0B85-44E6-BF55-81938EF97278}" dt="2026-02-14T15:12:15.735" v="15" actId="14100"/>
      <pc:docMkLst>
        <pc:docMk/>
      </pc:docMkLst>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8" name="bg object 18"/>
          <p:cNvPicPr/>
          <p:nvPr/>
        </p:nvPicPr>
        <p:blipFill>
          <a:blip r:embed="rId2" cstate="print"/>
          <a:stretch>
            <a:fillRect/>
          </a:stretch>
        </p:blipFill>
        <p:spPr>
          <a:xfrm>
            <a:off x="2009775" y="723900"/>
            <a:ext cx="5124450" cy="3419475"/>
          </a:xfrm>
          <a:prstGeom prst="rect">
            <a:avLst/>
          </a:prstGeom>
        </p:spPr>
      </p:pic>
      <p:sp>
        <p:nvSpPr>
          <p:cNvPr id="19" name="bg object 19"/>
          <p:cNvSpPr/>
          <p:nvPr/>
        </p:nvSpPr>
        <p:spPr>
          <a:xfrm>
            <a:off x="4100576" y="623951"/>
            <a:ext cx="951865" cy="2238375"/>
          </a:xfrm>
          <a:custGeom>
            <a:avLst/>
            <a:gdLst/>
            <a:ahLst/>
            <a:cxnLst/>
            <a:rect l="l" t="t" r="r" b="b"/>
            <a:pathLst>
              <a:path w="951864" h="2238375">
                <a:moveTo>
                  <a:pt x="0" y="0"/>
                </a:moveTo>
                <a:lnTo>
                  <a:pt x="49392" y="30001"/>
                </a:lnTo>
                <a:lnTo>
                  <a:pt x="116722" y="65391"/>
                </a:lnTo>
                <a:lnTo>
                  <a:pt x="155755" y="85117"/>
                </a:lnTo>
                <a:lnTo>
                  <a:pt x="197644" y="106202"/>
                </a:lnTo>
                <a:lnTo>
                  <a:pt x="241844" y="128651"/>
                </a:lnTo>
                <a:lnTo>
                  <a:pt x="287814" y="152467"/>
                </a:lnTo>
                <a:lnTo>
                  <a:pt x="335010" y="177653"/>
                </a:lnTo>
                <a:lnTo>
                  <a:pt x="382889" y="204216"/>
                </a:lnTo>
                <a:lnTo>
                  <a:pt x="430907" y="232157"/>
                </a:lnTo>
                <a:lnTo>
                  <a:pt x="478523" y="261481"/>
                </a:lnTo>
                <a:lnTo>
                  <a:pt x="525193" y="292193"/>
                </a:lnTo>
                <a:lnTo>
                  <a:pt x="570374" y="324296"/>
                </a:lnTo>
                <a:lnTo>
                  <a:pt x="613523" y="357794"/>
                </a:lnTo>
                <a:lnTo>
                  <a:pt x="654096" y="392692"/>
                </a:lnTo>
                <a:lnTo>
                  <a:pt x="691552" y="428992"/>
                </a:lnTo>
                <a:lnTo>
                  <a:pt x="725346" y="466700"/>
                </a:lnTo>
                <a:lnTo>
                  <a:pt x="754936" y="505819"/>
                </a:lnTo>
                <a:lnTo>
                  <a:pt x="779779" y="546353"/>
                </a:lnTo>
                <a:lnTo>
                  <a:pt x="798813" y="583729"/>
                </a:lnTo>
                <a:lnTo>
                  <a:pt x="817099" y="623918"/>
                </a:lnTo>
                <a:lnTo>
                  <a:pt x="834560" y="666657"/>
                </a:lnTo>
                <a:lnTo>
                  <a:pt x="851119" y="711681"/>
                </a:lnTo>
                <a:lnTo>
                  <a:pt x="866698" y="758727"/>
                </a:lnTo>
                <a:lnTo>
                  <a:pt x="881220" y="807529"/>
                </a:lnTo>
                <a:lnTo>
                  <a:pt x="894606" y="857824"/>
                </a:lnTo>
                <a:lnTo>
                  <a:pt x="906780" y="909347"/>
                </a:lnTo>
                <a:lnTo>
                  <a:pt x="917664" y="961833"/>
                </a:lnTo>
                <a:lnTo>
                  <a:pt x="927180" y="1015020"/>
                </a:lnTo>
                <a:lnTo>
                  <a:pt x="935251" y="1068642"/>
                </a:lnTo>
                <a:lnTo>
                  <a:pt x="941799" y="1122435"/>
                </a:lnTo>
                <a:lnTo>
                  <a:pt x="946747" y="1176134"/>
                </a:lnTo>
                <a:lnTo>
                  <a:pt x="950017" y="1229476"/>
                </a:lnTo>
                <a:lnTo>
                  <a:pt x="951532" y="1282196"/>
                </a:lnTo>
                <a:lnTo>
                  <a:pt x="951215" y="1334030"/>
                </a:lnTo>
                <a:lnTo>
                  <a:pt x="948987" y="1384714"/>
                </a:lnTo>
                <a:lnTo>
                  <a:pt x="944771" y="1433983"/>
                </a:lnTo>
                <a:lnTo>
                  <a:pt x="938489" y="1481573"/>
                </a:lnTo>
                <a:lnTo>
                  <a:pt x="930065" y="1527219"/>
                </a:lnTo>
                <a:lnTo>
                  <a:pt x="919420" y="1570658"/>
                </a:lnTo>
                <a:lnTo>
                  <a:pt x="906477" y="1611626"/>
                </a:lnTo>
                <a:lnTo>
                  <a:pt x="891159" y="1649857"/>
                </a:lnTo>
                <a:lnTo>
                  <a:pt x="871047" y="1687844"/>
                </a:lnTo>
                <a:lnTo>
                  <a:pt x="845594" y="1724899"/>
                </a:lnTo>
                <a:lnTo>
                  <a:pt x="815321" y="1761000"/>
                </a:lnTo>
                <a:lnTo>
                  <a:pt x="780752" y="1796129"/>
                </a:lnTo>
                <a:lnTo>
                  <a:pt x="742408" y="1830263"/>
                </a:lnTo>
                <a:lnTo>
                  <a:pt x="700813" y="1863382"/>
                </a:lnTo>
                <a:lnTo>
                  <a:pt x="656490" y="1895465"/>
                </a:lnTo>
                <a:lnTo>
                  <a:pt x="609960" y="1926492"/>
                </a:lnTo>
                <a:lnTo>
                  <a:pt x="561746" y="1956443"/>
                </a:lnTo>
                <a:lnTo>
                  <a:pt x="512372" y="1985295"/>
                </a:lnTo>
                <a:lnTo>
                  <a:pt x="462359" y="2013029"/>
                </a:lnTo>
                <a:lnTo>
                  <a:pt x="412230" y="2039624"/>
                </a:lnTo>
                <a:lnTo>
                  <a:pt x="362509" y="2065059"/>
                </a:lnTo>
                <a:lnTo>
                  <a:pt x="313717" y="2089314"/>
                </a:lnTo>
                <a:lnTo>
                  <a:pt x="266377" y="2112367"/>
                </a:lnTo>
                <a:lnTo>
                  <a:pt x="221011" y="2134199"/>
                </a:lnTo>
                <a:lnTo>
                  <a:pt x="178144" y="2154789"/>
                </a:lnTo>
                <a:lnTo>
                  <a:pt x="138296" y="2174115"/>
                </a:lnTo>
                <a:lnTo>
                  <a:pt x="101991" y="2192157"/>
                </a:lnTo>
                <a:lnTo>
                  <a:pt x="69751" y="2208895"/>
                </a:lnTo>
                <a:lnTo>
                  <a:pt x="42099" y="2224308"/>
                </a:lnTo>
                <a:lnTo>
                  <a:pt x="19558" y="2238375"/>
                </a:lnTo>
              </a:path>
            </a:pathLst>
          </a:custGeom>
          <a:ln w="28575">
            <a:solidFill>
              <a:srgbClr val="000000"/>
            </a:solidFill>
          </a:ln>
        </p:spPr>
        <p:txBody>
          <a:bodyPr wrap="square" lIns="0" tIns="0" rIns="0" bIns="0" rtlCol="0"/>
          <a:lstStyle/>
          <a:p>
            <a:endParaRPr/>
          </a:p>
        </p:txBody>
      </p:sp>
      <p:sp>
        <p:nvSpPr>
          <p:cNvPr id="20" name="bg object 20"/>
          <p:cNvSpPr/>
          <p:nvPr/>
        </p:nvSpPr>
        <p:spPr>
          <a:xfrm>
            <a:off x="1494409" y="1944623"/>
            <a:ext cx="1370965" cy="1442085"/>
          </a:xfrm>
          <a:custGeom>
            <a:avLst/>
            <a:gdLst/>
            <a:ahLst/>
            <a:cxnLst/>
            <a:rect l="l" t="t" r="r" b="b"/>
            <a:pathLst>
              <a:path w="1370964" h="1442085">
                <a:moveTo>
                  <a:pt x="1008253" y="976249"/>
                </a:moveTo>
                <a:lnTo>
                  <a:pt x="1000531" y="968883"/>
                </a:lnTo>
                <a:lnTo>
                  <a:pt x="938911" y="910082"/>
                </a:lnTo>
                <a:lnTo>
                  <a:pt x="930529" y="937361"/>
                </a:lnTo>
                <a:lnTo>
                  <a:pt x="171958" y="703961"/>
                </a:lnTo>
                <a:lnTo>
                  <a:pt x="163436" y="731266"/>
                </a:lnTo>
                <a:lnTo>
                  <a:pt x="922147" y="964666"/>
                </a:lnTo>
                <a:lnTo>
                  <a:pt x="913765" y="991997"/>
                </a:lnTo>
                <a:lnTo>
                  <a:pt x="1008253" y="976249"/>
                </a:lnTo>
                <a:close/>
              </a:path>
              <a:path w="1370964" h="1442085">
                <a:moveTo>
                  <a:pt x="1030605" y="1437640"/>
                </a:moveTo>
                <a:lnTo>
                  <a:pt x="1017473" y="1421765"/>
                </a:lnTo>
                <a:lnTo>
                  <a:pt x="969518" y="1363726"/>
                </a:lnTo>
                <a:lnTo>
                  <a:pt x="957961" y="1389824"/>
                </a:lnTo>
                <a:lnTo>
                  <a:pt x="11557" y="971296"/>
                </a:lnTo>
                <a:lnTo>
                  <a:pt x="0" y="997331"/>
                </a:lnTo>
                <a:lnTo>
                  <a:pt x="946391" y="1415986"/>
                </a:lnTo>
                <a:lnTo>
                  <a:pt x="934847" y="1442085"/>
                </a:lnTo>
                <a:lnTo>
                  <a:pt x="1030605" y="1437640"/>
                </a:lnTo>
                <a:close/>
              </a:path>
              <a:path w="1370964" h="1442085">
                <a:moveTo>
                  <a:pt x="1370838" y="22352"/>
                </a:moveTo>
                <a:lnTo>
                  <a:pt x="1277620" y="0"/>
                </a:lnTo>
                <a:lnTo>
                  <a:pt x="1284071" y="27736"/>
                </a:lnTo>
                <a:lnTo>
                  <a:pt x="40640" y="317119"/>
                </a:lnTo>
                <a:lnTo>
                  <a:pt x="47117" y="344932"/>
                </a:lnTo>
                <a:lnTo>
                  <a:pt x="1290574" y="55676"/>
                </a:lnTo>
                <a:lnTo>
                  <a:pt x="1297051" y="83439"/>
                </a:lnTo>
                <a:lnTo>
                  <a:pt x="1368221" y="24511"/>
                </a:lnTo>
                <a:lnTo>
                  <a:pt x="1370838" y="22352"/>
                </a:lnTo>
                <a:close/>
              </a:path>
            </a:pathLst>
          </a:custGeom>
          <a:solidFill>
            <a:srgbClr val="000000"/>
          </a:solidFill>
        </p:spPr>
        <p:txBody>
          <a:bodyPr wrap="square" lIns="0" tIns="0" rIns="0" bIns="0" rtlCol="0"/>
          <a:lstStyle/>
          <a:p>
            <a:endParaRPr/>
          </a:p>
        </p:txBody>
      </p:sp>
      <p:sp>
        <p:nvSpPr>
          <p:cNvPr id="2" name="Holder 2"/>
          <p:cNvSpPr>
            <a:spLocks noGrp="1"/>
          </p:cNvSpPr>
          <p:nvPr>
            <p:ph type="ctrTitle"/>
          </p:nvPr>
        </p:nvSpPr>
        <p:spPr>
          <a:xfrm>
            <a:off x="2322576" y="179387"/>
            <a:ext cx="2036445" cy="391795"/>
          </a:xfrm>
          <a:prstGeom prst="rect">
            <a:avLst/>
          </a:prstGeom>
        </p:spPr>
        <p:txBody>
          <a:bodyPr wrap="square" lIns="0" tIns="0" rIns="0" bIns="0">
            <a:spAutoFit/>
          </a:bodyPr>
          <a:lstStyle>
            <a:lvl1pPr>
              <a:defRPr sz="2750" b="0" i="0">
                <a:solidFill>
                  <a:schemeClr val="tx1"/>
                </a:solidFill>
                <a:latin typeface="Tahoma"/>
                <a:cs typeface="Tahoma"/>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400" b="0" i="0">
                <a:solidFill>
                  <a:schemeClr val="hlink"/>
                </a:solidFill>
                <a:latin typeface="Tahoma"/>
                <a:cs typeface="Tahoma"/>
              </a:defRPr>
            </a:lvl1pPr>
          </a:lstStyle>
          <a:p>
            <a:endParaRPr/>
          </a:p>
        </p:txBody>
      </p:sp>
      <p:sp>
        <p:nvSpPr>
          <p:cNvPr id="5" name="Holder 5"/>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400" b="0" i="0">
                <a:solidFill>
                  <a:schemeClr val="hlink"/>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Holder 5"/>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6" name="Holder 6"/>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7" name="Holder 7"/>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4" name="Holder 4"/>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5" name="Holder 5"/>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3" name="Holder 3"/>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4" name="Holder 4"/>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3969130" y="4887723"/>
            <a:ext cx="1478279" cy="192360"/>
          </a:xfrm>
        </p:spPr>
        <p:txBody>
          <a:bodyPr/>
          <a:lstStyle/>
          <a:p>
            <a:fld id="{4251665B-C24A-4702-B522-6A4334602E03}" type="datetimeFigureOut">
              <a:rPr lang="en-US" smtClean="0"/>
              <a:t>3/3/2026</a:t>
            </a:fld>
            <a:endParaRPr lang="en-US"/>
          </a:p>
        </p:txBody>
      </p:sp>
      <p:sp>
        <p:nvSpPr>
          <p:cNvPr id="5" name="Footer Placeholder 4"/>
          <p:cNvSpPr>
            <a:spLocks noGrp="1"/>
          </p:cNvSpPr>
          <p:nvPr>
            <p:ph type="ftr" sz="quarter" idx="11"/>
          </p:nvPr>
        </p:nvSpPr>
        <p:spPr>
          <a:xfrm>
            <a:off x="7640319" y="4874974"/>
            <a:ext cx="1210945" cy="276999"/>
          </a:xfrm>
        </p:spPr>
        <p:txBody>
          <a:bodyPr/>
          <a:lstStyle/>
          <a:p>
            <a:endParaRPr lang="en-US"/>
          </a:p>
        </p:txBody>
      </p:sp>
      <p:sp>
        <p:nvSpPr>
          <p:cNvPr id="6" name="Slide Number Placeholder 5"/>
          <p:cNvSpPr>
            <a:spLocks noGrp="1"/>
          </p:cNvSpPr>
          <p:nvPr>
            <p:ph type="sldNum" sz="quarter" idx="12"/>
          </p:nvPr>
        </p:nvSpPr>
        <p:spPr>
          <a:xfrm>
            <a:off x="5621654" y="4874974"/>
            <a:ext cx="318135" cy="276999"/>
          </a:xfrm>
        </p:spPr>
        <p:txBody>
          <a:bodyPr/>
          <a:lstStyle/>
          <a:p>
            <a:fld id="{5FD889E0-CAB2-4699-909D-B9A88D47ACBE}" type="slidenum">
              <a:rPr lang="en-US" smtClean="0"/>
              <a:t>‹#›</a:t>
            </a:fld>
            <a:endParaRPr lang="en-US"/>
          </a:p>
        </p:txBody>
      </p:sp>
      <p:sp>
        <p:nvSpPr>
          <p:cNvPr id="7" name="Rectangle 6"/>
          <p:cNvSpPr/>
          <p:nvPr/>
        </p:nvSpPr>
        <p:spPr>
          <a:xfrm>
            <a:off x="284165" y="333550"/>
            <a:ext cx="8574087" cy="1101328"/>
          </a:xfrm>
          <a:prstGeom prst="rect">
            <a:avLst/>
          </a:prstGeom>
          <a:solidFill>
            <a:schemeClr val="tx1">
              <a:lumMod val="85000"/>
              <a:lumOff val="15000"/>
              <a:alpha val="85000"/>
            </a:schemeClr>
          </a:solidFill>
        </p:spPr>
        <p:txBody>
          <a:bodyPr vert="horz" lIns="68580" tIns="34290" rIns="137160" bIns="274320" rtlCol="0" anchor="b" anchorCtr="0">
            <a:normAutofit/>
          </a:bodyPr>
          <a:lstStyle/>
          <a:p>
            <a:pPr algn="l" defTabSz="685766" rtl="0" eaLnBrk="1" latinLnBrk="0" hangingPunct="1">
              <a:spcBef>
                <a:spcPct val="0"/>
              </a:spcBef>
              <a:buNone/>
            </a:pPr>
            <a:endParaRPr sz="3150" kern="1200">
              <a:solidFill>
                <a:schemeClr val="bg1"/>
              </a:solidFill>
              <a:latin typeface="+mj-lt"/>
              <a:ea typeface="+mj-ea"/>
              <a:cs typeface="+mj-cs"/>
            </a:endParaRPr>
          </a:p>
        </p:txBody>
      </p:sp>
      <p:grpSp>
        <p:nvGrpSpPr>
          <p:cNvPr id="8" name="Group 16"/>
          <p:cNvGrpSpPr/>
          <p:nvPr/>
        </p:nvGrpSpPr>
        <p:grpSpPr>
          <a:xfrm>
            <a:off x="284165" y="1429910"/>
            <a:ext cx="8576373" cy="103058"/>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sp>
        <p:nvSpPr>
          <p:cNvPr id="2" name="Title 1"/>
          <p:cNvSpPr>
            <a:spLocks noGrp="1"/>
          </p:cNvSpPr>
          <p:nvPr>
            <p:ph type="ctrTitle"/>
          </p:nvPr>
        </p:nvSpPr>
        <p:spPr>
          <a:xfrm>
            <a:off x="421341" y="336754"/>
            <a:ext cx="7808976" cy="816102"/>
          </a:xfrm>
          <a:noFill/>
        </p:spPr>
        <p:txBody>
          <a:bodyPr vert="horz" lIns="91440" tIns="45720" rIns="91440" bIns="45720" rtlCol="0" anchor="b" anchorCtr="0">
            <a:normAutofit/>
          </a:bodyPr>
          <a:lstStyle>
            <a:lvl1pPr marL="0" algn="l" defTabSz="685766" rtl="0" eaLnBrk="1" latinLnBrk="0" hangingPunct="1">
              <a:lnSpc>
                <a:spcPts val="3450"/>
              </a:lnSpc>
              <a:spcBef>
                <a:spcPct val="0"/>
              </a:spcBef>
              <a:buNone/>
              <a:defRPr sz="315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149320"/>
            <a:ext cx="7754112" cy="363474"/>
          </a:xfrm>
        </p:spPr>
        <p:txBody>
          <a:bodyPr vert="horz" lIns="91440" tIns="45720" rIns="91440" bIns="45720" rtlCol="0">
            <a:normAutofit/>
          </a:bodyPr>
          <a:lstStyle>
            <a:lvl1pPr marL="0" indent="0" algn="l" defTabSz="685766" rtl="0" eaLnBrk="1" latinLnBrk="0" hangingPunct="1">
              <a:lnSpc>
                <a:spcPct val="100000"/>
              </a:lnSpc>
              <a:spcBef>
                <a:spcPts val="0"/>
              </a:spcBef>
              <a:buClr>
                <a:schemeClr val="bg1">
                  <a:lumMod val="65000"/>
                </a:schemeClr>
              </a:buClr>
              <a:buSzPct val="90000"/>
              <a:buFont typeface="Wingdings" pitchFamily="2" charset="2"/>
              <a:buNone/>
              <a:defRPr sz="1350" kern="1200">
                <a:solidFill>
                  <a:schemeClr val="bg1"/>
                </a:solidFill>
                <a:latin typeface="+mn-lt"/>
                <a:ea typeface="+mn-ea"/>
                <a:cs typeface="+mn-cs"/>
              </a:defRPr>
            </a:lvl1pPr>
            <a:lvl2pPr marL="342884" indent="0" algn="ctr">
              <a:buNone/>
              <a:defRPr>
                <a:solidFill>
                  <a:schemeClr val="tx1">
                    <a:tint val="75000"/>
                  </a:schemeClr>
                </a:solidFill>
              </a:defRPr>
            </a:lvl2pPr>
            <a:lvl3pPr marL="685766" indent="0" algn="ctr">
              <a:buNone/>
              <a:defRPr>
                <a:solidFill>
                  <a:schemeClr val="tx1">
                    <a:tint val="75000"/>
                  </a:schemeClr>
                </a:solidFill>
              </a:defRPr>
            </a:lvl3pPr>
            <a:lvl4pPr marL="1028649" indent="0" algn="ctr">
              <a:buNone/>
              <a:defRPr>
                <a:solidFill>
                  <a:schemeClr val="tx1">
                    <a:tint val="75000"/>
                  </a:schemeClr>
                </a:solidFill>
              </a:defRPr>
            </a:lvl4pPr>
            <a:lvl5pPr marL="1371532" indent="0" algn="ctr">
              <a:buNone/>
              <a:defRPr>
                <a:solidFill>
                  <a:schemeClr val="tx1">
                    <a:tint val="75000"/>
                  </a:schemeClr>
                </a:solidFill>
              </a:defRPr>
            </a:lvl5pPr>
            <a:lvl6pPr marL="1714415" indent="0" algn="ctr">
              <a:buNone/>
              <a:defRPr>
                <a:solidFill>
                  <a:schemeClr val="tx1">
                    <a:tint val="75000"/>
                  </a:schemeClr>
                </a:solidFill>
              </a:defRPr>
            </a:lvl6pPr>
            <a:lvl7pPr marL="2057297" indent="0" algn="ctr">
              <a:buNone/>
              <a:defRPr>
                <a:solidFill>
                  <a:schemeClr val="tx1">
                    <a:tint val="75000"/>
                  </a:schemeClr>
                </a:solidFill>
              </a:defRPr>
            </a:lvl7pPr>
            <a:lvl8pPr marL="2400180" indent="0" algn="ctr">
              <a:buNone/>
              <a:defRPr>
                <a:solidFill>
                  <a:schemeClr val="tx1">
                    <a:tint val="75000"/>
                  </a:schemeClr>
                </a:solidFill>
              </a:defRPr>
            </a:lvl8pPr>
            <a:lvl9pPr marL="2743064" indent="0" algn="ctr">
              <a:buNone/>
              <a:defRPr>
                <a:solidFill>
                  <a:schemeClr val="tx1">
                    <a:tint val="75000"/>
                  </a:schemeClr>
                </a:solidFill>
              </a:defRPr>
            </a:lvl9pPr>
          </a:lstStyle>
          <a:p>
            <a:r>
              <a:rPr lang="fi-FI"/>
              <a:t>Click to edit Master subtitle style</a:t>
            </a:r>
            <a:endParaRPr/>
          </a:p>
        </p:txBody>
      </p:sp>
      <p:sp>
        <p:nvSpPr>
          <p:cNvPr id="13" name="Rectangle 12"/>
          <p:cNvSpPr/>
          <p:nvPr/>
        </p:nvSpPr>
        <p:spPr>
          <a:xfrm>
            <a:off x="284165" y="4670298"/>
            <a:ext cx="8574087" cy="130302"/>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344929"/>
            <a:ext cx="1419654" cy="1071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4058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0842" y="136143"/>
            <a:ext cx="8362315" cy="449580"/>
          </a:xfrm>
          <a:prstGeom prst="rect">
            <a:avLst/>
          </a:prstGeom>
        </p:spPr>
        <p:txBody>
          <a:bodyPr wrap="square" lIns="0" tIns="0" rIns="0" bIns="0">
            <a:spAutoFit/>
          </a:bodyPr>
          <a:lstStyle>
            <a:lvl1pPr>
              <a:defRPr sz="2750" b="0" i="0">
                <a:solidFill>
                  <a:schemeClr val="tx1"/>
                </a:solidFill>
                <a:latin typeface="Tahoma"/>
                <a:cs typeface="Tahoma"/>
              </a:defRPr>
            </a:lvl1pPr>
          </a:lstStyle>
          <a:p>
            <a:endParaRPr/>
          </a:p>
        </p:txBody>
      </p:sp>
      <p:sp>
        <p:nvSpPr>
          <p:cNvPr id="3" name="Holder 3"/>
          <p:cNvSpPr>
            <a:spLocks noGrp="1"/>
          </p:cNvSpPr>
          <p:nvPr>
            <p:ph type="body" idx="1"/>
          </p:nvPr>
        </p:nvSpPr>
        <p:spPr>
          <a:xfrm>
            <a:off x="4357370" y="2125979"/>
            <a:ext cx="4449445" cy="1127125"/>
          </a:xfrm>
          <a:prstGeom prst="rect">
            <a:avLst/>
          </a:prstGeom>
        </p:spPr>
        <p:txBody>
          <a:bodyPr wrap="square" lIns="0" tIns="0" rIns="0" bIns="0">
            <a:spAutoFit/>
          </a:bodyPr>
          <a:lstStyle>
            <a:lvl1pPr>
              <a:defRPr sz="2400" b="0" i="0">
                <a:solidFill>
                  <a:schemeClr val="hlink"/>
                </a:solidFill>
                <a:latin typeface="Tahoma"/>
                <a:cs typeface="Tahoma"/>
              </a:defRPr>
            </a:lvl1pPr>
          </a:lstStyle>
          <a:p>
            <a:endParaRPr/>
          </a:p>
        </p:txBody>
      </p:sp>
      <p:sp>
        <p:nvSpPr>
          <p:cNvPr id="4" name="Holder 4"/>
          <p:cNvSpPr>
            <a:spLocks noGrp="1"/>
          </p:cNvSpPr>
          <p:nvPr>
            <p:ph type="ftr" sz="quarter" idx="5"/>
          </p:nvPr>
        </p:nvSpPr>
        <p:spPr>
          <a:xfrm>
            <a:off x="78739" y="4802992"/>
            <a:ext cx="3215004" cy="313689"/>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Holder 5"/>
          <p:cNvSpPr>
            <a:spLocks noGrp="1"/>
          </p:cNvSpPr>
          <p:nvPr>
            <p:ph type="dt" sz="half" idx="6"/>
          </p:nvPr>
        </p:nvSpPr>
        <p:spPr>
          <a:xfrm>
            <a:off x="7882001" y="4802992"/>
            <a:ext cx="1191895" cy="313689"/>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a:xfrm>
            <a:off x="5328920" y="4275625"/>
            <a:ext cx="1477645" cy="841057"/>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media" Target="../media/media1.mp4"/><Relationship Id="rId7" Type="http://schemas.openxmlformats.org/officeDocument/2006/relationships/image" Target="../media/image37.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48.png"/><Relationship Id="rId5" Type="http://schemas.openxmlformats.org/officeDocument/2006/relationships/slideLayout" Target="../slideLayouts/slideLayout2.xml"/><Relationship Id="rId4" Type="http://schemas.openxmlformats.org/officeDocument/2006/relationships/video" Target="../media/media1.mp4"/></Relationships>
</file>

<file path=ppt/slides/_rels/slide1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poloclub.github.io/cnn-explainer/#article-convolutio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codebasics.i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9678" y="311518"/>
            <a:ext cx="6768460" cy="727487"/>
          </a:xfrm>
        </p:spPr>
        <p:txBody>
          <a:bodyPr anchor="ctr">
            <a:noAutofit/>
          </a:bodyPr>
          <a:lstStyle/>
          <a:p>
            <a:r>
              <a:rPr lang="en-US" sz="2000" dirty="0"/>
              <a:t>Basics of CNN</a:t>
            </a:r>
          </a:p>
        </p:txBody>
      </p:sp>
      <p:sp>
        <p:nvSpPr>
          <p:cNvPr id="3" name="Subtitle 2"/>
          <p:cNvSpPr>
            <a:spLocks noGrp="1"/>
          </p:cNvSpPr>
          <p:nvPr>
            <p:ph type="subTitle" idx="1"/>
          </p:nvPr>
        </p:nvSpPr>
        <p:spPr>
          <a:xfrm>
            <a:off x="299680" y="1039003"/>
            <a:ext cx="2092132" cy="363474"/>
          </a:xfrm>
        </p:spPr>
        <p:txBody>
          <a:bodyPr>
            <a:normAutofit/>
          </a:bodyPr>
          <a:lstStyle/>
          <a:p>
            <a:r>
              <a:rPr lang="en-US"/>
              <a:t>Course Code: CSC 4254</a:t>
            </a:r>
          </a:p>
        </p:txBody>
      </p:sp>
      <p:sp>
        <p:nvSpPr>
          <p:cNvPr id="4" name="TextBox 3"/>
          <p:cNvSpPr txBox="1"/>
          <p:nvPr/>
        </p:nvSpPr>
        <p:spPr>
          <a:xfrm>
            <a:off x="1187770" y="2243282"/>
            <a:ext cx="6768461" cy="553998"/>
          </a:xfrm>
          <a:prstGeom prst="rect">
            <a:avLst/>
          </a:prstGeom>
          <a:noFill/>
        </p:spPr>
        <p:txBody>
          <a:bodyPr wrap="square" rtlCol="0">
            <a:spAutoFit/>
          </a:bodyPr>
          <a:lstStyle/>
          <a:p>
            <a:pPr algn="ctr"/>
            <a:r>
              <a:rPr lang="en-US" sz="1500" b="1">
                <a:solidFill>
                  <a:srgbClr val="0070C0"/>
                </a:solidFill>
                <a:latin typeface="Arial" panose="020B0604020202020204" pitchFamily="34" charset="0"/>
                <a:cs typeface="Arial" panose="020B0604020202020204" pitchFamily="34" charset="0"/>
              </a:rPr>
              <a:t>Dept. of Computer Science</a:t>
            </a:r>
          </a:p>
          <a:p>
            <a:pPr algn="ctr"/>
            <a:r>
              <a:rPr lang="en-US" sz="1500" b="1">
                <a:solidFill>
                  <a:srgbClr val="0070C0"/>
                </a:solidFill>
                <a:latin typeface="Arial" panose="020B0604020202020204" pitchFamily="34" charset="0"/>
                <a:cs typeface="Arial" panose="020B0604020202020204" pitchFamily="34" charset="0"/>
              </a:rPr>
              <a:t>Faculty of Science and Technology</a:t>
            </a:r>
            <a:endParaRPr lang="en-US" b="1">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799838758"/>
              </p:ext>
            </p:extLst>
          </p:nvPr>
        </p:nvGraphicFramePr>
        <p:xfrm>
          <a:off x="477611" y="3741024"/>
          <a:ext cx="8188780" cy="624305"/>
        </p:xfrm>
        <a:graphic>
          <a:graphicData uri="http://schemas.openxmlformats.org/drawingml/2006/table">
            <a:tbl>
              <a:tblPr firstRow="1" bandRow="1">
                <a:tableStyleId>{D7AC3CCA-C797-4891-BE02-D94E43425B78}</a:tableStyleId>
              </a:tblPr>
              <a:tblGrid>
                <a:gridCol w="1457065">
                  <a:extLst>
                    <a:ext uri="{9D8B030D-6E8A-4147-A177-3AD203B41FA5}">
                      <a16:colId xmlns:a16="http://schemas.microsoft.com/office/drawing/2014/main" val="3905988420"/>
                    </a:ext>
                  </a:extLst>
                </a:gridCol>
                <a:gridCol w="1373073">
                  <a:extLst>
                    <a:ext uri="{9D8B030D-6E8A-4147-A177-3AD203B41FA5}">
                      <a16:colId xmlns:a16="http://schemas.microsoft.com/office/drawing/2014/main" val="2889894460"/>
                    </a:ext>
                  </a:extLst>
                </a:gridCol>
                <a:gridCol w="1206252">
                  <a:extLst>
                    <a:ext uri="{9D8B030D-6E8A-4147-A177-3AD203B41FA5}">
                      <a16:colId xmlns:a16="http://schemas.microsoft.com/office/drawing/2014/main" val="3023211198"/>
                    </a:ext>
                  </a:extLst>
                </a:gridCol>
                <a:gridCol w="1178355">
                  <a:extLst>
                    <a:ext uri="{9D8B030D-6E8A-4147-A177-3AD203B41FA5}">
                      <a16:colId xmlns:a16="http://schemas.microsoft.com/office/drawing/2014/main" val="1762131981"/>
                    </a:ext>
                  </a:extLst>
                </a:gridCol>
                <a:gridCol w="1157014">
                  <a:extLst>
                    <a:ext uri="{9D8B030D-6E8A-4147-A177-3AD203B41FA5}">
                      <a16:colId xmlns:a16="http://schemas.microsoft.com/office/drawing/2014/main" val="445458238"/>
                    </a:ext>
                  </a:extLst>
                </a:gridCol>
                <a:gridCol w="1817021">
                  <a:extLst>
                    <a:ext uri="{9D8B030D-6E8A-4147-A177-3AD203B41FA5}">
                      <a16:colId xmlns:a16="http://schemas.microsoft.com/office/drawing/2014/main" val="1508364941"/>
                    </a:ext>
                  </a:extLst>
                </a:gridCol>
              </a:tblGrid>
              <a:tr h="338555">
                <a:tc>
                  <a:txBody>
                    <a:bodyPr/>
                    <a:lstStyle/>
                    <a:p>
                      <a:r>
                        <a:rPr lang="en-US" sz="1400" dirty="0"/>
                        <a:t>Lecture No:</a:t>
                      </a:r>
                    </a:p>
                  </a:txBody>
                  <a:tcPr marL="68580" marR="68580" marT="34290" marB="34290"/>
                </a:tc>
                <a:tc>
                  <a:txBody>
                    <a:bodyPr/>
                    <a:lstStyle/>
                    <a:p>
                      <a:r>
                        <a:rPr lang="en-US" sz="1400" dirty="0"/>
                        <a:t>8</a:t>
                      </a:r>
                    </a:p>
                  </a:txBody>
                  <a:tcPr marL="68580" marR="68580" marT="34290" marB="34290"/>
                </a:tc>
                <a:tc>
                  <a:txBody>
                    <a:bodyPr/>
                    <a:lstStyle/>
                    <a:p>
                      <a:r>
                        <a:rPr lang="en-US" sz="1400"/>
                        <a:t>Week No:</a:t>
                      </a:r>
                    </a:p>
                  </a:txBody>
                  <a:tcPr marL="68580" marR="68580" marT="34290" marB="34290"/>
                </a:tc>
                <a:tc>
                  <a:txBody>
                    <a:bodyPr/>
                    <a:lstStyle/>
                    <a:p>
                      <a:r>
                        <a:rPr lang="en-US" sz="1400" dirty="0"/>
                        <a:t>4</a:t>
                      </a:r>
                    </a:p>
                  </a:txBody>
                  <a:tcPr marL="68580" marR="68580" marT="34290" marB="34290"/>
                </a:tc>
                <a:tc>
                  <a:txBody>
                    <a:bodyPr/>
                    <a:lstStyle/>
                    <a:p>
                      <a:r>
                        <a:rPr lang="en-US" sz="1400"/>
                        <a:t>Semester:</a:t>
                      </a:r>
                    </a:p>
                  </a:txBody>
                  <a:tcPr marL="68580" marR="68580" marT="34290" marB="34290"/>
                </a:tc>
                <a:tc>
                  <a:txBody>
                    <a:bodyPr/>
                    <a:lstStyle/>
                    <a:p>
                      <a:endParaRPr lang="en-US" sz="1400"/>
                    </a:p>
                  </a:txBody>
                  <a:tcPr marL="68580" marR="68580" marT="34290" marB="34290"/>
                </a:tc>
                <a:extLst>
                  <a:ext uri="{0D108BD9-81ED-4DB2-BD59-A6C34878D82A}">
                    <a16:rowId xmlns:a16="http://schemas.microsoft.com/office/drawing/2014/main" val="2197040212"/>
                  </a:ext>
                </a:extLst>
              </a:tr>
              <a:tr h="285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mn-lt"/>
                          <a:ea typeface="+mn-ea"/>
                          <a:cs typeface="+mn-cs"/>
                        </a:rPr>
                        <a:t>Lecturer:</a:t>
                      </a:r>
                    </a:p>
                  </a:txBody>
                  <a:tcPr marL="68580" marR="68580" marT="34290" marB="34290"/>
                </a:tc>
                <a:tc gridSpan="5">
                  <a:txBody>
                    <a:bodyPr/>
                    <a:lstStyle/>
                    <a:p>
                      <a:endParaRPr lang="en-US" sz="1400" i="1" dirty="0"/>
                    </a:p>
                  </a:txBody>
                  <a:tcPr marL="68580" marR="68580" marT="34290" marB="34290"/>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2006351" y="1048169"/>
            <a:ext cx="4019309" cy="363474"/>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buClr>
                <a:prstClr val="white">
                  <a:lumMod val="65000"/>
                </a:prstClr>
              </a:buClr>
            </a:pPr>
            <a:r>
              <a:rPr lang="en-US" sz="1350">
                <a:solidFill>
                  <a:prstClr val="white"/>
                </a:solidFill>
                <a:latin typeface="Calibri"/>
              </a:rPr>
              <a:t>Course Title: Computer Vision &amp; Pattern Recognition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1">
            <a:extLst>
              <a:ext uri="{FF2B5EF4-FFF2-40B4-BE49-F238E27FC236}">
                <a16:creationId xmlns:a16="http://schemas.microsoft.com/office/drawing/2014/main" id="{F86CAFA5-6053-3955-0DD4-FC7D0D7F3664}"/>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Problems in ANN</a:t>
            </a:r>
          </a:p>
        </p:txBody>
      </p:sp>
      <p:pic>
        <p:nvPicPr>
          <p:cNvPr id="8" name="Picture 7">
            <a:extLst>
              <a:ext uri="{FF2B5EF4-FFF2-40B4-BE49-F238E27FC236}">
                <a16:creationId xmlns:a16="http://schemas.microsoft.com/office/drawing/2014/main" id="{92516AA6-E21A-4D16-98BE-374B80AE2214}"/>
              </a:ext>
            </a:extLst>
          </p:cNvPr>
          <p:cNvPicPr>
            <a:picLocks noChangeAspect="1"/>
          </p:cNvPicPr>
          <p:nvPr/>
        </p:nvPicPr>
        <p:blipFill rotWithShape="1">
          <a:blip r:embed="rId2"/>
          <a:srcRect l="1613" r="1613"/>
          <a:stretch/>
        </p:blipFill>
        <p:spPr>
          <a:xfrm>
            <a:off x="304800" y="742950"/>
            <a:ext cx="4572000" cy="2666857"/>
          </a:xfrm>
          <a:prstGeom prst="rect">
            <a:avLst/>
          </a:prstGeom>
        </p:spPr>
      </p:pic>
      <p:sp>
        <p:nvSpPr>
          <p:cNvPr id="9" name="TextBox 8">
            <a:extLst>
              <a:ext uri="{FF2B5EF4-FFF2-40B4-BE49-F238E27FC236}">
                <a16:creationId xmlns:a16="http://schemas.microsoft.com/office/drawing/2014/main" id="{FB96FFE1-2196-4E93-8FC0-AAC6304330A1}"/>
              </a:ext>
            </a:extLst>
          </p:cNvPr>
          <p:cNvSpPr txBox="1"/>
          <p:nvPr/>
        </p:nvSpPr>
        <p:spPr>
          <a:xfrm>
            <a:off x="5105400" y="895350"/>
            <a:ext cx="3429000" cy="369332"/>
          </a:xfrm>
          <a:prstGeom prst="rect">
            <a:avLst/>
          </a:prstGeom>
          <a:noFill/>
        </p:spPr>
        <p:txBody>
          <a:bodyPr wrap="square" rtlCol="0">
            <a:spAutoFit/>
          </a:bodyPr>
          <a:lstStyle/>
          <a:p>
            <a:r>
              <a:rPr lang="en-US" dirty="0"/>
              <a:t>Image Size = 1920 x 1080 x 3</a:t>
            </a:r>
          </a:p>
        </p:txBody>
      </p:sp>
      <p:sp>
        <p:nvSpPr>
          <p:cNvPr id="11" name="TextBox 10">
            <a:extLst>
              <a:ext uri="{FF2B5EF4-FFF2-40B4-BE49-F238E27FC236}">
                <a16:creationId xmlns:a16="http://schemas.microsoft.com/office/drawing/2014/main" id="{7AA764B4-3455-4E7B-9880-DAF4DD66B27E}"/>
              </a:ext>
            </a:extLst>
          </p:cNvPr>
          <p:cNvSpPr txBox="1"/>
          <p:nvPr/>
        </p:nvSpPr>
        <p:spPr>
          <a:xfrm>
            <a:off x="5105399" y="1416030"/>
            <a:ext cx="1981201" cy="369332"/>
          </a:xfrm>
          <a:prstGeom prst="rect">
            <a:avLst/>
          </a:prstGeom>
          <a:noFill/>
        </p:spPr>
        <p:txBody>
          <a:bodyPr wrap="square" rtlCol="0">
            <a:spAutoFit/>
          </a:bodyPr>
          <a:lstStyle/>
          <a:p>
            <a:r>
              <a:rPr lang="en-US" dirty="0"/>
              <a:t>After Flattening =</a:t>
            </a:r>
          </a:p>
        </p:txBody>
      </p:sp>
      <p:sp>
        <p:nvSpPr>
          <p:cNvPr id="10" name="TextBox 9">
            <a:extLst>
              <a:ext uri="{FF2B5EF4-FFF2-40B4-BE49-F238E27FC236}">
                <a16:creationId xmlns:a16="http://schemas.microsoft.com/office/drawing/2014/main" id="{BF05463F-4580-4C7F-8781-EFE0A4E272A9}"/>
              </a:ext>
            </a:extLst>
          </p:cNvPr>
          <p:cNvSpPr txBox="1"/>
          <p:nvPr/>
        </p:nvSpPr>
        <p:spPr>
          <a:xfrm>
            <a:off x="6934200" y="1416030"/>
            <a:ext cx="1905000" cy="369332"/>
          </a:xfrm>
          <a:prstGeom prst="rect">
            <a:avLst/>
          </a:prstGeom>
          <a:noFill/>
        </p:spPr>
        <p:txBody>
          <a:bodyPr wrap="square" rtlCol="0">
            <a:spAutoFit/>
          </a:bodyPr>
          <a:lstStyle/>
          <a:p>
            <a:r>
              <a:rPr lang="en-US" dirty="0"/>
              <a:t>622,080  ~ 6.2M</a:t>
            </a:r>
          </a:p>
        </p:txBody>
      </p:sp>
      <p:sp>
        <p:nvSpPr>
          <p:cNvPr id="13" name="TextBox 12">
            <a:extLst>
              <a:ext uri="{FF2B5EF4-FFF2-40B4-BE49-F238E27FC236}">
                <a16:creationId xmlns:a16="http://schemas.microsoft.com/office/drawing/2014/main" id="{744B2714-9621-42EC-951F-9B8A9F2E00A2}"/>
              </a:ext>
            </a:extLst>
          </p:cNvPr>
          <p:cNvSpPr txBox="1"/>
          <p:nvPr/>
        </p:nvSpPr>
        <p:spPr>
          <a:xfrm>
            <a:off x="5105398" y="1953005"/>
            <a:ext cx="2667002" cy="369332"/>
          </a:xfrm>
          <a:prstGeom prst="rect">
            <a:avLst/>
          </a:prstGeom>
          <a:noFill/>
        </p:spPr>
        <p:txBody>
          <a:bodyPr wrap="square" rtlCol="0">
            <a:spAutoFit/>
          </a:bodyPr>
          <a:lstStyle/>
          <a:p>
            <a:r>
              <a:rPr lang="en-US" dirty="0"/>
              <a:t>Hidden Layer Neuron =</a:t>
            </a:r>
          </a:p>
        </p:txBody>
      </p:sp>
      <p:sp>
        <p:nvSpPr>
          <p:cNvPr id="14" name="TextBox 13">
            <a:extLst>
              <a:ext uri="{FF2B5EF4-FFF2-40B4-BE49-F238E27FC236}">
                <a16:creationId xmlns:a16="http://schemas.microsoft.com/office/drawing/2014/main" id="{DA1564E6-BDBD-4A5C-9ADD-DA880230C9AC}"/>
              </a:ext>
            </a:extLst>
          </p:cNvPr>
          <p:cNvSpPr txBox="1"/>
          <p:nvPr/>
        </p:nvSpPr>
        <p:spPr>
          <a:xfrm>
            <a:off x="7620000" y="1936710"/>
            <a:ext cx="685800" cy="369332"/>
          </a:xfrm>
          <a:prstGeom prst="rect">
            <a:avLst/>
          </a:prstGeom>
          <a:noFill/>
        </p:spPr>
        <p:txBody>
          <a:bodyPr wrap="square" rtlCol="0">
            <a:spAutoFit/>
          </a:bodyPr>
          <a:lstStyle/>
          <a:p>
            <a:r>
              <a:rPr lang="en-US" dirty="0"/>
              <a:t>4M</a:t>
            </a:r>
          </a:p>
        </p:txBody>
      </p:sp>
      <p:sp>
        <p:nvSpPr>
          <p:cNvPr id="15" name="TextBox 14">
            <a:extLst>
              <a:ext uri="{FF2B5EF4-FFF2-40B4-BE49-F238E27FC236}">
                <a16:creationId xmlns:a16="http://schemas.microsoft.com/office/drawing/2014/main" id="{36D21FCB-B9C2-4CD0-959D-BD4358561289}"/>
              </a:ext>
            </a:extLst>
          </p:cNvPr>
          <p:cNvSpPr txBox="1"/>
          <p:nvPr/>
        </p:nvSpPr>
        <p:spPr>
          <a:xfrm>
            <a:off x="5105398" y="2451832"/>
            <a:ext cx="1828802" cy="369332"/>
          </a:xfrm>
          <a:prstGeom prst="rect">
            <a:avLst/>
          </a:prstGeom>
          <a:noFill/>
        </p:spPr>
        <p:txBody>
          <a:bodyPr wrap="square" rtlCol="0">
            <a:spAutoFit/>
          </a:bodyPr>
          <a:lstStyle/>
          <a:p>
            <a:r>
              <a:rPr lang="en-US" dirty="0"/>
              <a:t>Total Weights=</a:t>
            </a:r>
          </a:p>
        </p:txBody>
      </p:sp>
      <p:sp>
        <p:nvSpPr>
          <p:cNvPr id="16" name="TextBox 15">
            <a:extLst>
              <a:ext uri="{FF2B5EF4-FFF2-40B4-BE49-F238E27FC236}">
                <a16:creationId xmlns:a16="http://schemas.microsoft.com/office/drawing/2014/main" id="{C3A6F3FF-9277-438E-B5BF-7B26DB011366}"/>
              </a:ext>
            </a:extLst>
          </p:cNvPr>
          <p:cNvSpPr txBox="1"/>
          <p:nvPr/>
        </p:nvSpPr>
        <p:spPr>
          <a:xfrm>
            <a:off x="6819898" y="2469053"/>
            <a:ext cx="1828802" cy="369332"/>
          </a:xfrm>
          <a:prstGeom prst="rect">
            <a:avLst/>
          </a:prstGeom>
          <a:noFill/>
        </p:spPr>
        <p:txBody>
          <a:bodyPr wrap="square" rtlCol="0">
            <a:spAutoFit/>
          </a:bodyPr>
          <a:lstStyle/>
          <a:p>
            <a:r>
              <a:rPr lang="en-US" dirty="0"/>
              <a:t>6M x 4M = 24M</a:t>
            </a:r>
          </a:p>
        </p:txBody>
      </p:sp>
      <p:sp>
        <p:nvSpPr>
          <p:cNvPr id="12" name="TextBox 11">
            <a:extLst>
              <a:ext uri="{FF2B5EF4-FFF2-40B4-BE49-F238E27FC236}">
                <a16:creationId xmlns:a16="http://schemas.microsoft.com/office/drawing/2014/main" id="{86942F0C-CD16-4A6C-BB3D-BE42AB75944B}"/>
              </a:ext>
            </a:extLst>
          </p:cNvPr>
          <p:cNvSpPr txBox="1"/>
          <p:nvPr/>
        </p:nvSpPr>
        <p:spPr>
          <a:xfrm>
            <a:off x="5257800" y="3105150"/>
            <a:ext cx="3352800" cy="646331"/>
          </a:xfrm>
          <a:prstGeom prst="rect">
            <a:avLst/>
          </a:prstGeom>
          <a:noFill/>
        </p:spPr>
        <p:txBody>
          <a:bodyPr wrap="square" rtlCol="0">
            <a:spAutoFit/>
          </a:bodyPr>
          <a:lstStyle/>
          <a:p>
            <a:r>
              <a:rPr lang="en-US" dirty="0"/>
              <a:t>If it’s a deep NN of 100 hidden layers?</a:t>
            </a:r>
          </a:p>
        </p:txBody>
      </p:sp>
      <p:sp>
        <p:nvSpPr>
          <p:cNvPr id="17" name="TextBox 16">
            <a:extLst>
              <a:ext uri="{FF2B5EF4-FFF2-40B4-BE49-F238E27FC236}">
                <a16:creationId xmlns:a16="http://schemas.microsoft.com/office/drawing/2014/main" id="{D163D77B-702F-493B-A480-5E6D8DBDD2AD}"/>
              </a:ext>
            </a:extLst>
          </p:cNvPr>
          <p:cNvSpPr txBox="1"/>
          <p:nvPr/>
        </p:nvSpPr>
        <p:spPr>
          <a:xfrm>
            <a:off x="2590800" y="3747873"/>
            <a:ext cx="4004313" cy="1015663"/>
          </a:xfrm>
          <a:prstGeom prst="rect">
            <a:avLst/>
          </a:prstGeom>
          <a:noFill/>
        </p:spPr>
        <p:txBody>
          <a:bodyPr wrap="square" rtlCol="0">
            <a:spAutoFit/>
          </a:bodyPr>
          <a:lstStyle/>
          <a:p>
            <a:r>
              <a:rPr lang="en-US" sz="6000" dirty="0"/>
              <a:t>2.4 Billion</a:t>
            </a:r>
          </a:p>
        </p:txBody>
      </p:sp>
      <p:sp>
        <p:nvSpPr>
          <p:cNvPr id="18" name="TextBox 17">
            <a:extLst>
              <a:ext uri="{FF2B5EF4-FFF2-40B4-BE49-F238E27FC236}">
                <a16:creationId xmlns:a16="http://schemas.microsoft.com/office/drawing/2014/main" id="{5E05B94C-C323-4A7B-AE39-434C45D3FAF8}"/>
              </a:ext>
            </a:extLst>
          </p:cNvPr>
          <p:cNvSpPr txBox="1"/>
          <p:nvPr/>
        </p:nvSpPr>
        <p:spPr>
          <a:xfrm>
            <a:off x="838199" y="3428315"/>
            <a:ext cx="3733800" cy="369332"/>
          </a:xfrm>
          <a:prstGeom prst="rect">
            <a:avLst/>
          </a:prstGeom>
          <a:noFill/>
        </p:spPr>
        <p:txBody>
          <a:bodyPr wrap="square" rtlCol="0">
            <a:spAutoFit/>
          </a:bodyPr>
          <a:lstStyle/>
          <a:p>
            <a:r>
              <a:rPr lang="en-US" dirty="0"/>
              <a:t>An RGB Image of Koala (Full HD)</a:t>
            </a:r>
          </a:p>
        </p:txBody>
      </p:sp>
    </p:spTree>
    <p:extLst>
      <p:ext uri="{BB962C8B-B14F-4D97-AF65-F5344CB8AC3E}">
        <p14:creationId xmlns:p14="http://schemas.microsoft.com/office/powerpoint/2010/main" val="380023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0" grpId="0"/>
      <p:bldP spid="13" grpId="0"/>
      <p:bldP spid="14" grpId="0"/>
      <p:bldP spid="15" grpId="0"/>
      <p:bldP spid="16" grpId="0"/>
      <p:bldP spid="12"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04088C-A94E-405E-8111-880137FA7EBF}"/>
              </a:ext>
            </a:extLst>
          </p:cNvPr>
          <p:cNvPicPr>
            <a:picLocks noChangeAspect="1"/>
          </p:cNvPicPr>
          <p:nvPr/>
        </p:nvPicPr>
        <p:blipFill>
          <a:blip r:embed="rId2"/>
          <a:stretch>
            <a:fillRect/>
          </a:stretch>
        </p:blipFill>
        <p:spPr>
          <a:xfrm>
            <a:off x="5855185" y="2802446"/>
            <a:ext cx="1804673" cy="2065590"/>
          </a:xfrm>
          <a:prstGeom prst="rect">
            <a:avLst/>
          </a:prstGeom>
        </p:spPr>
      </p:pic>
      <p:pic>
        <p:nvPicPr>
          <p:cNvPr id="7" name="Picture 6">
            <a:extLst>
              <a:ext uri="{FF2B5EF4-FFF2-40B4-BE49-F238E27FC236}">
                <a16:creationId xmlns:a16="http://schemas.microsoft.com/office/drawing/2014/main" id="{EB0E7F06-AC40-4453-9D11-CA2E2ECE4933}"/>
              </a:ext>
            </a:extLst>
          </p:cNvPr>
          <p:cNvPicPr>
            <a:picLocks noChangeAspect="1"/>
          </p:cNvPicPr>
          <p:nvPr/>
        </p:nvPicPr>
        <p:blipFill>
          <a:blip r:embed="rId3"/>
          <a:stretch>
            <a:fillRect/>
          </a:stretch>
        </p:blipFill>
        <p:spPr>
          <a:xfrm>
            <a:off x="2209800" y="2940670"/>
            <a:ext cx="1413915" cy="1563963"/>
          </a:xfrm>
          <a:prstGeom prst="rect">
            <a:avLst/>
          </a:prstGeom>
        </p:spPr>
      </p:pic>
      <p:pic>
        <p:nvPicPr>
          <p:cNvPr id="9" name="Picture 8">
            <a:extLst>
              <a:ext uri="{FF2B5EF4-FFF2-40B4-BE49-F238E27FC236}">
                <a16:creationId xmlns:a16="http://schemas.microsoft.com/office/drawing/2014/main" id="{C869FDA5-298A-4CBD-B010-69B3D1F592A5}"/>
              </a:ext>
            </a:extLst>
          </p:cNvPr>
          <p:cNvPicPr>
            <a:picLocks noChangeAspect="1"/>
          </p:cNvPicPr>
          <p:nvPr/>
        </p:nvPicPr>
        <p:blipFill>
          <a:blip r:embed="rId4"/>
          <a:stretch>
            <a:fillRect/>
          </a:stretch>
        </p:blipFill>
        <p:spPr>
          <a:xfrm>
            <a:off x="502907" y="812144"/>
            <a:ext cx="1342125" cy="1563964"/>
          </a:xfrm>
          <a:prstGeom prst="rect">
            <a:avLst/>
          </a:prstGeom>
        </p:spPr>
      </p:pic>
      <p:pic>
        <p:nvPicPr>
          <p:cNvPr id="11" name="Picture 10">
            <a:extLst>
              <a:ext uri="{FF2B5EF4-FFF2-40B4-BE49-F238E27FC236}">
                <a16:creationId xmlns:a16="http://schemas.microsoft.com/office/drawing/2014/main" id="{FA07CCEE-874C-4E0F-BF07-19368DB5EE68}"/>
              </a:ext>
            </a:extLst>
          </p:cNvPr>
          <p:cNvPicPr>
            <a:picLocks noChangeAspect="1"/>
          </p:cNvPicPr>
          <p:nvPr/>
        </p:nvPicPr>
        <p:blipFill>
          <a:blip r:embed="rId5"/>
          <a:stretch>
            <a:fillRect/>
          </a:stretch>
        </p:blipFill>
        <p:spPr>
          <a:xfrm>
            <a:off x="3336568" y="830972"/>
            <a:ext cx="1342125" cy="1545136"/>
          </a:xfrm>
          <a:prstGeom prst="rect">
            <a:avLst/>
          </a:prstGeom>
        </p:spPr>
      </p:pic>
      <p:sp>
        <p:nvSpPr>
          <p:cNvPr id="12" name="Title 1">
            <a:extLst>
              <a:ext uri="{FF2B5EF4-FFF2-40B4-BE49-F238E27FC236}">
                <a16:creationId xmlns:a16="http://schemas.microsoft.com/office/drawing/2014/main" id="{FE96071B-5A58-4B2C-A514-00D1FAC75967}"/>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Problems in ANN</a:t>
            </a:r>
          </a:p>
        </p:txBody>
      </p:sp>
      <p:sp>
        <p:nvSpPr>
          <p:cNvPr id="13" name="TextBox 12">
            <a:extLst>
              <a:ext uri="{FF2B5EF4-FFF2-40B4-BE49-F238E27FC236}">
                <a16:creationId xmlns:a16="http://schemas.microsoft.com/office/drawing/2014/main" id="{66B21D27-CBA2-45BF-81D7-69F4F4663569}"/>
              </a:ext>
            </a:extLst>
          </p:cNvPr>
          <p:cNvSpPr txBox="1"/>
          <p:nvPr/>
        </p:nvSpPr>
        <p:spPr>
          <a:xfrm>
            <a:off x="1981200" y="1428750"/>
            <a:ext cx="1219200" cy="646331"/>
          </a:xfrm>
          <a:prstGeom prst="rect">
            <a:avLst/>
          </a:prstGeom>
          <a:noFill/>
        </p:spPr>
        <p:txBody>
          <a:bodyPr wrap="square" rtlCol="0">
            <a:spAutoFit/>
          </a:bodyPr>
          <a:lstStyle/>
          <a:p>
            <a:r>
              <a:rPr lang="en-US" dirty="0"/>
              <a:t>Machine Sees it as</a:t>
            </a:r>
          </a:p>
        </p:txBody>
      </p:sp>
      <p:sp>
        <p:nvSpPr>
          <p:cNvPr id="14" name="TextBox 13">
            <a:extLst>
              <a:ext uri="{FF2B5EF4-FFF2-40B4-BE49-F238E27FC236}">
                <a16:creationId xmlns:a16="http://schemas.microsoft.com/office/drawing/2014/main" id="{16665649-6DC3-422C-920D-DCA79D684CDE}"/>
              </a:ext>
            </a:extLst>
          </p:cNvPr>
          <p:cNvSpPr txBox="1"/>
          <p:nvPr/>
        </p:nvSpPr>
        <p:spPr>
          <a:xfrm>
            <a:off x="479460" y="3409950"/>
            <a:ext cx="1577939" cy="369332"/>
          </a:xfrm>
          <a:prstGeom prst="rect">
            <a:avLst/>
          </a:prstGeom>
          <a:noFill/>
        </p:spPr>
        <p:txBody>
          <a:bodyPr wrap="square" rtlCol="0">
            <a:spAutoFit/>
          </a:bodyPr>
          <a:lstStyle/>
          <a:p>
            <a:r>
              <a:rPr lang="en-US" dirty="0"/>
              <a:t>Consider this</a:t>
            </a:r>
          </a:p>
        </p:txBody>
      </p:sp>
      <p:pic>
        <p:nvPicPr>
          <p:cNvPr id="15" name="Picture 14">
            <a:extLst>
              <a:ext uri="{FF2B5EF4-FFF2-40B4-BE49-F238E27FC236}">
                <a16:creationId xmlns:a16="http://schemas.microsoft.com/office/drawing/2014/main" id="{C3AC0D1C-C074-49AC-87F6-45256048C6F2}"/>
              </a:ext>
            </a:extLst>
          </p:cNvPr>
          <p:cNvPicPr>
            <a:picLocks noChangeAspect="1"/>
          </p:cNvPicPr>
          <p:nvPr/>
        </p:nvPicPr>
        <p:blipFill>
          <a:blip r:embed="rId5"/>
          <a:stretch>
            <a:fillRect/>
          </a:stretch>
        </p:blipFill>
        <p:spPr>
          <a:xfrm>
            <a:off x="5983458" y="409633"/>
            <a:ext cx="1676400" cy="1929974"/>
          </a:xfrm>
          <a:prstGeom prst="rect">
            <a:avLst/>
          </a:prstGeom>
        </p:spPr>
      </p:pic>
      <p:sp>
        <p:nvSpPr>
          <p:cNvPr id="16" name="TextBox 15">
            <a:extLst>
              <a:ext uri="{FF2B5EF4-FFF2-40B4-BE49-F238E27FC236}">
                <a16:creationId xmlns:a16="http://schemas.microsoft.com/office/drawing/2014/main" id="{A6923EB1-9829-46BC-B82B-84D47A1CB0DD}"/>
              </a:ext>
            </a:extLst>
          </p:cNvPr>
          <p:cNvSpPr txBox="1"/>
          <p:nvPr/>
        </p:nvSpPr>
        <p:spPr>
          <a:xfrm>
            <a:off x="5919321" y="2411858"/>
            <a:ext cx="1804673" cy="369332"/>
          </a:xfrm>
          <a:prstGeom prst="rect">
            <a:avLst/>
          </a:prstGeom>
          <a:noFill/>
        </p:spPr>
        <p:txBody>
          <a:bodyPr wrap="square" rtlCol="0">
            <a:spAutoFit/>
          </a:bodyPr>
          <a:lstStyle/>
          <a:p>
            <a:pPr algn="ctr"/>
            <a:r>
              <a:rPr lang="en-US" b="1" dirty="0">
                <a:solidFill>
                  <a:srgbClr val="FF0000"/>
                </a:solidFill>
              </a:rPr>
              <a:t>NO</a:t>
            </a:r>
          </a:p>
        </p:txBody>
      </p:sp>
      <p:sp>
        <p:nvSpPr>
          <p:cNvPr id="17" name="TextBox 16">
            <a:extLst>
              <a:ext uri="{FF2B5EF4-FFF2-40B4-BE49-F238E27FC236}">
                <a16:creationId xmlns:a16="http://schemas.microsoft.com/office/drawing/2014/main" id="{4DBF591A-9B69-49AB-88D6-13D8337D43D6}"/>
              </a:ext>
            </a:extLst>
          </p:cNvPr>
          <p:cNvSpPr txBox="1"/>
          <p:nvPr/>
        </p:nvSpPr>
        <p:spPr>
          <a:xfrm>
            <a:off x="7848600" y="2156115"/>
            <a:ext cx="1116023" cy="646331"/>
          </a:xfrm>
          <a:prstGeom prst="rect">
            <a:avLst/>
          </a:prstGeom>
          <a:noFill/>
        </p:spPr>
        <p:txBody>
          <a:bodyPr wrap="square" rtlCol="0">
            <a:spAutoFit/>
          </a:bodyPr>
          <a:lstStyle/>
          <a:p>
            <a:r>
              <a:rPr lang="en-US" dirty="0"/>
              <a:t>Do they match?</a:t>
            </a:r>
          </a:p>
        </p:txBody>
      </p:sp>
      <p:sp>
        <p:nvSpPr>
          <p:cNvPr id="18" name="TextBox 17">
            <a:extLst>
              <a:ext uri="{FF2B5EF4-FFF2-40B4-BE49-F238E27FC236}">
                <a16:creationId xmlns:a16="http://schemas.microsoft.com/office/drawing/2014/main" id="{D95EBF9B-1005-482A-80FE-691374703661}"/>
              </a:ext>
            </a:extLst>
          </p:cNvPr>
          <p:cNvSpPr txBox="1"/>
          <p:nvPr/>
        </p:nvSpPr>
        <p:spPr>
          <a:xfrm>
            <a:off x="3623715" y="3105150"/>
            <a:ext cx="1577939" cy="923330"/>
          </a:xfrm>
          <a:prstGeom prst="rect">
            <a:avLst/>
          </a:prstGeom>
          <a:noFill/>
        </p:spPr>
        <p:txBody>
          <a:bodyPr wrap="square" rtlCol="0">
            <a:spAutoFit/>
          </a:bodyPr>
          <a:lstStyle/>
          <a:p>
            <a:r>
              <a:rPr lang="en-US" dirty="0"/>
              <a:t>Same image just shifted 1 pixel left</a:t>
            </a:r>
          </a:p>
        </p:txBody>
      </p:sp>
    </p:spTree>
    <p:extLst>
      <p:ext uri="{BB962C8B-B14F-4D97-AF65-F5344CB8AC3E}">
        <p14:creationId xmlns:p14="http://schemas.microsoft.com/office/powerpoint/2010/main" val="63004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2F93749-D9F1-4742-A8D8-26F9D815F420}"/>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Problems in ANN</a:t>
            </a:r>
          </a:p>
        </p:txBody>
      </p:sp>
      <p:sp>
        <p:nvSpPr>
          <p:cNvPr id="5" name="TextBox 4">
            <a:extLst>
              <a:ext uri="{FF2B5EF4-FFF2-40B4-BE49-F238E27FC236}">
                <a16:creationId xmlns:a16="http://schemas.microsoft.com/office/drawing/2014/main" id="{EC51926F-F5A1-412F-9216-D02C7C40207E}"/>
              </a:ext>
            </a:extLst>
          </p:cNvPr>
          <p:cNvSpPr txBox="1"/>
          <p:nvPr/>
        </p:nvSpPr>
        <p:spPr>
          <a:xfrm>
            <a:off x="390842" y="819150"/>
            <a:ext cx="8143558" cy="923330"/>
          </a:xfrm>
          <a:prstGeom prst="rect">
            <a:avLst/>
          </a:prstGeom>
          <a:noFill/>
        </p:spPr>
        <p:txBody>
          <a:bodyPr wrap="square" rtlCol="0">
            <a:spAutoFit/>
          </a:bodyPr>
          <a:lstStyle/>
          <a:p>
            <a:pPr marL="342900" indent="-342900">
              <a:buAutoNum type="arabicPeriod"/>
            </a:pPr>
            <a:r>
              <a:rPr lang="en-US" dirty="0"/>
              <a:t>Too much input parameters/calculations</a:t>
            </a:r>
          </a:p>
          <a:p>
            <a:pPr marL="342900" indent="-342900">
              <a:buAutoNum type="arabicPeriod"/>
            </a:pPr>
            <a:r>
              <a:rPr lang="en-US" dirty="0"/>
              <a:t>Images are sensitive to their training positions</a:t>
            </a:r>
          </a:p>
          <a:p>
            <a:pPr marL="342900" indent="-342900">
              <a:buAutoNum type="arabicPeriod"/>
            </a:pPr>
            <a:r>
              <a:rPr lang="en-US" dirty="0"/>
              <a:t>Variety of same image can not be traced</a:t>
            </a:r>
          </a:p>
        </p:txBody>
      </p:sp>
      <p:sp>
        <p:nvSpPr>
          <p:cNvPr id="7" name="Title 1">
            <a:extLst>
              <a:ext uri="{FF2B5EF4-FFF2-40B4-BE49-F238E27FC236}">
                <a16:creationId xmlns:a16="http://schemas.microsoft.com/office/drawing/2014/main" id="{71B9BDF7-67C6-42D1-9697-791F5464346F}"/>
              </a:ext>
            </a:extLst>
          </p:cNvPr>
          <p:cNvSpPr txBox="1">
            <a:spLocks/>
          </p:cNvSpPr>
          <p:nvPr/>
        </p:nvSpPr>
        <p:spPr>
          <a:xfrm>
            <a:off x="367396" y="1962150"/>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Solution, Remember Hubel </a:t>
            </a:r>
            <a:r>
              <a:rPr lang="en-US" dirty="0" err="1"/>
              <a:t>wiesel</a:t>
            </a:r>
            <a:r>
              <a:rPr lang="en-US" dirty="0"/>
              <a:t> Study</a:t>
            </a:r>
          </a:p>
        </p:txBody>
      </p:sp>
      <p:grpSp>
        <p:nvGrpSpPr>
          <p:cNvPr id="27" name="Group 26">
            <a:extLst>
              <a:ext uri="{FF2B5EF4-FFF2-40B4-BE49-F238E27FC236}">
                <a16:creationId xmlns:a16="http://schemas.microsoft.com/office/drawing/2014/main" id="{C1FC9DD5-1053-4CF9-8A70-2757A3D7A1D1}"/>
              </a:ext>
            </a:extLst>
          </p:cNvPr>
          <p:cNvGrpSpPr/>
          <p:nvPr/>
        </p:nvGrpSpPr>
        <p:grpSpPr>
          <a:xfrm>
            <a:off x="414289" y="2190749"/>
            <a:ext cx="2712964" cy="2593667"/>
            <a:chOff x="583809" y="1696467"/>
            <a:chExt cx="3576955" cy="3395979"/>
          </a:xfrm>
        </p:grpSpPr>
        <p:grpSp>
          <p:nvGrpSpPr>
            <p:cNvPr id="16" name="object 3">
              <a:extLst>
                <a:ext uri="{FF2B5EF4-FFF2-40B4-BE49-F238E27FC236}">
                  <a16:creationId xmlns:a16="http://schemas.microsoft.com/office/drawing/2014/main" id="{112F1BF7-EF6A-48B7-8FE6-CC830BB8F3FE}"/>
                </a:ext>
              </a:extLst>
            </p:cNvPr>
            <p:cNvGrpSpPr/>
            <p:nvPr/>
          </p:nvGrpSpPr>
          <p:grpSpPr>
            <a:xfrm>
              <a:off x="1031484" y="1696467"/>
              <a:ext cx="3129280" cy="3395979"/>
              <a:chOff x="1133475" y="923925"/>
              <a:chExt cx="3129280" cy="3395979"/>
            </a:xfrm>
          </p:grpSpPr>
          <p:pic>
            <p:nvPicPr>
              <p:cNvPr id="17" name="object 4">
                <a:extLst>
                  <a:ext uri="{FF2B5EF4-FFF2-40B4-BE49-F238E27FC236}">
                    <a16:creationId xmlns:a16="http://schemas.microsoft.com/office/drawing/2014/main" id="{55A414B4-EB5B-4782-90B8-060A1B03969D}"/>
                  </a:ext>
                </a:extLst>
              </p:cNvPr>
              <p:cNvPicPr/>
              <p:nvPr/>
            </p:nvPicPr>
            <p:blipFill>
              <a:blip r:embed="rId2" cstate="print"/>
              <a:stretch>
                <a:fillRect/>
              </a:stretch>
            </p:blipFill>
            <p:spPr>
              <a:xfrm>
                <a:off x="1133475" y="923925"/>
                <a:ext cx="800100" cy="1400175"/>
              </a:xfrm>
              <a:prstGeom prst="rect">
                <a:avLst/>
              </a:prstGeom>
            </p:spPr>
          </p:pic>
          <p:sp>
            <p:nvSpPr>
              <p:cNvPr id="18" name="object 5">
                <a:extLst>
                  <a:ext uri="{FF2B5EF4-FFF2-40B4-BE49-F238E27FC236}">
                    <a16:creationId xmlns:a16="http://schemas.microsoft.com/office/drawing/2014/main" id="{F58AA149-DF64-4F69-8011-43053ADE977F}"/>
                  </a:ext>
                </a:extLst>
              </p:cNvPr>
              <p:cNvSpPr/>
              <p:nvPr/>
            </p:nvSpPr>
            <p:spPr>
              <a:xfrm>
                <a:off x="1957450" y="2624137"/>
                <a:ext cx="2305050" cy="1695450"/>
              </a:xfrm>
              <a:custGeom>
                <a:avLst/>
                <a:gdLst/>
                <a:ahLst/>
                <a:cxnLst/>
                <a:rect l="l" t="t" r="r" b="b"/>
                <a:pathLst>
                  <a:path w="2305050" h="1695450">
                    <a:moveTo>
                      <a:pt x="2305050" y="0"/>
                    </a:moveTo>
                    <a:lnTo>
                      <a:pt x="0" y="0"/>
                    </a:lnTo>
                    <a:lnTo>
                      <a:pt x="0" y="1695450"/>
                    </a:lnTo>
                    <a:lnTo>
                      <a:pt x="2305050" y="1695450"/>
                    </a:lnTo>
                    <a:lnTo>
                      <a:pt x="2305050" y="0"/>
                    </a:lnTo>
                    <a:close/>
                  </a:path>
                </a:pathLst>
              </a:custGeom>
              <a:solidFill>
                <a:srgbClr val="D9D9D9"/>
              </a:solidFill>
            </p:spPr>
            <p:txBody>
              <a:bodyPr wrap="square" lIns="0" tIns="0" rIns="0" bIns="0" rtlCol="0"/>
              <a:lstStyle/>
              <a:p>
                <a:endParaRPr/>
              </a:p>
            </p:txBody>
          </p:sp>
        </p:grpSp>
        <p:grpSp>
          <p:nvGrpSpPr>
            <p:cNvPr id="19" name="object 8">
              <a:extLst>
                <a:ext uri="{FF2B5EF4-FFF2-40B4-BE49-F238E27FC236}">
                  <a16:creationId xmlns:a16="http://schemas.microsoft.com/office/drawing/2014/main" id="{6FB64B3D-0362-4D15-BD32-C149AD25AA7E}"/>
                </a:ext>
              </a:extLst>
            </p:cNvPr>
            <p:cNvGrpSpPr/>
            <p:nvPr/>
          </p:nvGrpSpPr>
          <p:grpSpPr>
            <a:xfrm>
              <a:off x="583809" y="2010792"/>
              <a:ext cx="3275965" cy="2794000"/>
              <a:chOff x="685800" y="1238250"/>
              <a:chExt cx="3275965" cy="2794000"/>
            </a:xfrm>
          </p:grpSpPr>
          <p:sp>
            <p:nvSpPr>
              <p:cNvPr id="20" name="object 9">
                <a:extLst>
                  <a:ext uri="{FF2B5EF4-FFF2-40B4-BE49-F238E27FC236}">
                    <a16:creationId xmlns:a16="http://schemas.microsoft.com/office/drawing/2014/main" id="{1EF88121-E614-4B5A-ADD3-4F4A2024AE0C}"/>
                  </a:ext>
                </a:extLst>
              </p:cNvPr>
              <p:cNvSpPr/>
              <p:nvPr/>
            </p:nvSpPr>
            <p:spPr>
              <a:xfrm>
                <a:off x="3597655" y="2883407"/>
                <a:ext cx="363855" cy="363855"/>
              </a:xfrm>
              <a:custGeom>
                <a:avLst/>
                <a:gdLst/>
                <a:ahLst/>
                <a:cxnLst/>
                <a:rect l="l" t="t" r="r" b="b"/>
                <a:pathLst>
                  <a:path w="363854" h="363855">
                    <a:moveTo>
                      <a:pt x="40386" y="0"/>
                    </a:moveTo>
                    <a:lnTo>
                      <a:pt x="0" y="40386"/>
                    </a:lnTo>
                    <a:lnTo>
                      <a:pt x="323215" y="363728"/>
                    </a:lnTo>
                    <a:lnTo>
                      <a:pt x="363601" y="323342"/>
                    </a:lnTo>
                    <a:lnTo>
                      <a:pt x="40386" y="0"/>
                    </a:lnTo>
                    <a:close/>
                  </a:path>
                </a:pathLst>
              </a:custGeom>
              <a:solidFill>
                <a:srgbClr val="000000"/>
              </a:solidFill>
            </p:spPr>
            <p:txBody>
              <a:bodyPr wrap="square" lIns="0" tIns="0" rIns="0" bIns="0" rtlCol="0"/>
              <a:lstStyle/>
              <a:p>
                <a:endParaRPr/>
              </a:p>
            </p:txBody>
          </p:sp>
          <p:pic>
            <p:nvPicPr>
              <p:cNvPr id="21" name="object 10">
                <a:extLst>
                  <a:ext uri="{FF2B5EF4-FFF2-40B4-BE49-F238E27FC236}">
                    <a16:creationId xmlns:a16="http://schemas.microsoft.com/office/drawing/2014/main" id="{C3CDDBA8-B7FC-4245-966D-C6C64CC897A2}"/>
                  </a:ext>
                </a:extLst>
              </p:cNvPr>
              <p:cNvPicPr/>
              <p:nvPr/>
            </p:nvPicPr>
            <p:blipFill>
              <a:blip r:embed="rId3" cstate="print"/>
              <a:stretch>
                <a:fillRect/>
              </a:stretch>
            </p:blipFill>
            <p:spPr>
              <a:xfrm>
                <a:off x="3820667" y="2920238"/>
                <a:ext cx="124841" cy="119125"/>
              </a:xfrm>
              <a:prstGeom prst="rect">
                <a:avLst/>
              </a:prstGeom>
            </p:spPr>
          </p:pic>
          <p:pic>
            <p:nvPicPr>
              <p:cNvPr id="22" name="object 11">
                <a:extLst>
                  <a:ext uri="{FF2B5EF4-FFF2-40B4-BE49-F238E27FC236}">
                    <a16:creationId xmlns:a16="http://schemas.microsoft.com/office/drawing/2014/main" id="{E9DF271B-B50E-49CA-90EE-1E08F197B4E4}"/>
                  </a:ext>
                </a:extLst>
              </p:cNvPr>
              <p:cNvPicPr/>
              <p:nvPr/>
            </p:nvPicPr>
            <p:blipFill>
              <a:blip r:embed="rId4" cstate="print"/>
              <a:stretch>
                <a:fillRect/>
              </a:stretch>
            </p:blipFill>
            <p:spPr>
              <a:xfrm>
                <a:off x="3724275" y="3609975"/>
                <a:ext cx="114300" cy="209550"/>
              </a:xfrm>
              <a:prstGeom prst="rect">
                <a:avLst/>
              </a:prstGeom>
            </p:spPr>
          </p:pic>
          <p:pic>
            <p:nvPicPr>
              <p:cNvPr id="23" name="object 12">
                <a:extLst>
                  <a:ext uri="{FF2B5EF4-FFF2-40B4-BE49-F238E27FC236}">
                    <a16:creationId xmlns:a16="http://schemas.microsoft.com/office/drawing/2014/main" id="{43D9168D-1F7C-447B-AF53-1B4C59CC3932}"/>
                  </a:ext>
                </a:extLst>
              </p:cNvPr>
              <p:cNvPicPr/>
              <p:nvPr/>
            </p:nvPicPr>
            <p:blipFill>
              <a:blip r:embed="rId5" cstate="print"/>
              <a:stretch>
                <a:fillRect/>
              </a:stretch>
            </p:blipFill>
            <p:spPr>
              <a:xfrm>
                <a:off x="3490976" y="3681348"/>
                <a:ext cx="161162" cy="76200"/>
              </a:xfrm>
              <a:prstGeom prst="rect">
                <a:avLst/>
              </a:prstGeom>
            </p:spPr>
          </p:pic>
          <p:sp>
            <p:nvSpPr>
              <p:cNvPr id="24" name="object 13">
                <a:extLst>
                  <a:ext uri="{FF2B5EF4-FFF2-40B4-BE49-F238E27FC236}">
                    <a16:creationId xmlns:a16="http://schemas.microsoft.com/office/drawing/2014/main" id="{8EC3C498-1F69-4686-8E3E-5D090147545D}"/>
                  </a:ext>
                </a:extLst>
              </p:cNvPr>
              <p:cNvSpPr/>
              <p:nvPr/>
            </p:nvSpPr>
            <p:spPr>
              <a:xfrm>
                <a:off x="2128900" y="2786125"/>
                <a:ext cx="1147445" cy="1233170"/>
              </a:xfrm>
              <a:custGeom>
                <a:avLst/>
                <a:gdLst/>
                <a:ahLst/>
                <a:cxnLst/>
                <a:rect l="l" t="t" r="r" b="b"/>
                <a:pathLst>
                  <a:path w="1147445" h="1233170">
                    <a:moveTo>
                      <a:pt x="0" y="0"/>
                    </a:moveTo>
                    <a:lnTo>
                      <a:pt x="0" y="518668"/>
                    </a:lnTo>
                  </a:path>
                  <a:path w="1147445" h="1233170">
                    <a:moveTo>
                      <a:pt x="1137665" y="514350"/>
                    </a:moveTo>
                    <a:lnTo>
                      <a:pt x="0" y="514350"/>
                    </a:lnTo>
                  </a:path>
                  <a:path w="1147445" h="1233170">
                    <a:moveTo>
                      <a:pt x="9525" y="714375"/>
                    </a:moveTo>
                    <a:lnTo>
                      <a:pt x="9525" y="1233030"/>
                    </a:lnTo>
                  </a:path>
                  <a:path w="1147445" h="1233170">
                    <a:moveTo>
                      <a:pt x="1147190" y="1228661"/>
                    </a:moveTo>
                    <a:lnTo>
                      <a:pt x="9525" y="1228661"/>
                    </a:lnTo>
                  </a:path>
                </a:pathLst>
              </a:custGeom>
              <a:ln w="25400">
                <a:solidFill>
                  <a:srgbClr val="000000"/>
                </a:solidFill>
              </a:ln>
            </p:spPr>
            <p:txBody>
              <a:bodyPr wrap="square" lIns="0" tIns="0" rIns="0" bIns="0" rtlCol="0"/>
              <a:lstStyle/>
              <a:p>
                <a:endParaRPr/>
              </a:p>
            </p:txBody>
          </p:sp>
          <p:sp>
            <p:nvSpPr>
              <p:cNvPr id="25" name="object 14">
                <a:extLst>
                  <a:ext uri="{FF2B5EF4-FFF2-40B4-BE49-F238E27FC236}">
                    <a16:creationId xmlns:a16="http://schemas.microsoft.com/office/drawing/2014/main" id="{42886716-E381-4A34-9631-9DF44B2C42E5}"/>
                  </a:ext>
                </a:extLst>
              </p:cNvPr>
              <p:cNvSpPr/>
              <p:nvPr/>
            </p:nvSpPr>
            <p:spPr>
              <a:xfrm>
                <a:off x="2200275" y="2905125"/>
                <a:ext cx="1047750" cy="1009650"/>
              </a:xfrm>
              <a:custGeom>
                <a:avLst/>
                <a:gdLst/>
                <a:ahLst/>
                <a:cxnLst/>
                <a:rect l="l" t="t" r="r" b="b"/>
                <a:pathLst>
                  <a:path w="1047750" h="1009650">
                    <a:moveTo>
                      <a:pt x="47625" y="285750"/>
                    </a:moveTo>
                    <a:lnTo>
                      <a:pt x="102853" y="284721"/>
                    </a:lnTo>
                    <a:lnTo>
                      <a:pt x="156840" y="282429"/>
                    </a:lnTo>
                    <a:lnTo>
                      <a:pt x="208343" y="277590"/>
                    </a:lnTo>
                    <a:lnTo>
                      <a:pt x="256121" y="268920"/>
                    </a:lnTo>
                    <a:lnTo>
                      <a:pt x="298932" y="255134"/>
                    </a:lnTo>
                    <a:lnTo>
                      <a:pt x="335533" y="234950"/>
                    </a:lnTo>
                    <a:lnTo>
                      <a:pt x="364144" y="200859"/>
                    </a:lnTo>
                    <a:lnTo>
                      <a:pt x="385477" y="152390"/>
                    </a:lnTo>
                    <a:lnTo>
                      <a:pt x="401843" y="98806"/>
                    </a:lnTo>
                    <a:lnTo>
                      <a:pt x="415553" y="49370"/>
                    </a:lnTo>
                    <a:lnTo>
                      <a:pt x="428917" y="13346"/>
                    </a:lnTo>
                    <a:lnTo>
                      <a:pt x="444245" y="0"/>
                    </a:lnTo>
                    <a:lnTo>
                      <a:pt x="457884" y="15786"/>
                    </a:lnTo>
                    <a:lnTo>
                      <a:pt x="467247" y="54581"/>
                    </a:lnTo>
                    <a:lnTo>
                      <a:pt x="476249" y="106775"/>
                    </a:lnTo>
                    <a:lnTo>
                      <a:pt x="488808" y="162757"/>
                    </a:lnTo>
                    <a:lnTo>
                      <a:pt x="508839" y="212919"/>
                    </a:lnTo>
                    <a:lnTo>
                      <a:pt x="540257" y="247650"/>
                    </a:lnTo>
                    <a:lnTo>
                      <a:pt x="581309" y="264036"/>
                    </a:lnTo>
                    <a:lnTo>
                      <a:pt x="635092" y="273631"/>
                    </a:lnTo>
                    <a:lnTo>
                      <a:pt x="696175" y="278321"/>
                    </a:lnTo>
                    <a:lnTo>
                      <a:pt x="759127" y="279991"/>
                    </a:lnTo>
                    <a:lnTo>
                      <a:pt x="818515" y="280529"/>
                    </a:lnTo>
                    <a:lnTo>
                      <a:pt x="868908" y="281820"/>
                    </a:lnTo>
                    <a:lnTo>
                      <a:pt x="904875" y="285750"/>
                    </a:lnTo>
                  </a:path>
                  <a:path w="1047750" h="1009650">
                    <a:moveTo>
                      <a:pt x="0" y="1009650"/>
                    </a:moveTo>
                    <a:lnTo>
                      <a:pt x="49776" y="972202"/>
                    </a:lnTo>
                    <a:lnTo>
                      <a:pt x="99218" y="935465"/>
                    </a:lnTo>
                    <a:lnTo>
                      <a:pt x="147999" y="900152"/>
                    </a:lnTo>
                    <a:lnTo>
                      <a:pt x="195791" y="866975"/>
                    </a:lnTo>
                    <a:lnTo>
                      <a:pt x="242268" y="836644"/>
                    </a:lnTo>
                    <a:lnTo>
                      <a:pt x="287103" y="809871"/>
                    </a:lnTo>
                    <a:lnTo>
                      <a:pt x="329969" y="787369"/>
                    </a:lnTo>
                    <a:lnTo>
                      <a:pt x="370539" y="769849"/>
                    </a:lnTo>
                    <a:lnTo>
                      <a:pt x="408486" y="758023"/>
                    </a:lnTo>
                    <a:lnTo>
                      <a:pt x="443483" y="752602"/>
                    </a:lnTo>
                    <a:lnTo>
                      <a:pt x="481037" y="758386"/>
                    </a:lnTo>
                    <a:lnTo>
                      <a:pt x="511526" y="778092"/>
                    </a:lnTo>
                    <a:lnTo>
                      <a:pt x="537136" y="807816"/>
                    </a:lnTo>
                    <a:lnTo>
                      <a:pt x="560054" y="843656"/>
                    </a:lnTo>
                    <a:lnTo>
                      <a:pt x="582465" y="881708"/>
                    </a:lnTo>
                    <a:lnTo>
                      <a:pt x="606557" y="918070"/>
                    </a:lnTo>
                    <a:lnTo>
                      <a:pt x="634516" y="948840"/>
                    </a:lnTo>
                    <a:lnTo>
                      <a:pt x="668527" y="970114"/>
                    </a:lnTo>
                    <a:lnTo>
                      <a:pt x="708023" y="983204"/>
                    </a:lnTo>
                    <a:lnTo>
                      <a:pt x="750677" y="992375"/>
                    </a:lnTo>
                    <a:lnTo>
                      <a:pt x="796039" y="998188"/>
                    </a:lnTo>
                    <a:lnTo>
                      <a:pt x="843660" y="1001202"/>
                    </a:lnTo>
                    <a:lnTo>
                      <a:pt x="893092" y="1001978"/>
                    </a:lnTo>
                    <a:lnTo>
                      <a:pt x="943883" y="1001074"/>
                    </a:lnTo>
                    <a:lnTo>
                      <a:pt x="995586" y="999050"/>
                    </a:lnTo>
                    <a:lnTo>
                      <a:pt x="1047750" y="996467"/>
                    </a:lnTo>
                  </a:path>
                </a:pathLst>
              </a:custGeom>
              <a:ln w="22225">
                <a:solidFill>
                  <a:srgbClr val="000000"/>
                </a:solidFill>
              </a:ln>
            </p:spPr>
            <p:txBody>
              <a:bodyPr wrap="square" lIns="0" tIns="0" rIns="0" bIns="0" rtlCol="0"/>
              <a:lstStyle/>
              <a:p>
                <a:endParaRPr/>
              </a:p>
            </p:txBody>
          </p:sp>
          <p:sp>
            <p:nvSpPr>
              <p:cNvPr id="26" name="object 15">
                <a:extLst>
                  <a:ext uri="{FF2B5EF4-FFF2-40B4-BE49-F238E27FC236}">
                    <a16:creationId xmlns:a16="http://schemas.microsoft.com/office/drawing/2014/main" id="{B30EDDAF-907F-457B-9C7D-D47DFB79FCB3}"/>
                  </a:ext>
                </a:extLst>
              </p:cNvPr>
              <p:cNvSpPr/>
              <p:nvPr/>
            </p:nvSpPr>
            <p:spPr>
              <a:xfrm>
                <a:off x="704850" y="1257300"/>
                <a:ext cx="739140" cy="1502410"/>
              </a:xfrm>
              <a:custGeom>
                <a:avLst/>
                <a:gdLst/>
                <a:ahLst/>
                <a:cxnLst/>
                <a:rect l="l" t="t" r="r" b="b"/>
                <a:pathLst>
                  <a:path w="739140" h="1502410">
                    <a:moveTo>
                      <a:pt x="19050" y="1501902"/>
                    </a:moveTo>
                    <a:lnTo>
                      <a:pt x="19050" y="0"/>
                    </a:lnTo>
                  </a:path>
                  <a:path w="739140" h="1502410">
                    <a:moveTo>
                      <a:pt x="0" y="0"/>
                    </a:moveTo>
                    <a:lnTo>
                      <a:pt x="739140" y="0"/>
                    </a:lnTo>
                  </a:path>
                </a:pathLst>
              </a:custGeom>
              <a:ln w="38100">
                <a:solidFill>
                  <a:srgbClr val="C00000"/>
                </a:solidFill>
              </a:ln>
            </p:spPr>
            <p:txBody>
              <a:bodyPr wrap="square" lIns="0" tIns="0" rIns="0" bIns="0" rtlCol="0"/>
              <a:lstStyle/>
              <a:p>
                <a:endParaRPr/>
              </a:p>
            </p:txBody>
          </p:sp>
        </p:grpSp>
      </p:grpSp>
      <p:sp>
        <p:nvSpPr>
          <p:cNvPr id="28" name="TextBox 27">
            <a:extLst>
              <a:ext uri="{FF2B5EF4-FFF2-40B4-BE49-F238E27FC236}">
                <a16:creationId xmlns:a16="http://schemas.microsoft.com/office/drawing/2014/main" id="{CC4401D9-A744-41B6-B788-0EA9F0FF2CBD}"/>
              </a:ext>
            </a:extLst>
          </p:cNvPr>
          <p:cNvSpPr txBox="1"/>
          <p:nvPr/>
        </p:nvSpPr>
        <p:spPr>
          <a:xfrm>
            <a:off x="3810000" y="2724150"/>
            <a:ext cx="5105400" cy="369332"/>
          </a:xfrm>
          <a:prstGeom prst="rect">
            <a:avLst/>
          </a:prstGeom>
          <a:noFill/>
        </p:spPr>
        <p:txBody>
          <a:bodyPr wrap="square" rtlCol="0">
            <a:spAutoFit/>
          </a:bodyPr>
          <a:lstStyle/>
          <a:p>
            <a:r>
              <a:rPr lang="en-US" dirty="0"/>
              <a:t>How you see a thing? Or How cats see a thing?</a:t>
            </a:r>
          </a:p>
        </p:txBody>
      </p:sp>
      <p:grpSp>
        <p:nvGrpSpPr>
          <p:cNvPr id="47" name="Group 46">
            <a:extLst>
              <a:ext uri="{FF2B5EF4-FFF2-40B4-BE49-F238E27FC236}">
                <a16:creationId xmlns:a16="http://schemas.microsoft.com/office/drawing/2014/main" id="{9C607AF5-09EA-4C12-9DD0-0DF438C86E7A}"/>
              </a:ext>
            </a:extLst>
          </p:cNvPr>
          <p:cNvGrpSpPr/>
          <p:nvPr/>
        </p:nvGrpSpPr>
        <p:grpSpPr>
          <a:xfrm>
            <a:off x="4637466" y="3215826"/>
            <a:ext cx="3127754" cy="1736172"/>
            <a:chOff x="4323617" y="414401"/>
            <a:chExt cx="3528537" cy="1987111"/>
          </a:xfrm>
        </p:grpSpPr>
        <p:pic>
          <p:nvPicPr>
            <p:cNvPr id="29" name="object 6">
              <a:extLst>
                <a:ext uri="{FF2B5EF4-FFF2-40B4-BE49-F238E27FC236}">
                  <a16:creationId xmlns:a16="http://schemas.microsoft.com/office/drawing/2014/main" id="{48202161-6DEC-45E3-90AA-BDFAF3EDF082}"/>
                </a:ext>
              </a:extLst>
            </p:cNvPr>
            <p:cNvPicPr/>
            <p:nvPr/>
          </p:nvPicPr>
          <p:blipFill>
            <a:blip r:embed="rId6" cstate="print"/>
            <a:stretch>
              <a:fillRect/>
            </a:stretch>
          </p:blipFill>
          <p:spPr>
            <a:xfrm>
              <a:off x="4323617" y="1103168"/>
              <a:ext cx="919528" cy="1298344"/>
            </a:xfrm>
            <a:prstGeom prst="rect">
              <a:avLst/>
            </a:prstGeom>
          </p:spPr>
        </p:pic>
        <p:sp>
          <p:nvSpPr>
            <p:cNvPr id="30" name="object 20">
              <a:extLst>
                <a:ext uri="{FF2B5EF4-FFF2-40B4-BE49-F238E27FC236}">
                  <a16:creationId xmlns:a16="http://schemas.microsoft.com/office/drawing/2014/main" id="{C551C6DA-3E11-489D-B5DB-EDC4CFA3C3A1}"/>
                </a:ext>
              </a:extLst>
            </p:cNvPr>
            <p:cNvSpPr/>
            <p:nvPr/>
          </p:nvSpPr>
          <p:spPr>
            <a:xfrm>
              <a:off x="5305425" y="552450"/>
              <a:ext cx="57150" cy="457200"/>
            </a:xfrm>
            <a:custGeom>
              <a:avLst/>
              <a:gdLst/>
              <a:ahLst/>
              <a:cxnLst/>
              <a:rect l="l" t="t" r="r" b="b"/>
              <a:pathLst>
                <a:path w="57150" h="457200">
                  <a:moveTo>
                    <a:pt x="57150" y="0"/>
                  </a:moveTo>
                  <a:lnTo>
                    <a:pt x="0" y="0"/>
                  </a:lnTo>
                  <a:lnTo>
                    <a:pt x="0" y="457200"/>
                  </a:lnTo>
                  <a:lnTo>
                    <a:pt x="57150" y="457200"/>
                  </a:lnTo>
                  <a:lnTo>
                    <a:pt x="57150" y="0"/>
                  </a:lnTo>
                  <a:close/>
                </a:path>
              </a:pathLst>
            </a:custGeom>
            <a:solidFill>
              <a:srgbClr val="000000"/>
            </a:solidFill>
          </p:spPr>
          <p:txBody>
            <a:bodyPr wrap="square" lIns="0" tIns="0" rIns="0" bIns="0" rtlCol="0"/>
            <a:lstStyle/>
            <a:p>
              <a:endParaRPr/>
            </a:p>
          </p:txBody>
        </p:sp>
        <p:grpSp>
          <p:nvGrpSpPr>
            <p:cNvPr id="31" name="object 21">
              <a:extLst>
                <a:ext uri="{FF2B5EF4-FFF2-40B4-BE49-F238E27FC236}">
                  <a16:creationId xmlns:a16="http://schemas.microsoft.com/office/drawing/2014/main" id="{904DD19E-267A-4047-94EA-9D3A71C07BF2}"/>
                </a:ext>
              </a:extLst>
            </p:cNvPr>
            <p:cNvGrpSpPr/>
            <p:nvPr/>
          </p:nvGrpSpPr>
          <p:grpSpPr>
            <a:xfrm>
              <a:off x="5562600" y="557276"/>
              <a:ext cx="457200" cy="252729"/>
              <a:chOff x="5562600" y="557276"/>
              <a:chExt cx="457200" cy="252729"/>
            </a:xfrm>
          </p:grpSpPr>
          <p:sp>
            <p:nvSpPr>
              <p:cNvPr id="32" name="object 22">
                <a:extLst>
                  <a:ext uri="{FF2B5EF4-FFF2-40B4-BE49-F238E27FC236}">
                    <a16:creationId xmlns:a16="http://schemas.microsoft.com/office/drawing/2014/main" id="{BE233D00-B5E9-4D76-8C93-A7825DD63757}"/>
                  </a:ext>
                </a:extLst>
              </p:cNvPr>
              <p:cNvSpPr/>
              <p:nvPr/>
            </p:nvSpPr>
            <p:spPr>
              <a:xfrm>
                <a:off x="5562600" y="752475"/>
                <a:ext cx="457200" cy="57150"/>
              </a:xfrm>
              <a:custGeom>
                <a:avLst/>
                <a:gdLst/>
                <a:ahLst/>
                <a:cxnLst/>
                <a:rect l="l" t="t" r="r" b="b"/>
                <a:pathLst>
                  <a:path w="457200" h="57150">
                    <a:moveTo>
                      <a:pt x="457200" y="0"/>
                    </a:moveTo>
                    <a:lnTo>
                      <a:pt x="0" y="0"/>
                    </a:lnTo>
                    <a:lnTo>
                      <a:pt x="0" y="57150"/>
                    </a:lnTo>
                    <a:lnTo>
                      <a:pt x="457200" y="57150"/>
                    </a:lnTo>
                    <a:lnTo>
                      <a:pt x="457200" y="0"/>
                    </a:lnTo>
                    <a:close/>
                  </a:path>
                </a:pathLst>
              </a:custGeom>
              <a:solidFill>
                <a:srgbClr val="000000"/>
              </a:solidFill>
            </p:spPr>
            <p:txBody>
              <a:bodyPr wrap="square" lIns="0" tIns="0" rIns="0" bIns="0" rtlCol="0"/>
              <a:lstStyle/>
              <a:p>
                <a:endParaRPr/>
              </a:p>
            </p:txBody>
          </p:sp>
          <p:pic>
            <p:nvPicPr>
              <p:cNvPr id="33" name="object 23">
                <a:extLst>
                  <a:ext uri="{FF2B5EF4-FFF2-40B4-BE49-F238E27FC236}">
                    <a16:creationId xmlns:a16="http://schemas.microsoft.com/office/drawing/2014/main" id="{A7468084-DA90-4432-B615-84B885D93786}"/>
                  </a:ext>
                </a:extLst>
              </p:cNvPr>
              <p:cNvPicPr/>
              <p:nvPr/>
            </p:nvPicPr>
            <p:blipFill>
              <a:blip r:embed="rId7" cstate="print"/>
              <a:stretch>
                <a:fillRect/>
              </a:stretch>
            </p:blipFill>
            <p:spPr>
              <a:xfrm>
                <a:off x="5757798" y="557276"/>
                <a:ext cx="76200" cy="159893"/>
              </a:xfrm>
              <a:prstGeom prst="rect">
                <a:avLst/>
              </a:prstGeom>
            </p:spPr>
          </p:pic>
        </p:grpSp>
        <p:grpSp>
          <p:nvGrpSpPr>
            <p:cNvPr id="34" name="object 24">
              <a:extLst>
                <a:ext uri="{FF2B5EF4-FFF2-40B4-BE49-F238E27FC236}">
                  <a16:creationId xmlns:a16="http://schemas.microsoft.com/office/drawing/2014/main" id="{3C36E89C-C4E4-4480-A7D1-FDBFEC8AE30A}"/>
                </a:ext>
              </a:extLst>
            </p:cNvPr>
            <p:cNvGrpSpPr/>
            <p:nvPr/>
          </p:nvGrpSpPr>
          <p:grpSpPr>
            <a:xfrm>
              <a:off x="6218301" y="597280"/>
              <a:ext cx="363855" cy="363855"/>
              <a:chOff x="6218301" y="597280"/>
              <a:chExt cx="363855" cy="363855"/>
            </a:xfrm>
          </p:grpSpPr>
          <p:sp>
            <p:nvSpPr>
              <p:cNvPr id="35" name="object 25">
                <a:extLst>
                  <a:ext uri="{FF2B5EF4-FFF2-40B4-BE49-F238E27FC236}">
                    <a16:creationId xmlns:a16="http://schemas.microsoft.com/office/drawing/2014/main" id="{E0EDE941-0D53-4504-AC5F-06E8BFEB8441}"/>
                  </a:ext>
                </a:extLst>
              </p:cNvPr>
              <p:cNvSpPr/>
              <p:nvPr/>
            </p:nvSpPr>
            <p:spPr>
              <a:xfrm>
                <a:off x="6218301" y="597280"/>
                <a:ext cx="363855" cy="363855"/>
              </a:xfrm>
              <a:custGeom>
                <a:avLst/>
                <a:gdLst/>
                <a:ahLst/>
                <a:cxnLst/>
                <a:rect l="l" t="t" r="r" b="b"/>
                <a:pathLst>
                  <a:path w="363854" h="363855">
                    <a:moveTo>
                      <a:pt x="40386" y="0"/>
                    </a:moveTo>
                    <a:lnTo>
                      <a:pt x="0" y="40386"/>
                    </a:lnTo>
                    <a:lnTo>
                      <a:pt x="323215" y="363601"/>
                    </a:lnTo>
                    <a:lnTo>
                      <a:pt x="363600" y="323215"/>
                    </a:lnTo>
                    <a:lnTo>
                      <a:pt x="40386" y="0"/>
                    </a:lnTo>
                    <a:close/>
                  </a:path>
                </a:pathLst>
              </a:custGeom>
              <a:solidFill>
                <a:srgbClr val="000000"/>
              </a:solidFill>
            </p:spPr>
            <p:txBody>
              <a:bodyPr wrap="square" lIns="0" tIns="0" rIns="0" bIns="0" rtlCol="0"/>
              <a:lstStyle/>
              <a:p>
                <a:endParaRPr/>
              </a:p>
            </p:txBody>
          </p:sp>
          <p:pic>
            <p:nvPicPr>
              <p:cNvPr id="36" name="object 26">
                <a:extLst>
                  <a:ext uri="{FF2B5EF4-FFF2-40B4-BE49-F238E27FC236}">
                    <a16:creationId xmlns:a16="http://schemas.microsoft.com/office/drawing/2014/main" id="{7771C9CF-AE9B-4423-857E-7EE220A6D39C}"/>
                  </a:ext>
                </a:extLst>
              </p:cNvPr>
              <p:cNvPicPr/>
              <p:nvPr/>
            </p:nvPicPr>
            <p:blipFill>
              <a:blip r:embed="rId8" cstate="print"/>
              <a:stretch>
                <a:fillRect/>
              </a:stretch>
            </p:blipFill>
            <p:spPr>
              <a:xfrm>
                <a:off x="6234049" y="834643"/>
                <a:ext cx="119125" cy="113537"/>
              </a:xfrm>
              <a:prstGeom prst="rect">
                <a:avLst/>
              </a:prstGeom>
            </p:spPr>
          </p:pic>
          <p:pic>
            <p:nvPicPr>
              <p:cNvPr id="37" name="object 27">
                <a:extLst>
                  <a:ext uri="{FF2B5EF4-FFF2-40B4-BE49-F238E27FC236}">
                    <a16:creationId xmlns:a16="http://schemas.microsoft.com/office/drawing/2014/main" id="{DADBED74-D9DB-45D4-AC32-55541B7529A3}"/>
                  </a:ext>
                </a:extLst>
              </p:cNvPr>
              <p:cNvPicPr/>
              <p:nvPr/>
            </p:nvPicPr>
            <p:blipFill>
              <a:blip r:embed="rId9" cstate="print"/>
              <a:stretch>
                <a:fillRect/>
              </a:stretch>
            </p:blipFill>
            <p:spPr>
              <a:xfrm>
                <a:off x="6441313" y="634110"/>
                <a:ext cx="124840" cy="119125"/>
              </a:xfrm>
              <a:prstGeom prst="rect">
                <a:avLst/>
              </a:prstGeom>
            </p:spPr>
          </p:pic>
        </p:grpSp>
        <p:grpSp>
          <p:nvGrpSpPr>
            <p:cNvPr id="38" name="object 28">
              <a:extLst>
                <a:ext uri="{FF2B5EF4-FFF2-40B4-BE49-F238E27FC236}">
                  <a16:creationId xmlns:a16="http://schemas.microsoft.com/office/drawing/2014/main" id="{F9389296-F130-4E31-8168-859F6C19C218}"/>
                </a:ext>
              </a:extLst>
            </p:cNvPr>
            <p:cNvGrpSpPr/>
            <p:nvPr/>
          </p:nvGrpSpPr>
          <p:grpSpPr>
            <a:xfrm>
              <a:off x="6710426" y="414401"/>
              <a:ext cx="481330" cy="481330"/>
              <a:chOff x="6710426" y="414401"/>
              <a:chExt cx="481330" cy="481330"/>
            </a:xfrm>
          </p:grpSpPr>
          <p:sp>
            <p:nvSpPr>
              <p:cNvPr id="39" name="object 29">
                <a:extLst>
                  <a:ext uri="{FF2B5EF4-FFF2-40B4-BE49-F238E27FC236}">
                    <a16:creationId xmlns:a16="http://schemas.microsoft.com/office/drawing/2014/main" id="{71AD5625-2BE1-435C-909C-0D19019573CE}"/>
                  </a:ext>
                </a:extLst>
              </p:cNvPr>
              <p:cNvSpPr/>
              <p:nvPr/>
            </p:nvSpPr>
            <p:spPr>
              <a:xfrm>
                <a:off x="6896100" y="600075"/>
                <a:ext cx="295275" cy="295275"/>
              </a:xfrm>
              <a:custGeom>
                <a:avLst/>
                <a:gdLst/>
                <a:ahLst/>
                <a:cxnLst/>
                <a:rect l="l" t="t" r="r" b="b"/>
                <a:pathLst>
                  <a:path w="295275" h="295275">
                    <a:moveTo>
                      <a:pt x="147700" y="0"/>
                    </a:moveTo>
                    <a:lnTo>
                      <a:pt x="100982" y="7520"/>
                    </a:lnTo>
                    <a:lnTo>
                      <a:pt x="60432" y="28464"/>
                    </a:lnTo>
                    <a:lnTo>
                      <a:pt x="28472" y="60405"/>
                    </a:lnTo>
                    <a:lnTo>
                      <a:pt x="7521" y="100917"/>
                    </a:lnTo>
                    <a:lnTo>
                      <a:pt x="0" y="147574"/>
                    </a:lnTo>
                    <a:lnTo>
                      <a:pt x="7521" y="194292"/>
                    </a:lnTo>
                    <a:lnTo>
                      <a:pt x="28472" y="234842"/>
                    </a:lnTo>
                    <a:lnTo>
                      <a:pt x="60432" y="266802"/>
                    </a:lnTo>
                    <a:lnTo>
                      <a:pt x="100982" y="287753"/>
                    </a:lnTo>
                    <a:lnTo>
                      <a:pt x="147700" y="295275"/>
                    </a:lnTo>
                    <a:lnTo>
                      <a:pt x="194357" y="287753"/>
                    </a:lnTo>
                    <a:lnTo>
                      <a:pt x="234869" y="266802"/>
                    </a:lnTo>
                    <a:lnTo>
                      <a:pt x="266810" y="234842"/>
                    </a:lnTo>
                    <a:lnTo>
                      <a:pt x="287754" y="194292"/>
                    </a:lnTo>
                    <a:lnTo>
                      <a:pt x="295275" y="147574"/>
                    </a:lnTo>
                    <a:lnTo>
                      <a:pt x="287754" y="100917"/>
                    </a:lnTo>
                    <a:lnTo>
                      <a:pt x="266810" y="60405"/>
                    </a:lnTo>
                    <a:lnTo>
                      <a:pt x="234869" y="28464"/>
                    </a:lnTo>
                    <a:lnTo>
                      <a:pt x="194357" y="7520"/>
                    </a:lnTo>
                    <a:lnTo>
                      <a:pt x="147700" y="0"/>
                    </a:lnTo>
                    <a:close/>
                  </a:path>
                </a:pathLst>
              </a:custGeom>
              <a:solidFill>
                <a:srgbClr val="000000"/>
              </a:solidFill>
            </p:spPr>
            <p:txBody>
              <a:bodyPr wrap="square" lIns="0" tIns="0" rIns="0" bIns="0" rtlCol="0"/>
              <a:lstStyle/>
              <a:p>
                <a:endParaRPr/>
              </a:p>
            </p:txBody>
          </p:sp>
          <p:pic>
            <p:nvPicPr>
              <p:cNvPr id="40" name="object 30">
                <a:extLst>
                  <a:ext uri="{FF2B5EF4-FFF2-40B4-BE49-F238E27FC236}">
                    <a16:creationId xmlns:a16="http://schemas.microsoft.com/office/drawing/2014/main" id="{1AFB3562-BC12-4732-B26D-313D44C1D684}"/>
                  </a:ext>
                </a:extLst>
              </p:cNvPr>
              <p:cNvPicPr/>
              <p:nvPr/>
            </p:nvPicPr>
            <p:blipFill>
              <a:blip r:embed="rId10" cstate="print"/>
              <a:stretch>
                <a:fillRect/>
              </a:stretch>
            </p:blipFill>
            <p:spPr>
              <a:xfrm>
                <a:off x="6710426" y="700151"/>
                <a:ext cx="161163" cy="76200"/>
              </a:xfrm>
              <a:prstGeom prst="rect">
                <a:avLst/>
              </a:prstGeom>
            </p:spPr>
          </p:pic>
          <p:pic>
            <p:nvPicPr>
              <p:cNvPr id="41" name="object 31">
                <a:extLst>
                  <a:ext uri="{FF2B5EF4-FFF2-40B4-BE49-F238E27FC236}">
                    <a16:creationId xmlns:a16="http://schemas.microsoft.com/office/drawing/2014/main" id="{63E79B3D-8287-404B-A20E-8C7B64DC97AB}"/>
                  </a:ext>
                </a:extLst>
              </p:cNvPr>
              <p:cNvPicPr/>
              <p:nvPr/>
            </p:nvPicPr>
            <p:blipFill>
              <a:blip r:embed="rId11" cstate="print"/>
              <a:stretch>
                <a:fillRect/>
              </a:stretch>
            </p:blipFill>
            <p:spPr>
              <a:xfrm>
                <a:off x="7015035" y="414401"/>
                <a:ext cx="76263" cy="159893"/>
              </a:xfrm>
              <a:prstGeom prst="rect">
                <a:avLst/>
              </a:prstGeom>
            </p:spPr>
          </p:pic>
        </p:grpSp>
        <p:grpSp>
          <p:nvGrpSpPr>
            <p:cNvPr id="42" name="object 32">
              <a:extLst>
                <a:ext uri="{FF2B5EF4-FFF2-40B4-BE49-F238E27FC236}">
                  <a16:creationId xmlns:a16="http://schemas.microsoft.com/office/drawing/2014/main" id="{146493EC-7F51-4ABE-9DB6-8245916C528A}"/>
                </a:ext>
              </a:extLst>
            </p:cNvPr>
            <p:cNvGrpSpPr/>
            <p:nvPr/>
          </p:nvGrpSpPr>
          <p:grpSpPr>
            <a:xfrm>
              <a:off x="7505700" y="647700"/>
              <a:ext cx="114300" cy="394970"/>
              <a:chOff x="7505700" y="647700"/>
              <a:chExt cx="114300" cy="394970"/>
            </a:xfrm>
          </p:grpSpPr>
          <p:pic>
            <p:nvPicPr>
              <p:cNvPr id="43" name="object 33">
                <a:extLst>
                  <a:ext uri="{FF2B5EF4-FFF2-40B4-BE49-F238E27FC236}">
                    <a16:creationId xmlns:a16="http://schemas.microsoft.com/office/drawing/2014/main" id="{0B8A4524-4144-489E-8543-7748F6D7820E}"/>
                  </a:ext>
                </a:extLst>
              </p:cNvPr>
              <p:cNvPicPr/>
              <p:nvPr/>
            </p:nvPicPr>
            <p:blipFill>
              <a:blip r:embed="rId4" cstate="print"/>
              <a:stretch>
                <a:fillRect/>
              </a:stretch>
            </p:blipFill>
            <p:spPr>
              <a:xfrm>
                <a:off x="7505700" y="647700"/>
                <a:ext cx="114300" cy="209550"/>
              </a:xfrm>
              <a:prstGeom prst="rect">
                <a:avLst/>
              </a:prstGeom>
            </p:spPr>
          </p:pic>
          <p:pic>
            <p:nvPicPr>
              <p:cNvPr id="44" name="object 34">
                <a:extLst>
                  <a:ext uri="{FF2B5EF4-FFF2-40B4-BE49-F238E27FC236}">
                    <a16:creationId xmlns:a16="http://schemas.microsoft.com/office/drawing/2014/main" id="{6A8A3176-15E3-4DED-8D87-C8927BF9FDBA}"/>
                  </a:ext>
                </a:extLst>
              </p:cNvPr>
              <p:cNvPicPr/>
              <p:nvPr/>
            </p:nvPicPr>
            <p:blipFill>
              <a:blip r:embed="rId12" cstate="print"/>
              <a:stretch>
                <a:fillRect/>
              </a:stretch>
            </p:blipFill>
            <p:spPr>
              <a:xfrm>
                <a:off x="7529449" y="890650"/>
                <a:ext cx="76200" cy="151891"/>
              </a:xfrm>
              <a:prstGeom prst="rect">
                <a:avLst/>
              </a:prstGeom>
            </p:spPr>
          </p:pic>
        </p:grpSp>
        <p:pic>
          <p:nvPicPr>
            <p:cNvPr id="45" name="object 37">
              <a:extLst>
                <a:ext uri="{FF2B5EF4-FFF2-40B4-BE49-F238E27FC236}">
                  <a16:creationId xmlns:a16="http://schemas.microsoft.com/office/drawing/2014/main" id="{4E4438AF-A202-4B8E-A425-C0E67C83DCE9}"/>
                </a:ext>
              </a:extLst>
            </p:cNvPr>
            <p:cNvPicPr/>
            <p:nvPr/>
          </p:nvPicPr>
          <p:blipFill>
            <a:blip r:embed="rId10" cstate="print"/>
            <a:stretch>
              <a:fillRect/>
            </a:stretch>
          </p:blipFill>
          <p:spPr>
            <a:xfrm>
              <a:off x="7281926" y="719201"/>
              <a:ext cx="161163" cy="76200"/>
            </a:xfrm>
            <a:prstGeom prst="rect">
              <a:avLst/>
            </a:prstGeom>
          </p:spPr>
        </p:pic>
        <p:pic>
          <p:nvPicPr>
            <p:cNvPr id="46" name="object 39">
              <a:extLst>
                <a:ext uri="{FF2B5EF4-FFF2-40B4-BE49-F238E27FC236}">
                  <a16:creationId xmlns:a16="http://schemas.microsoft.com/office/drawing/2014/main" id="{0053E78C-205B-4DF8-BEB8-AB65F8748050}"/>
                </a:ext>
              </a:extLst>
            </p:cNvPr>
            <p:cNvPicPr/>
            <p:nvPr/>
          </p:nvPicPr>
          <p:blipFill>
            <a:blip r:embed="rId13" cstate="print"/>
            <a:stretch>
              <a:fillRect/>
            </a:stretch>
          </p:blipFill>
          <p:spPr>
            <a:xfrm>
              <a:off x="7681848" y="719201"/>
              <a:ext cx="170306" cy="76200"/>
            </a:xfrm>
            <a:prstGeom prst="rect">
              <a:avLst/>
            </a:prstGeom>
          </p:spPr>
        </p:pic>
      </p:grpSp>
      <p:sp>
        <p:nvSpPr>
          <p:cNvPr id="2" name="TextBox 1">
            <a:extLst>
              <a:ext uri="{FF2B5EF4-FFF2-40B4-BE49-F238E27FC236}">
                <a16:creationId xmlns:a16="http://schemas.microsoft.com/office/drawing/2014/main" id="{059DE1A7-F8B8-4A52-A108-480B86274EF8}"/>
              </a:ext>
            </a:extLst>
          </p:cNvPr>
          <p:cNvSpPr txBox="1"/>
          <p:nvPr/>
        </p:nvSpPr>
        <p:spPr>
          <a:xfrm>
            <a:off x="6333255" y="3843427"/>
            <a:ext cx="2734545" cy="1200329"/>
          </a:xfrm>
          <a:prstGeom prst="rect">
            <a:avLst/>
          </a:prstGeom>
          <a:noFill/>
        </p:spPr>
        <p:txBody>
          <a:bodyPr wrap="square" rtlCol="0">
            <a:spAutoFit/>
          </a:bodyPr>
          <a:lstStyle/>
          <a:p>
            <a:r>
              <a:rPr lang="en-US" dirty="0"/>
              <a:t>A group of neuron were identifying a portion, then sent those to other neurons</a:t>
            </a:r>
          </a:p>
        </p:txBody>
      </p:sp>
    </p:spTree>
    <p:extLst>
      <p:ext uri="{BB962C8B-B14F-4D97-AF65-F5344CB8AC3E}">
        <p14:creationId xmlns:p14="http://schemas.microsoft.com/office/powerpoint/2010/main" val="33511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8"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7AE33-EF7A-4659-BEC7-F08DE5086FB7}"/>
              </a:ext>
            </a:extLst>
          </p:cNvPr>
          <p:cNvSpPr>
            <a:spLocks noGrp="1"/>
          </p:cNvSpPr>
          <p:nvPr>
            <p:ph type="title"/>
          </p:nvPr>
        </p:nvSpPr>
        <p:spPr>
          <a:xfrm>
            <a:off x="390842" y="136143"/>
            <a:ext cx="8362315" cy="423193"/>
          </a:xfrm>
        </p:spPr>
        <p:txBody>
          <a:bodyPr/>
          <a:lstStyle/>
          <a:p>
            <a:pPr algn="ctr"/>
            <a:r>
              <a:rPr lang="en-US" dirty="0"/>
              <a:t>More on Human Perspective</a:t>
            </a:r>
          </a:p>
        </p:txBody>
      </p:sp>
      <p:pic>
        <p:nvPicPr>
          <p:cNvPr id="5" name="Picture 4">
            <a:extLst>
              <a:ext uri="{FF2B5EF4-FFF2-40B4-BE49-F238E27FC236}">
                <a16:creationId xmlns:a16="http://schemas.microsoft.com/office/drawing/2014/main" id="{D7AC2912-E825-4BC2-A509-BBD1784EE673}"/>
              </a:ext>
            </a:extLst>
          </p:cNvPr>
          <p:cNvPicPr>
            <a:picLocks noChangeAspect="1"/>
          </p:cNvPicPr>
          <p:nvPr/>
        </p:nvPicPr>
        <p:blipFill>
          <a:blip r:embed="rId2"/>
          <a:stretch>
            <a:fillRect/>
          </a:stretch>
        </p:blipFill>
        <p:spPr>
          <a:xfrm>
            <a:off x="401393" y="742950"/>
            <a:ext cx="3083348" cy="3019868"/>
          </a:xfrm>
          <a:prstGeom prst="rect">
            <a:avLst/>
          </a:prstGeom>
        </p:spPr>
      </p:pic>
      <p:pic>
        <p:nvPicPr>
          <p:cNvPr id="7" name="Picture 6">
            <a:extLst>
              <a:ext uri="{FF2B5EF4-FFF2-40B4-BE49-F238E27FC236}">
                <a16:creationId xmlns:a16="http://schemas.microsoft.com/office/drawing/2014/main" id="{9BFFE57D-9887-4B42-9893-CB4620EF752D}"/>
              </a:ext>
            </a:extLst>
          </p:cNvPr>
          <p:cNvPicPr>
            <a:picLocks noChangeAspect="1"/>
          </p:cNvPicPr>
          <p:nvPr/>
        </p:nvPicPr>
        <p:blipFill>
          <a:blip r:embed="rId3"/>
          <a:stretch>
            <a:fillRect/>
          </a:stretch>
        </p:blipFill>
        <p:spPr>
          <a:xfrm>
            <a:off x="3810000" y="774271"/>
            <a:ext cx="1228896" cy="428685"/>
          </a:xfrm>
          <a:prstGeom prst="rect">
            <a:avLst/>
          </a:prstGeom>
        </p:spPr>
      </p:pic>
      <p:pic>
        <p:nvPicPr>
          <p:cNvPr id="9" name="Picture 8">
            <a:extLst>
              <a:ext uri="{FF2B5EF4-FFF2-40B4-BE49-F238E27FC236}">
                <a16:creationId xmlns:a16="http://schemas.microsoft.com/office/drawing/2014/main" id="{3CB1AD18-6BBF-4E07-89BB-ACAA660C38E5}"/>
              </a:ext>
            </a:extLst>
          </p:cNvPr>
          <p:cNvPicPr>
            <a:picLocks noChangeAspect="1"/>
          </p:cNvPicPr>
          <p:nvPr/>
        </p:nvPicPr>
        <p:blipFill>
          <a:blip r:embed="rId4"/>
          <a:stretch>
            <a:fillRect/>
          </a:stretch>
        </p:blipFill>
        <p:spPr>
          <a:xfrm>
            <a:off x="4071172" y="1438191"/>
            <a:ext cx="743054" cy="600159"/>
          </a:xfrm>
          <a:prstGeom prst="rect">
            <a:avLst/>
          </a:prstGeom>
        </p:spPr>
      </p:pic>
      <p:pic>
        <p:nvPicPr>
          <p:cNvPr id="11" name="Picture 10">
            <a:extLst>
              <a:ext uri="{FF2B5EF4-FFF2-40B4-BE49-F238E27FC236}">
                <a16:creationId xmlns:a16="http://schemas.microsoft.com/office/drawing/2014/main" id="{C0361AE4-77C5-4F31-8B28-10A5F9769BC1}"/>
              </a:ext>
            </a:extLst>
          </p:cNvPr>
          <p:cNvPicPr>
            <a:picLocks noChangeAspect="1"/>
          </p:cNvPicPr>
          <p:nvPr/>
        </p:nvPicPr>
        <p:blipFill>
          <a:blip r:embed="rId5"/>
          <a:stretch>
            <a:fillRect/>
          </a:stretch>
        </p:blipFill>
        <p:spPr>
          <a:xfrm>
            <a:off x="3619473" y="2190750"/>
            <a:ext cx="1609950" cy="743054"/>
          </a:xfrm>
          <a:prstGeom prst="rect">
            <a:avLst/>
          </a:prstGeom>
        </p:spPr>
      </p:pic>
      <p:sp>
        <p:nvSpPr>
          <p:cNvPr id="12" name="TextBox 11">
            <a:extLst>
              <a:ext uri="{FF2B5EF4-FFF2-40B4-BE49-F238E27FC236}">
                <a16:creationId xmlns:a16="http://schemas.microsoft.com/office/drawing/2014/main" id="{5C4BEE65-88C1-4DDF-BF30-0F715CDBC531}"/>
              </a:ext>
            </a:extLst>
          </p:cNvPr>
          <p:cNvSpPr txBox="1"/>
          <p:nvPr/>
        </p:nvSpPr>
        <p:spPr>
          <a:xfrm>
            <a:off x="3891048" y="487943"/>
            <a:ext cx="1066800" cy="276999"/>
          </a:xfrm>
          <a:prstGeom prst="rect">
            <a:avLst/>
          </a:prstGeom>
          <a:noFill/>
        </p:spPr>
        <p:txBody>
          <a:bodyPr wrap="square" rtlCol="0">
            <a:spAutoFit/>
          </a:bodyPr>
          <a:lstStyle/>
          <a:p>
            <a:pPr algn="ctr"/>
            <a:r>
              <a:rPr lang="en-US" sz="1200" dirty="0"/>
              <a:t>Eyes</a:t>
            </a:r>
          </a:p>
        </p:txBody>
      </p:sp>
      <p:sp>
        <p:nvSpPr>
          <p:cNvPr id="13" name="TextBox 12">
            <a:extLst>
              <a:ext uri="{FF2B5EF4-FFF2-40B4-BE49-F238E27FC236}">
                <a16:creationId xmlns:a16="http://schemas.microsoft.com/office/drawing/2014/main" id="{094B2799-F4DE-41AA-9BA2-752E3F3BE359}"/>
              </a:ext>
            </a:extLst>
          </p:cNvPr>
          <p:cNvSpPr txBox="1"/>
          <p:nvPr/>
        </p:nvSpPr>
        <p:spPr>
          <a:xfrm>
            <a:off x="3909299" y="1242538"/>
            <a:ext cx="1066800" cy="276999"/>
          </a:xfrm>
          <a:prstGeom prst="rect">
            <a:avLst/>
          </a:prstGeom>
          <a:noFill/>
        </p:spPr>
        <p:txBody>
          <a:bodyPr wrap="square" rtlCol="0">
            <a:spAutoFit/>
          </a:bodyPr>
          <a:lstStyle/>
          <a:p>
            <a:pPr algn="ctr"/>
            <a:r>
              <a:rPr lang="en-US" sz="1200" dirty="0"/>
              <a:t>Nose</a:t>
            </a:r>
          </a:p>
        </p:txBody>
      </p:sp>
      <p:sp>
        <p:nvSpPr>
          <p:cNvPr id="14" name="TextBox 13">
            <a:extLst>
              <a:ext uri="{FF2B5EF4-FFF2-40B4-BE49-F238E27FC236}">
                <a16:creationId xmlns:a16="http://schemas.microsoft.com/office/drawing/2014/main" id="{B09668DF-9647-4C10-85D8-24558ED41AA6}"/>
              </a:ext>
            </a:extLst>
          </p:cNvPr>
          <p:cNvSpPr txBox="1"/>
          <p:nvPr/>
        </p:nvSpPr>
        <p:spPr>
          <a:xfrm>
            <a:off x="3891048" y="1962150"/>
            <a:ext cx="1066800" cy="276999"/>
          </a:xfrm>
          <a:prstGeom prst="rect">
            <a:avLst/>
          </a:prstGeom>
          <a:noFill/>
        </p:spPr>
        <p:txBody>
          <a:bodyPr wrap="square" rtlCol="0">
            <a:spAutoFit/>
          </a:bodyPr>
          <a:lstStyle/>
          <a:p>
            <a:pPr algn="ctr"/>
            <a:r>
              <a:rPr lang="en-US" sz="1200" dirty="0"/>
              <a:t>Ears</a:t>
            </a:r>
          </a:p>
        </p:txBody>
      </p:sp>
      <p:pic>
        <p:nvPicPr>
          <p:cNvPr id="16" name="Picture 15">
            <a:extLst>
              <a:ext uri="{FF2B5EF4-FFF2-40B4-BE49-F238E27FC236}">
                <a16:creationId xmlns:a16="http://schemas.microsoft.com/office/drawing/2014/main" id="{3D2751FA-100D-414D-B611-06A13D0F72F4}"/>
              </a:ext>
            </a:extLst>
          </p:cNvPr>
          <p:cNvPicPr>
            <a:picLocks noChangeAspect="1"/>
          </p:cNvPicPr>
          <p:nvPr/>
        </p:nvPicPr>
        <p:blipFill>
          <a:blip r:embed="rId6"/>
          <a:stretch>
            <a:fillRect/>
          </a:stretch>
        </p:blipFill>
        <p:spPr>
          <a:xfrm>
            <a:off x="5801786" y="1381037"/>
            <a:ext cx="1338209" cy="987587"/>
          </a:xfrm>
          <a:prstGeom prst="rect">
            <a:avLst/>
          </a:prstGeom>
        </p:spPr>
      </p:pic>
      <p:sp>
        <p:nvSpPr>
          <p:cNvPr id="17" name="TextBox 16">
            <a:extLst>
              <a:ext uri="{FF2B5EF4-FFF2-40B4-BE49-F238E27FC236}">
                <a16:creationId xmlns:a16="http://schemas.microsoft.com/office/drawing/2014/main" id="{8FDB800E-F12E-4AB8-AB44-F00745BBB1E1}"/>
              </a:ext>
            </a:extLst>
          </p:cNvPr>
          <p:cNvSpPr txBox="1"/>
          <p:nvPr/>
        </p:nvSpPr>
        <p:spPr>
          <a:xfrm>
            <a:off x="5937490" y="1072743"/>
            <a:ext cx="1066800" cy="276999"/>
          </a:xfrm>
          <a:prstGeom prst="rect">
            <a:avLst/>
          </a:prstGeom>
          <a:noFill/>
        </p:spPr>
        <p:txBody>
          <a:bodyPr wrap="square" rtlCol="0">
            <a:spAutoFit/>
          </a:bodyPr>
          <a:lstStyle/>
          <a:p>
            <a:pPr algn="ctr"/>
            <a:r>
              <a:rPr lang="en-US" sz="1200" dirty="0"/>
              <a:t>Head</a:t>
            </a:r>
          </a:p>
        </p:txBody>
      </p:sp>
      <p:pic>
        <p:nvPicPr>
          <p:cNvPr id="19" name="Picture 18">
            <a:extLst>
              <a:ext uri="{FF2B5EF4-FFF2-40B4-BE49-F238E27FC236}">
                <a16:creationId xmlns:a16="http://schemas.microsoft.com/office/drawing/2014/main" id="{23C43886-83EF-4B5F-9E36-8FE5B8038828}"/>
              </a:ext>
            </a:extLst>
          </p:cNvPr>
          <p:cNvPicPr>
            <a:picLocks noChangeAspect="1"/>
          </p:cNvPicPr>
          <p:nvPr/>
        </p:nvPicPr>
        <p:blipFill>
          <a:blip r:embed="rId7"/>
          <a:stretch>
            <a:fillRect/>
          </a:stretch>
        </p:blipFill>
        <p:spPr>
          <a:xfrm>
            <a:off x="4084323" y="3181350"/>
            <a:ext cx="729903" cy="743054"/>
          </a:xfrm>
          <a:prstGeom prst="rect">
            <a:avLst/>
          </a:prstGeom>
        </p:spPr>
      </p:pic>
      <p:sp>
        <p:nvSpPr>
          <p:cNvPr id="20" name="TextBox 19">
            <a:extLst>
              <a:ext uri="{FF2B5EF4-FFF2-40B4-BE49-F238E27FC236}">
                <a16:creationId xmlns:a16="http://schemas.microsoft.com/office/drawing/2014/main" id="{F2BCCFE3-DB97-4263-82FA-63869F7E36CD}"/>
              </a:ext>
            </a:extLst>
          </p:cNvPr>
          <p:cNvSpPr txBox="1"/>
          <p:nvPr/>
        </p:nvSpPr>
        <p:spPr>
          <a:xfrm>
            <a:off x="3916839" y="2876550"/>
            <a:ext cx="1066800" cy="276999"/>
          </a:xfrm>
          <a:prstGeom prst="rect">
            <a:avLst/>
          </a:prstGeom>
          <a:noFill/>
        </p:spPr>
        <p:txBody>
          <a:bodyPr wrap="square" rtlCol="0">
            <a:spAutoFit/>
          </a:bodyPr>
          <a:lstStyle/>
          <a:p>
            <a:pPr algn="ctr"/>
            <a:r>
              <a:rPr lang="en-US" sz="1200" dirty="0"/>
              <a:t>Hand</a:t>
            </a:r>
          </a:p>
        </p:txBody>
      </p:sp>
      <p:pic>
        <p:nvPicPr>
          <p:cNvPr id="22" name="Picture 21">
            <a:extLst>
              <a:ext uri="{FF2B5EF4-FFF2-40B4-BE49-F238E27FC236}">
                <a16:creationId xmlns:a16="http://schemas.microsoft.com/office/drawing/2014/main" id="{5136CD99-7FA8-4419-8928-6BFFF5E62E92}"/>
              </a:ext>
            </a:extLst>
          </p:cNvPr>
          <p:cNvPicPr>
            <a:picLocks noChangeAspect="1"/>
          </p:cNvPicPr>
          <p:nvPr/>
        </p:nvPicPr>
        <p:blipFill>
          <a:blip r:embed="rId8"/>
          <a:stretch>
            <a:fillRect/>
          </a:stretch>
        </p:blipFill>
        <p:spPr>
          <a:xfrm>
            <a:off x="4084323" y="4281366"/>
            <a:ext cx="729903" cy="811003"/>
          </a:xfrm>
          <a:prstGeom prst="rect">
            <a:avLst/>
          </a:prstGeom>
        </p:spPr>
      </p:pic>
      <p:sp>
        <p:nvSpPr>
          <p:cNvPr id="23" name="TextBox 22">
            <a:extLst>
              <a:ext uri="{FF2B5EF4-FFF2-40B4-BE49-F238E27FC236}">
                <a16:creationId xmlns:a16="http://schemas.microsoft.com/office/drawing/2014/main" id="{8AB53699-134E-4CC5-9C96-37595DC3A53A}"/>
              </a:ext>
            </a:extLst>
          </p:cNvPr>
          <p:cNvSpPr txBox="1"/>
          <p:nvPr/>
        </p:nvSpPr>
        <p:spPr>
          <a:xfrm>
            <a:off x="3972096" y="3964385"/>
            <a:ext cx="1066800" cy="276999"/>
          </a:xfrm>
          <a:prstGeom prst="rect">
            <a:avLst/>
          </a:prstGeom>
          <a:noFill/>
        </p:spPr>
        <p:txBody>
          <a:bodyPr wrap="square" rtlCol="0">
            <a:spAutoFit/>
          </a:bodyPr>
          <a:lstStyle/>
          <a:p>
            <a:pPr algn="ctr"/>
            <a:r>
              <a:rPr lang="en-US" sz="1200" dirty="0"/>
              <a:t>Leg</a:t>
            </a:r>
          </a:p>
        </p:txBody>
      </p:sp>
      <p:pic>
        <p:nvPicPr>
          <p:cNvPr id="25" name="Picture 24">
            <a:extLst>
              <a:ext uri="{FF2B5EF4-FFF2-40B4-BE49-F238E27FC236}">
                <a16:creationId xmlns:a16="http://schemas.microsoft.com/office/drawing/2014/main" id="{AD49A78F-FE8F-4E6F-B366-18A69C97FB90}"/>
              </a:ext>
            </a:extLst>
          </p:cNvPr>
          <p:cNvPicPr>
            <a:picLocks noChangeAspect="1"/>
          </p:cNvPicPr>
          <p:nvPr/>
        </p:nvPicPr>
        <p:blipFill>
          <a:blip r:embed="rId9"/>
          <a:stretch>
            <a:fillRect/>
          </a:stretch>
        </p:blipFill>
        <p:spPr>
          <a:xfrm>
            <a:off x="5879340" y="3330841"/>
            <a:ext cx="1260655" cy="1267087"/>
          </a:xfrm>
          <a:prstGeom prst="rect">
            <a:avLst/>
          </a:prstGeom>
        </p:spPr>
      </p:pic>
      <p:sp>
        <p:nvSpPr>
          <p:cNvPr id="26" name="TextBox 25">
            <a:extLst>
              <a:ext uri="{FF2B5EF4-FFF2-40B4-BE49-F238E27FC236}">
                <a16:creationId xmlns:a16="http://schemas.microsoft.com/office/drawing/2014/main" id="{2F80F7D8-D8D3-437C-B68E-F09D5FB588CA}"/>
              </a:ext>
            </a:extLst>
          </p:cNvPr>
          <p:cNvSpPr txBox="1"/>
          <p:nvPr/>
        </p:nvSpPr>
        <p:spPr>
          <a:xfrm>
            <a:off x="5976267" y="2801547"/>
            <a:ext cx="1066800" cy="276999"/>
          </a:xfrm>
          <a:prstGeom prst="rect">
            <a:avLst/>
          </a:prstGeom>
          <a:noFill/>
        </p:spPr>
        <p:txBody>
          <a:bodyPr wrap="square" rtlCol="0">
            <a:spAutoFit/>
          </a:bodyPr>
          <a:lstStyle/>
          <a:p>
            <a:pPr algn="ctr"/>
            <a:r>
              <a:rPr lang="en-US" sz="1200" dirty="0"/>
              <a:t>Body</a:t>
            </a:r>
          </a:p>
        </p:txBody>
      </p:sp>
      <p:cxnSp>
        <p:nvCxnSpPr>
          <p:cNvPr id="28" name="Straight Arrow Connector 27">
            <a:extLst>
              <a:ext uri="{FF2B5EF4-FFF2-40B4-BE49-F238E27FC236}">
                <a16:creationId xmlns:a16="http://schemas.microsoft.com/office/drawing/2014/main" id="{E823051D-7A5B-4CF2-9A5C-8EB68D09064F}"/>
              </a:ext>
            </a:extLst>
          </p:cNvPr>
          <p:cNvCxnSpPr/>
          <p:nvPr/>
        </p:nvCxnSpPr>
        <p:spPr>
          <a:xfrm>
            <a:off x="4876800" y="1123950"/>
            <a:ext cx="924986" cy="5334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75BF234F-2446-48B5-8EA1-DE7AD55455D7}"/>
              </a:ext>
            </a:extLst>
          </p:cNvPr>
          <p:cNvCxnSpPr>
            <a:cxnSpLocks/>
          </p:cNvCxnSpPr>
          <p:nvPr/>
        </p:nvCxnSpPr>
        <p:spPr>
          <a:xfrm flipV="1">
            <a:off x="4644255" y="1752737"/>
            <a:ext cx="1137472" cy="112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094358C3-77DE-41D8-A10E-53EBD3CC37C3}"/>
              </a:ext>
            </a:extLst>
          </p:cNvPr>
          <p:cNvCxnSpPr>
            <a:endCxn id="16" idx="1"/>
          </p:cNvCxnSpPr>
          <p:nvPr/>
        </p:nvCxnSpPr>
        <p:spPr>
          <a:xfrm flipV="1">
            <a:off x="5105400" y="1874831"/>
            <a:ext cx="696386" cy="6969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AB9B96AF-202F-46F7-B979-1151A181EF83}"/>
              </a:ext>
            </a:extLst>
          </p:cNvPr>
          <p:cNvCxnSpPr>
            <a:stCxn id="19" idx="3"/>
            <a:endCxn id="25" idx="1"/>
          </p:cNvCxnSpPr>
          <p:nvPr/>
        </p:nvCxnSpPr>
        <p:spPr>
          <a:xfrm>
            <a:off x="4814226" y="3552877"/>
            <a:ext cx="1065114" cy="4115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5EA38D1E-31EA-4C06-8AB8-1B9A0D77A1AE}"/>
              </a:ext>
            </a:extLst>
          </p:cNvPr>
          <p:cNvCxnSpPr>
            <a:stCxn id="22" idx="3"/>
            <a:endCxn id="25" idx="1"/>
          </p:cNvCxnSpPr>
          <p:nvPr/>
        </p:nvCxnSpPr>
        <p:spPr>
          <a:xfrm flipV="1">
            <a:off x="4814226" y="3964385"/>
            <a:ext cx="1065114" cy="7224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9" name="Picture 38">
            <a:extLst>
              <a:ext uri="{FF2B5EF4-FFF2-40B4-BE49-F238E27FC236}">
                <a16:creationId xmlns:a16="http://schemas.microsoft.com/office/drawing/2014/main" id="{A966A460-4525-4E39-BB11-B5C7C6592B63}"/>
              </a:ext>
            </a:extLst>
          </p:cNvPr>
          <p:cNvPicPr>
            <a:picLocks noChangeAspect="1"/>
          </p:cNvPicPr>
          <p:nvPr/>
        </p:nvPicPr>
        <p:blipFill>
          <a:blip r:embed="rId10"/>
          <a:stretch>
            <a:fillRect/>
          </a:stretch>
        </p:blipFill>
        <p:spPr>
          <a:xfrm>
            <a:off x="7712358" y="2116207"/>
            <a:ext cx="1191708" cy="1267087"/>
          </a:xfrm>
          <a:prstGeom prst="rect">
            <a:avLst/>
          </a:prstGeom>
        </p:spPr>
      </p:pic>
      <p:cxnSp>
        <p:nvCxnSpPr>
          <p:cNvPr id="41" name="Straight Arrow Connector 40">
            <a:extLst>
              <a:ext uri="{FF2B5EF4-FFF2-40B4-BE49-F238E27FC236}">
                <a16:creationId xmlns:a16="http://schemas.microsoft.com/office/drawing/2014/main" id="{D9E66673-0763-4A1F-93DF-B4209701EE9C}"/>
              </a:ext>
            </a:extLst>
          </p:cNvPr>
          <p:cNvCxnSpPr>
            <a:stCxn id="16" idx="3"/>
            <a:endCxn id="39" idx="1"/>
          </p:cNvCxnSpPr>
          <p:nvPr/>
        </p:nvCxnSpPr>
        <p:spPr>
          <a:xfrm>
            <a:off x="7139995" y="1874831"/>
            <a:ext cx="572363" cy="8749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3" name="Straight Arrow Connector 42">
            <a:extLst>
              <a:ext uri="{FF2B5EF4-FFF2-40B4-BE49-F238E27FC236}">
                <a16:creationId xmlns:a16="http://schemas.microsoft.com/office/drawing/2014/main" id="{F5C46C55-A4EA-4961-BE95-D79A44BE499F}"/>
              </a:ext>
            </a:extLst>
          </p:cNvPr>
          <p:cNvCxnSpPr>
            <a:stCxn id="25" idx="3"/>
            <a:endCxn id="39" idx="1"/>
          </p:cNvCxnSpPr>
          <p:nvPr/>
        </p:nvCxnSpPr>
        <p:spPr>
          <a:xfrm flipV="1">
            <a:off x="7139995" y="2749751"/>
            <a:ext cx="572363" cy="121463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4" name="TextBox 43">
            <a:extLst>
              <a:ext uri="{FF2B5EF4-FFF2-40B4-BE49-F238E27FC236}">
                <a16:creationId xmlns:a16="http://schemas.microsoft.com/office/drawing/2014/main" id="{35E0D11D-9F9E-4DFA-BE24-7A44D23C1CD0}"/>
              </a:ext>
            </a:extLst>
          </p:cNvPr>
          <p:cNvSpPr txBox="1"/>
          <p:nvPr/>
        </p:nvSpPr>
        <p:spPr>
          <a:xfrm>
            <a:off x="7712358" y="1686912"/>
            <a:ext cx="1191708" cy="369332"/>
          </a:xfrm>
          <a:prstGeom prst="rect">
            <a:avLst/>
          </a:prstGeom>
          <a:noFill/>
        </p:spPr>
        <p:txBody>
          <a:bodyPr wrap="square" rtlCol="0">
            <a:spAutoFit/>
          </a:bodyPr>
          <a:lstStyle/>
          <a:p>
            <a:pPr algn="ctr"/>
            <a:r>
              <a:rPr lang="en-US" dirty="0"/>
              <a:t>Koala</a:t>
            </a:r>
          </a:p>
        </p:txBody>
      </p:sp>
      <p:sp>
        <p:nvSpPr>
          <p:cNvPr id="3" name="TextBox 2">
            <a:extLst>
              <a:ext uri="{FF2B5EF4-FFF2-40B4-BE49-F238E27FC236}">
                <a16:creationId xmlns:a16="http://schemas.microsoft.com/office/drawing/2014/main" id="{0625F61F-DCA9-4FC9-8E4E-380F9800D3FE}"/>
              </a:ext>
            </a:extLst>
          </p:cNvPr>
          <p:cNvSpPr txBox="1"/>
          <p:nvPr/>
        </p:nvSpPr>
        <p:spPr>
          <a:xfrm>
            <a:off x="401393" y="3964385"/>
            <a:ext cx="3083348" cy="646331"/>
          </a:xfrm>
          <a:prstGeom prst="rect">
            <a:avLst/>
          </a:prstGeom>
          <a:noFill/>
        </p:spPr>
        <p:txBody>
          <a:bodyPr wrap="square" rtlCol="0">
            <a:spAutoFit/>
          </a:bodyPr>
          <a:lstStyle/>
          <a:p>
            <a:r>
              <a:rPr lang="en-US" dirty="0"/>
              <a:t>How did you identify it as a </a:t>
            </a:r>
            <a:r>
              <a:rPr lang="en-US" dirty="0" err="1"/>
              <a:t>kaola</a:t>
            </a:r>
            <a:r>
              <a:rPr lang="en-US" dirty="0"/>
              <a:t>?</a:t>
            </a:r>
          </a:p>
        </p:txBody>
      </p:sp>
    </p:spTree>
    <p:extLst>
      <p:ext uri="{BB962C8B-B14F-4D97-AF65-F5344CB8AC3E}">
        <p14:creationId xmlns:p14="http://schemas.microsoft.com/office/powerpoint/2010/main" val="252172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10" presetClass="entr" presetSubtype="0"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par>
                                <p:cTn id="35" presetID="10" presetClass="entr" presetSubtype="0" fill="hold"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500"/>
                                        <p:tgtEl>
                                          <p:spTgt spid="37"/>
                                        </p:tgtEl>
                                      </p:cBhvr>
                                    </p:animEffect>
                                  </p:childTnLst>
                                </p:cTn>
                              </p:par>
                              <p:par>
                                <p:cTn id="61" presetID="10" presetClass="entr" presetSubtype="0" fill="hold" nodeType="with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500"/>
                                        <p:tgtEl>
                                          <p:spTgt spid="35"/>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6"/>
                                        </p:tgtEl>
                                        <p:attrNameLst>
                                          <p:attrName>style.visibility</p:attrName>
                                        </p:attrNameLst>
                                      </p:cBhvr>
                                      <p:to>
                                        <p:strVal val="visible"/>
                                      </p:to>
                                    </p:set>
                                  </p:childTnLst>
                                </p:cTn>
                              </p:par>
                              <p:par>
                                <p:cTn id="68" presetID="10"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500"/>
                                        <p:tgtEl>
                                          <p:spTgt spid="41"/>
                                        </p:tgtEl>
                                      </p:cBhvr>
                                    </p:animEffect>
                                  </p:childTnLst>
                                </p:cTn>
                              </p:par>
                              <p:par>
                                <p:cTn id="76" presetID="10" presetClass="entr" presetSubtype="0" fill="hold"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500"/>
                                        <p:tgtEl>
                                          <p:spTgt spid="44"/>
                                        </p:tgtEl>
                                      </p:cBhvr>
                                    </p:animEffect>
                                  </p:childTnLst>
                                </p:cTn>
                              </p:par>
                              <p:par>
                                <p:cTn id="84" presetID="10" presetClass="entr" presetSubtype="0" fill="hold" nodeType="with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7" grpId="0"/>
      <p:bldP spid="20" grpId="0"/>
      <p:bldP spid="23" grpId="0"/>
      <p:bldP spid="26" grpId="0"/>
      <p:bldP spid="4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A7C9A4-3347-4001-8E0F-7AB21B14465C}"/>
              </a:ext>
            </a:extLst>
          </p:cNvPr>
          <p:cNvPicPr>
            <a:picLocks noChangeAspect="1"/>
          </p:cNvPicPr>
          <p:nvPr/>
        </p:nvPicPr>
        <p:blipFill>
          <a:blip r:embed="rId2"/>
          <a:stretch>
            <a:fillRect/>
          </a:stretch>
        </p:blipFill>
        <p:spPr>
          <a:xfrm>
            <a:off x="685800" y="727745"/>
            <a:ext cx="7570254" cy="4305110"/>
          </a:xfrm>
          <a:prstGeom prst="rect">
            <a:avLst/>
          </a:prstGeom>
        </p:spPr>
      </p:pic>
      <p:sp>
        <p:nvSpPr>
          <p:cNvPr id="6" name="Title 1">
            <a:extLst>
              <a:ext uri="{FF2B5EF4-FFF2-40B4-BE49-F238E27FC236}">
                <a16:creationId xmlns:a16="http://schemas.microsoft.com/office/drawing/2014/main" id="{CC366B18-3825-4BB5-A083-634BFED3D239}"/>
              </a:ext>
            </a:extLst>
          </p:cNvPr>
          <p:cNvSpPr>
            <a:spLocks noGrp="1"/>
          </p:cNvSpPr>
          <p:nvPr>
            <p:ph type="title"/>
          </p:nvPr>
        </p:nvSpPr>
        <p:spPr>
          <a:xfrm>
            <a:off x="390842" y="136143"/>
            <a:ext cx="8362315" cy="423193"/>
          </a:xfrm>
        </p:spPr>
        <p:txBody>
          <a:bodyPr/>
          <a:lstStyle/>
          <a:p>
            <a:pPr algn="ctr"/>
            <a:r>
              <a:rPr lang="en-US" dirty="0"/>
              <a:t>A Brief Picture of How CNN will Work</a:t>
            </a:r>
          </a:p>
        </p:txBody>
      </p:sp>
    </p:spTree>
    <p:extLst>
      <p:ext uri="{BB962C8B-B14F-4D97-AF65-F5344CB8AC3E}">
        <p14:creationId xmlns:p14="http://schemas.microsoft.com/office/powerpoint/2010/main" val="1212475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62FB78-0FF1-4818-956C-0018BCA0F8FF}"/>
              </a:ext>
            </a:extLst>
          </p:cNvPr>
          <p:cNvSpPr>
            <a:spLocks noGrp="1"/>
          </p:cNvSpPr>
          <p:nvPr>
            <p:ph type="title"/>
          </p:nvPr>
        </p:nvSpPr>
        <p:spPr>
          <a:xfrm>
            <a:off x="390842" y="136143"/>
            <a:ext cx="8362315" cy="423193"/>
          </a:xfrm>
        </p:spPr>
        <p:txBody>
          <a:bodyPr/>
          <a:lstStyle/>
          <a:p>
            <a:pPr algn="ctr"/>
            <a:r>
              <a:rPr lang="en-US" dirty="0"/>
              <a:t>Building Blocks of CNN</a:t>
            </a:r>
          </a:p>
        </p:txBody>
      </p:sp>
      <p:sp>
        <p:nvSpPr>
          <p:cNvPr id="5" name="TextBox 4">
            <a:extLst>
              <a:ext uri="{FF2B5EF4-FFF2-40B4-BE49-F238E27FC236}">
                <a16:creationId xmlns:a16="http://schemas.microsoft.com/office/drawing/2014/main" id="{5BF0DF19-1AA5-415B-A8CD-7931A676911A}"/>
              </a:ext>
            </a:extLst>
          </p:cNvPr>
          <p:cNvSpPr txBox="1"/>
          <p:nvPr/>
        </p:nvSpPr>
        <p:spPr>
          <a:xfrm>
            <a:off x="390842" y="590790"/>
            <a:ext cx="1209359" cy="923330"/>
          </a:xfrm>
          <a:prstGeom prst="rect">
            <a:avLst/>
          </a:prstGeom>
          <a:noFill/>
        </p:spPr>
        <p:txBody>
          <a:bodyPr wrap="square" rtlCol="0">
            <a:spAutoFit/>
          </a:bodyPr>
          <a:lstStyle/>
          <a:p>
            <a:pPr algn="ctr"/>
            <a:r>
              <a:rPr lang="en-US" b="1" dirty="0"/>
              <a:t>Filters </a:t>
            </a:r>
          </a:p>
          <a:p>
            <a:pPr algn="ctr"/>
            <a:r>
              <a:rPr lang="en-US" b="1" dirty="0"/>
              <a:t>Or Kernels</a:t>
            </a:r>
            <a:r>
              <a:rPr lang="en-US" dirty="0"/>
              <a:t>:  </a:t>
            </a:r>
          </a:p>
        </p:txBody>
      </p:sp>
      <p:pic>
        <p:nvPicPr>
          <p:cNvPr id="7" name="Picture 6">
            <a:extLst>
              <a:ext uri="{FF2B5EF4-FFF2-40B4-BE49-F238E27FC236}">
                <a16:creationId xmlns:a16="http://schemas.microsoft.com/office/drawing/2014/main" id="{638B731B-2A15-445C-B46C-B84D2011B58F}"/>
              </a:ext>
            </a:extLst>
          </p:cNvPr>
          <p:cNvPicPr>
            <a:picLocks noChangeAspect="1"/>
          </p:cNvPicPr>
          <p:nvPr/>
        </p:nvPicPr>
        <p:blipFill>
          <a:blip r:embed="rId2"/>
          <a:stretch>
            <a:fillRect/>
          </a:stretch>
        </p:blipFill>
        <p:spPr>
          <a:xfrm>
            <a:off x="304800" y="1742570"/>
            <a:ext cx="2981809" cy="2549663"/>
          </a:xfrm>
          <a:prstGeom prst="rect">
            <a:avLst/>
          </a:prstGeom>
        </p:spPr>
      </p:pic>
      <p:pic>
        <p:nvPicPr>
          <p:cNvPr id="9" name="Picture 8">
            <a:extLst>
              <a:ext uri="{FF2B5EF4-FFF2-40B4-BE49-F238E27FC236}">
                <a16:creationId xmlns:a16="http://schemas.microsoft.com/office/drawing/2014/main" id="{02A8CE94-55C7-4FFA-B035-5912FE221074}"/>
              </a:ext>
            </a:extLst>
          </p:cNvPr>
          <p:cNvPicPr>
            <a:picLocks noChangeAspect="1"/>
          </p:cNvPicPr>
          <p:nvPr/>
        </p:nvPicPr>
        <p:blipFill>
          <a:blip r:embed="rId3"/>
          <a:stretch>
            <a:fillRect/>
          </a:stretch>
        </p:blipFill>
        <p:spPr>
          <a:xfrm>
            <a:off x="3505200" y="1742570"/>
            <a:ext cx="2925981" cy="2692432"/>
          </a:xfrm>
          <a:prstGeom prst="rect">
            <a:avLst/>
          </a:prstGeom>
        </p:spPr>
      </p:pic>
      <p:sp>
        <p:nvSpPr>
          <p:cNvPr id="11" name="TextBox 10">
            <a:extLst>
              <a:ext uri="{FF2B5EF4-FFF2-40B4-BE49-F238E27FC236}">
                <a16:creationId xmlns:a16="http://schemas.microsoft.com/office/drawing/2014/main" id="{14720B17-2A65-46C1-8582-489BB2108520}"/>
              </a:ext>
            </a:extLst>
          </p:cNvPr>
          <p:cNvSpPr txBox="1"/>
          <p:nvPr/>
        </p:nvSpPr>
        <p:spPr>
          <a:xfrm>
            <a:off x="1600200" y="590790"/>
            <a:ext cx="7239000" cy="923330"/>
          </a:xfrm>
          <a:prstGeom prst="rect">
            <a:avLst/>
          </a:prstGeom>
          <a:noFill/>
        </p:spPr>
        <p:txBody>
          <a:bodyPr wrap="square" rtlCol="0">
            <a:spAutoFit/>
          </a:bodyPr>
          <a:lstStyle/>
          <a:p>
            <a:pPr algn="just"/>
            <a:r>
              <a:rPr lang="en-US" dirty="0"/>
              <a:t>A filter or kernel is a matrix of weights that is initialized randomly at the start. The model learns the optimal weight values of a filter over increasing epochs. It could be of 3x3, 5x5</a:t>
            </a:r>
          </a:p>
        </p:txBody>
      </p:sp>
      <p:pic>
        <p:nvPicPr>
          <p:cNvPr id="14" name="Picture 13">
            <a:extLst>
              <a:ext uri="{FF2B5EF4-FFF2-40B4-BE49-F238E27FC236}">
                <a16:creationId xmlns:a16="http://schemas.microsoft.com/office/drawing/2014/main" id="{5871C12E-5610-4774-A9A3-0C13BA041402}"/>
              </a:ext>
            </a:extLst>
          </p:cNvPr>
          <p:cNvPicPr>
            <a:picLocks noChangeAspect="1"/>
          </p:cNvPicPr>
          <p:nvPr/>
        </p:nvPicPr>
        <p:blipFill>
          <a:blip r:embed="rId4"/>
          <a:stretch>
            <a:fillRect/>
          </a:stretch>
        </p:blipFill>
        <p:spPr>
          <a:xfrm>
            <a:off x="6493243" y="1191221"/>
            <a:ext cx="2377609" cy="1676400"/>
          </a:xfrm>
          <a:prstGeom prst="rect">
            <a:avLst/>
          </a:prstGeom>
        </p:spPr>
      </p:pic>
      <p:pic>
        <p:nvPicPr>
          <p:cNvPr id="21" name="Picture 20">
            <a:extLst>
              <a:ext uri="{FF2B5EF4-FFF2-40B4-BE49-F238E27FC236}">
                <a16:creationId xmlns:a16="http://schemas.microsoft.com/office/drawing/2014/main" id="{89FD049E-87B1-45C2-94DA-FEFBD1F0BF31}"/>
              </a:ext>
            </a:extLst>
          </p:cNvPr>
          <p:cNvPicPr>
            <a:picLocks noChangeAspect="1"/>
          </p:cNvPicPr>
          <p:nvPr/>
        </p:nvPicPr>
        <p:blipFill>
          <a:blip r:embed="rId5"/>
          <a:stretch>
            <a:fillRect/>
          </a:stretch>
        </p:blipFill>
        <p:spPr>
          <a:xfrm>
            <a:off x="6493243" y="2867621"/>
            <a:ext cx="1181265" cy="2191056"/>
          </a:xfrm>
          <a:prstGeom prst="rect">
            <a:avLst/>
          </a:prstGeom>
        </p:spPr>
      </p:pic>
      <p:pic>
        <p:nvPicPr>
          <p:cNvPr id="23" name="Picture 22">
            <a:extLst>
              <a:ext uri="{FF2B5EF4-FFF2-40B4-BE49-F238E27FC236}">
                <a16:creationId xmlns:a16="http://schemas.microsoft.com/office/drawing/2014/main" id="{FFE03A83-A060-4407-8072-6D4086A7F02B}"/>
              </a:ext>
            </a:extLst>
          </p:cNvPr>
          <p:cNvPicPr>
            <a:picLocks noChangeAspect="1"/>
          </p:cNvPicPr>
          <p:nvPr/>
        </p:nvPicPr>
        <p:blipFill>
          <a:blip r:embed="rId6"/>
          <a:stretch>
            <a:fillRect/>
          </a:stretch>
        </p:blipFill>
        <p:spPr>
          <a:xfrm>
            <a:off x="7772400" y="2876550"/>
            <a:ext cx="1119906" cy="2139736"/>
          </a:xfrm>
          <a:prstGeom prst="rect">
            <a:avLst/>
          </a:prstGeom>
        </p:spPr>
      </p:pic>
    </p:spTree>
    <p:extLst>
      <p:ext uri="{BB962C8B-B14F-4D97-AF65-F5344CB8AC3E}">
        <p14:creationId xmlns:p14="http://schemas.microsoft.com/office/powerpoint/2010/main" val="317797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3453E6-DD05-4EDF-85ED-00B77BDC2380}"/>
              </a:ext>
            </a:extLst>
          </p:cNvPr>
          <p:cNvSpPr>
            <a:spLocks noGrp="1"/>
          </p:cNvSpPr>
          <p:nvPr>
            <p:ph type="title"/>
          </p:nvPr>
        </p:nvSpPr>
        <p:spPr>
          <a:xfrm>
            <a:off x="390842" y="136143"/>
            <a:ext cx="8362315" cy="423193"/>
          </a:xfrm>
        </p:spPr>
        <p:txBody>
          <a:bodyPr/>
          <a:lstStyle/>
          <a:p>
            <a:pPr algn="ctr"/>
            <a:r>
              <a:rPr lang="en-US" dirty="0"/>
              <a:t>How Filter Works</a:t>
            </a:r>
          </a:p>
        </p:txBody>
      </p:sp>
      <p:pic>
        <p:nvPicPr>
          <p:cNvPr id="1026" name="Picture 2" descr="Tutorial 2: Convolutional Neural Networks — Neuromatch Academy:  Computational Neuroscience">
            <a:extLst>
              <a:ext uri="{FF2B5EF4-FFF2-40B4-BE49-F238E27FC236}">
                <a16:creationId xmlns:a16="http://schemas.microsoft.com/office/drawing/2014/main" id="{C0DDA36B-0980-4E79-97B3-B34FEAB8BA0D}"/>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428750"/>
            <a:ext cx="6160824" cy="2514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L Series: A Practical Tutorial on Building a Convolutional Neural Network ( CNN) | by Hanif | Stackademic">
            <a:extLst>
              <a:ext uri="{FF2B5EF4-FFF2-40B4-BE49-F238E27FC236}">
                <a16:creationId xmlns:a16="http://schemas.microsoft.com/office/drawing/2014/main" id="{912E5DF8-81AC-44C1-AAEF-01FE12B6D53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90842" y="859374"/>
            <a:ext cx="2278516" cy="3457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47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3453E6-DD05-4EDF-85ED-00B77BDC2380}"/>
              </a:ext>
            </a:extLst>
          </p:cNvPr>
          <p:cNvSpPr>
            <a:spLocks noGrp="1"/>
          </p:cNvSpPr>
          <p:nvPr>
            <p:ph type="title"/>
          </p:nvPr>
        </p:nvSpPr>
        <p:spPr>
          <a:xfrm>
            <a:off x="390842" y="136143"/>
            <a:ext cx="8362315" cy="423193"/>
          </a:xfrm>
        </p:spPr>
        <p:txBody>
          <a:bodyPr/>
          <a:lstStyle/>
          <a:p>
            <a:pPr algn="ctr"/>
            <a:r>
              <a:rPr lang="en-US" dirty="0"/>
              <a:t>How Filter Works</a:t>
            </a:r>
          </a:p>
        </p:txBody>
      </p:sp>
      <p:pic>
        <p:nvPicPr>
          <p:cNvPr id="5" name="anim_0b7b44fa">
            <a:hlinkClick r:id="" action="ppaction://media"/>
            <a:extLst>
              <a:ext uri="{FF2B5EF4-FFF2-40B4-BE49-F238E27FC236}">
                <a16:creationId xmlns:a16="http://schemas.microsoft.com/office/drawing/2014/main" id="{5CDC8681-4B3C-4D1B-99C6-7CA1D9579DD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3" r="14166" b="23093"/>
          <a:stretch>
            <a:fillRect/>
          </a:stretch>
        </p:blipFill>
        <p:spPr>
          <a:xfrm>
            <a:off x="441946" y="666750"/>
            <a:ext cx="8311211" cy="3526886"/>
          </a:xfrm>
          <a:prstGeom prst="rect">
            <a:avLst/>
          </a:prstGeom>
        </p:spPr>
      </p:pic>
    </p:spTree>
    <p:extLst>
      <p:ext uri="{BB962C8B-B14F-4D97-AF65-F5344CB8AC3E}">
        <p14:creationId xmlns:p14="http://schemas.microsoft.com/office/powerpoint/2010/main" val="175372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100000">
                <p:cTn id="12" repeatCount="indefinite" fill="hold" display="0">
                  <p:stCondLst>
                    <p:cond delay="indefinite"/>
                  </p:stCondLst>
                </p:cTn>
                <p:tgtEl>
                  <p:spTgt spid="5"/>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634B22-135D-41E3-9853-371F57CD5926}"/>
              </a:ext>
            </a:extLst>
          </p:cNvPr>
          <p:cNvPicPr>
            <a:picLocks noChangeAspect="1"/>
          </p:cNvPicPr>
          <p:nvPr/>
        </p:nvPicPr>
        <p:blipFill>
          <a:blip r:embed="rId2"/>
          <a:stretch>
            <a:fillRect/>
          </a:stretch>
        </p:blipFill>
        <p:spPr>
          <a:xfrm>
            <a:off x="201601" y="1185098"/>
            <a:ext cx="1737480" cy="2611898"/>
          </a:xfrm>
          <a:prstGeom prst="rect">
            <a:avLst/>
          </a:prstGeom>
        </p:spPr>
      </p:pic>
      <p:pic>
        <p:nvPicPr>
          <p:cNvPr id="7" name="Picture 6">
            <a:extLst>
              <a:ext uri="{FF2B5EF4-FFF2-40B4-BE49-F238E27FC236}">
                <a16:creationId xmlns:a16="http://schemas.microsoft.com/office/drawing/2014/main" id="{9B3DA6B8-3425-4AA1-AD3C-E058FE9D9845}"/>
              </a:ext>
            </a:extLst>
          </p:cNvPr>
          <p:cNvPicPr>
            <a:picLocks noChangeAspect="1"/>
          </p:cNvPicPr>
          <p:nvPr/>
        </p:nvPicPr>
        <p:blipFill>
          <a:blip r:embed="rId3"/>
          <a:stretch>
            <a:fillRect/>
          </a:stretch>
        </p:blipFill>
        <p:spPr>
          <a:xfrm>
            <a:off x="2819400" y="713384"/>
            <a:ext cx="3381959" cy="1848257"/>
          </a:xfrm>
          <a:prstGeom prst="rect">
            <a:avLst/>
          </a:prstGeom>
        </p:spPr>
      </p:pic>
      <p:sp>
        <p:nvSpPr>
          <p:cNvPr id="10" name="Title 1">
            <a:extLst>
              <a:ext uri="{FF2B5EF4-FFF2-40B4-BE49-F238E27FC236}">
                <a16:creationId xmlns:a16="http://schemas.microsoft.com/office/drawing/2014/main" id="{6800ECB4-5619-49C3-874B-E4E28D4D1ECE}"/>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Feature Map</a:t>
            </a:r>
          </a:p>
        </p:txBody>
      </p:sp>
      <p:sp>
        <p:nvSpPr>
          <p:cNvPr id="11" name="TextBox 10">
            <a:extLst>
              <a:ext uri="{FF2B5EF4-FFF2-40B4-BE49-F238E27FC236}">
                <a16:creationId xmlns:a16="http://schemas.microsoft.com/office/drawing/2014/main" id="{3E4C6E8C-280D-4118-9EC2-4D3059D2533C}"/>
              </a:ext>
            </a:extLst>
          </p:cNvPr>
          <p:cNvSpPr txBox="1"/>
          <p:nvPr/>
        </p:nvSpPr>
        <p:spPr>
          <a:xfrm>
            <a:off x="201601" y="1151498"/>
            <a:ext cx="1818958" cy="1215976"/>
          </a:xfrm>
          <a:prstGeom prst="rect">
            <a:avLst/>
          </a:prstGeom>
          <a:noFill/>
          <a:ln w="76200">
            <a:solidFill>
              <a:srgbClr val="FF0000"/>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C964C104-5903-42F8-A00D-247B7197CB51}"/>
              </a:ext>
            </a:extLst>
          </p:cNvPr>
          <p:cNvSpPr txBox="1"/>
          <p:nvPr/>
        </p:nvSpPr>
        <p:spPr>
          <a:xfrm>
            <a:off x="4612738" y="608813"/>
            <a:ext cx="1737480" cy="2057400"/>
          </a:xfrm>
          <a:prstGeom prst="rect">
            <a:avLst/>
          </a:prstGeom>
          <a:noFill/>
          <a:ln w="76200">
            <a:solidFill>
              <a:srgbClr val="FF0000"/>
            </a:solidFill>
          </a:ln>
        </p:spPr>
        <p:txBody>
          <a:bodyPr wrap="square" rtlCol="0">
            <a:spAutoFit/>
          </a:bodyPr>
          <a:lstStyle/>
          <a:p>
            <a:endParaRPr lang="en-US" dirty="0"/>
          </a:p>
        </p:txBody>
      </p:sp>
      <p:pic>
        <p:nvPicPr>
          <p:cNvPr id="16" name="Picture 15">
            <a:extLst>
              <a:ext uri="{FF2B5EF4-FFF2-40B4-BE49-F238E27FC236}">
                <a16:creationId xmlns:a16="http://schemas.microsoft.com/office/drawing/2014/main" id="{B017E5CB-0768-46DD-A18F-D6F4BD36F80C}"/>
              </a:ext>
            </a:extLst>
          </p:cNvPr>
          <p:cNvPicPr>
            <a:picLocks noChangeAspect="1"/>
          </p:cNvPicPr>
          <p:nvPr/>
        </p:nvPicPr>
        <p:blipFill>
          <a:blip r:embed="rId4"/>
          <a:stretch>
            <a:fillRect/>
          </a:stretch>
        </p:blipFill>
        <p:spPr>
          <a:xfrm>
            <a:off x="2223868" y="2959637"/>
            <a:ext cx="5562600" cy="2047455"/>
          </a:xfrm>
          <a:prstGeom prst="rect">
            <a:avLst/>
          </a:prstGeom>
        </p:spPr>
      </p:pic>
      <p:cxnSp>
        <p:nvCxnSpPr>
          <p:cNvPr id="19" name="Straight Arrow Connector 18">
            <a:extLst>
              <a:ext uri="{FF2B5EF4-FFF2-40B4-BE49-F238E27FC236}">
                <a16:creationId xmlns:a16="http://schemas.microsoft.com/office/drawing/2014/main" id="{7B6563EA-194B-440B-8708-7DEA95868DAB}"/>
              </a:ext>
            </a:extLst>
          </p:cNvPr>
          <p:cNvCxnSpPr/>
          <p:nvPr/>
        </p:nvCxnSpPr>
        <p:spPr>
          <a:xfrm flipV="1">
            <a:off x="6858000" y="2266950"/>
            <a:ext cx="533400" cy="6827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Rectangle 20">
            <a:extLst>
              <a:ext uri="{FF2B5EF4-FFF2-40B4-BE49-F238E27FC236}">
                <a16:creationId xmlns:a16="http://schemas.microsoft.com/office/drawing/2014/main" id="{575F0AC2-701C-4AB2-BBF9-4F87ED8B60C1}"/>
              </a:ext>
            </a:extLst>
          </p:cNvPr>
          <p:cNvSpPr/>
          <p:nvPr/>
        </p:nvSpPr>
        <p:spPr>
          <a:xfrm>
            <a:off x="7086600" y="1733550"/>
            <a:ext cx="1599175"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Feature Map</a:t>
            </a:r>
          </a:p>
        </p:txBody>
      </p:sp>
      <p:cxnSp>
        <p:nvCxnSpPr>
          <p:cNvPr id="22" name="Straight Arrow Connector 21">
            <a:extLst>
              <a:ext uri="{FF2B5EF4-FFF2-40B4-BE49-F238E27FC236}">
                <a16:creationId xmlns:a16="http://schemas.microsoft.com/office/drawing/2014/main" id="{65CBB4D2-3B45-41CE-96B8-AEC9DCB244DF}"/>
              </a:ext>
            </a:extLst>
          </p:cNvPr>
          <p:cNvCxnSpPr>
            <a:cxnSpLocks/>
          </p:cNvCxnSpPr>
          <p:nvPr/>
        </p:nvCxnSpPr>
        <p:spPr>
          <a:xfrm flipH="1">
            <a:off x="1219200" y="3409950"/>
            <a:ext cx="990601" cy="990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Rectangle 22">
            <a:extLst>
              <a:ext uri="{FF2B5EF4-FFF2-40B4-BE49-F238E27FC236}">
                <a16:creationId xmlns:a16="http://schemas.microsoft.com/office/drawing/2014/main" id="{6AF6EA88-7624-4FEC-9CF6-BB838E9FB542}"/>
              </a:ext>
            </a:extLst>
          </p:cNvPr>
          <p:cNvSpPr/>
          <p:nvPr/>
        </p:nvSpPr>
        <p:spPr>
          <a:xfrm>
            <a:off x="152400" y="4490695"/>
            <a:ext cx="1599175"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Input</a:t>
            </a:r>
          </a:p>
        </p:txBody>
      </p:sp>
      <p:sp>
        <p:nvSpPr>
          <p:cNvPr id="24" name="Rectangle 23">
            <a:extLst>
              <a:ext uri="{FF2B5EF4-FFF2-40B4-BE49-F238E27FC236}">
                <a16:creationId xmlns:a16="http://schemas.microsoft.com/office/drawing/2014/main" id="{602F409C-FF8E-4243-88BB-E93F9FC31956}"/>
              </a:ext>
            </a:extLst>
          </p:cNvPr>
          <p:cNvSpPr/>
          <p:nvPr/>
        </p:nvSpPr>
        <p:spPr>
          <a:xfrm>
            <a:off x="3882303" y="4279099"/>
            <a:ext cx="1599175"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Kernel/Filter</a:t>
            </a:r>
          </a:p>
        </p:txBody>
      </p:sp>
      <p:cxnSp>
        <p:nvCxnSpPr>
          <p:cNvPr id="25" name="Straight Arrow Connector 24">
            <a:extLst>
              <a:ext uri="{FF2B5EF4-FFF2-40B4-BE49-F238E27FC236}">
                <a16:creationId xmlns:a16="http://schemas.microsoft.com/office/drawing/2014/main" id="{EE6E8449-A933-401A-B21F-942F126D8DEB}"/>
              </a:ext>
            </a:extLst>
          </p:cNvPr>
          <p:cNvCxnSpPr>
            <a:cxnSpLocks/>
          </p:cNvCxnSpPr>
          <p:nvPr/>
        </p:nvCxnSpPr>
        <p:spPr>
          <a:xfrm>
            <a:off x="4679238" y="3796996"/>
            <a:ext cx="0" cy="4451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4" name="Rectangle 33">
            <a:extLst>
              <a:ext uri="{FF2B5EF4-FFF2-40B4-BE49-F238E27FC236}">
                <a16:creationId xmlns:a16="http://schemas.microsoft.com/office/drawing/2014/main" id="{4CC9AD67-9302-48E4-AC44-E0B512281AA0}"/>
              </a:ext>
            </a:extLst>
          </p:cNvPr>
          <p:cNvSpPr/>
          <p:nvPr/>
        </p:nvSpPr>
        <p:spPr>
          <a:xfrm>
            <a:off x="990600" y="357684"/>
            <a:ext cx="1599175" cy="42319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Feature Map</a:t>
            </a:r>
          </a:p>
        </p:txBody>
      </p:sp>
      <p:cxnSp>
        <p:nvCxnSpPr>
          <p:cNvPr id="38" name="Straight Arrow Connector 37">
            <a:extLst>
              <a:ext uri="{FF2B5EF4-FFF2-40B4-BE49-F238E27FC236}">
                <a16:creationId xmlns:a16="http://schemas.microsoft.com/office/drawing/2014/main" id="{BAC4A06A-F2F8-4869-98CC-BEEF42B65A03}"/>
              </a:ext>
            </a:extLst>
          </p:cNvPr>
          <p:cNvCxnSpPr/>
          <p:nvPr/>
        </p:nvCxnSpPr>
        <p:spPr>
          <a:xfrm flipV="1">
            <a:off x="1371600" y="793190"/>
            <a:ext cx="248792" cy="3583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Straight Arrow Connector 39">
            <a:extLst>
              <a:ext uri="{FF2B5EF4-FFF2-40B4-BE49-F238E27FC236}">
                <a16:creationId xmlns:a16="http://schemas.microsoft.com/office/drawing/2014/main" id="{58B820DA-45F1-4595-934C-21CC0BB5EF65}"/>
              </a:ext>
            </a:extLst>
          </p:cNvPr>
          <p:cNvCxnSpPr>
            <a:endCxn id="34" idx="3"/>
          </p:cNvCxnSpPr>
          <p:nvPr/>
        </p:nvCxnSpPr>
        <p:spPr>
          <a:xfrm flipH="1" flipV="1">
            <a:off x="2589775" y="569281"/>
            <a:ext cx="1982224" cy="37929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167663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1" grpId="0" animBg="1"/>
      <p:bldP spid="23" grpId="0" animBg="1"/>
      <p:bldP spid="24"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C4E3BF5-784C-43A3-B73F-7F59CEC57DB2}"/>
              </a:ext>
            </a:extLst>
          </p:cNvPr>
          <p:cNvSpPr txBox="1">
            <a:spLocks/>
          </p:cNvSpPr>
          <p:nvPr/>
        </p:nvSpPr>
        <p:spPr>
          <a:xfrm>
            <a:off x="390842" y="136143"/>
            <a:ext cx="8362315" cy="423193"/>
          </a:xfrm>
          <a:prstGeom prst="rect">
            <a:avLst/>
          </a:prstGeom>
        </p:spPr>
        <p:txBody>
          <a:bodyPr wrap="square" lIns="0" tIns="0" rIns="0" bIns="0" anchor="t">
            <a:spAutoFit/>
          </a:bodyPr>
          <a:lstStyle>
            <a:lvl1pPr>
              <a:defRPr sz="2750" b="0" i="0">
                <a:solidFill>
                  <a:schemeClr val="tx1"/>
                </a:solidFill>
                <a:latin typeface="Tahoma"/>
                <a:ea typeface="+mj-ea"/>
                <a:cs typeface="Tahoma"/>
              </a:defRPr>
            </a:lvl1pPr>
          </a:lstStyle>
          <a:p>
            <a:pPr algn="ctr"/>
            <a:r>
              <a:rPr lang="en-US"/>
              <a:t>What Does Feature Map Do?</a:t>
            </a:r>
          </a:p>
        </p:txBody>
      </p:sp>
      <p:sp>
        <p:nvSpPr>
          <p:cNvPr id="5" name="TextBox 4">
            <a:extLst>
              <a:ext uri="{FF2B5EF4-FFF2-40B4-BE49-F238E27FC236}">
                <a16:creationId xmlns:a16="http://schemas.microsoft.com/office/drawing/2014/main" id="{5E8C3ACD-25E8-48EA-A574-CB8FFB4016FB}"/>
              </a:ext>
            </a:extLst>
          </p:cNvPr>
          <p:cNvSpPr txBox="1"/>
          <p:nvPr/>
        </p:nvSpPr>
        <p:spPr>
          <a:xfrm>
            <a:off x="390842" y="666750"/>
            <a:ext cx="7991158" cy="1477328"/>
          </a:xfrm>
          <a:prstGeom prst="rect">
            <a:avLst/>
          </a:prstGeom>
          <a:noFill/>
        </p:spPr>
        <p:txBody>
          <a:bodyPr wrap="square" rtlCol="0">
            <a:spAutoFit/>
          </a:bodyPr>
          <a:lstStyle/>
          <a:p>
            <a:pPr algn="just"/>
            <a:r>
              <a:rPr lang="en-US" dirty="0">
                <a:latin typeface="Tahoma" panose="020B0604030504040204" pitchFamily="34" charset="0"/>
                <a:ea typeface="Tahoma" panose="020B0604030504040204" pitchFamily="34" charset="0"/>
                <a:cs typeface="Tahoma" panose="020B0604030504040204" pitchFamily="34" charset="0"/>
              </a:rPr>
              <a:t>A </a:t>
            </a:r>
            <a:r>
              <a:rPr lang="en-US" b="1" dirty="0">
                <a:latin typeface="Tahoma" panose="020B0604030504040204" pitchFamily="34" charset="0"/>
                <a:ea typeface="Tahoma" panose="020B0604030504040204" pitchFamily="34" charset="0"/>
                <a:cs typeface="Tahoma" panose="020B0604030504040204" pitchFamily="34" charset="0"/>
              </a:rPr>
              <a:t>feature map</a:t>
            </a:r>
            <a:r>
              <a:rPr lang="en-US" dirty="0">
                <a:latin typeface="Tahoma" panose="020B0604030504040204" pitchFamily="34" charset="0"/>
                <a:ea typeface="Tahoma" panose="020B0604030504040204" pitchFamily="34" charset="0"/>
                <a:cs typeface="Tahoma" panose="020B0604030504040204" pitchFamily="34" charset="0"/>
              </a:rPr>
              <a:t> is the output of a convolution layer that captures and highlights specific patterns or features in the input image, such as edges, textures, or shapes. Each filter produces a feature map showing </a:t>
            </a:r>
            <a:r>
              <a:rPr lang="en-US" b="1" dirty="0">
                <a:latin typeface="Tahoma" panose="020B0604030504040204" pitchFamily="34" charset="0"/>
                <a:ea typeface="Tahoma" panose="020B0604030504040204" pitchFamily="34" charset="0"/>
                <a:cs typeface="Tahoma" panose="020B0604030504040204" pitchFamily="34" charset="0"/>
              </a:rPr>
              <a:t>where and how strongly</a:t>
            </a:r>
            <a:r>
              <a:rPr lang="en-US" dirty="0">
                <a:latin typeface="Tahoma" panose="020B0604030504040204" pitchFamily="34" charset="0"/>
                <a:ea typeface="Tahoma" panose="020B0604030504040204" pitchFamily="34" charset="0"/>
                <a:cs typeface="Tahoma" panose="020B0604030504040204" pitchFamily="34" charset="0"/>
              </a:rPr>
              <a:t> that feature appears, helping the network understand important visual details for tasks like classification or detection.</a:t>
            </a:r>
          </a:p>
        </p:txBody>
      </p:sp>
      <p:sp>
        <p:nvSpPr>
          <p:cNvPr id="6" name="TextBox 5">
            <a:extLst>
              <a:ext uri="{FF2B5EF4-FFF2-40B4-BE49-F238E27FC236}">
                <a16:creationId xmlns:a16="http://schemas.microsoft.com/office/drawing/2014/main" id="{DAB93260-9EA6-47EA-BC90-55F498325890}"/>
              </a:ext>
            </a:extLst>
          </p:cNvPr>
          <p:cNvSpPr txBox="1"/>
          <p:nvPr/>
        </p:nvSpPr>
        <p:spPr>
          <a:xfrm>
            <a:off x="390842" y="2676257"/>
            <a:ext cx="7991158" cy="646331"/>
          </a:xfrm>
          <a:prstGeom prst="rect">
            <a:avLst/>
          </a:prstGeom>
          <a:noFill/>
        </p:spPr>
        <p:txBody>
          <a:bodyPr wrap="square" rtlCol="0">
            <a:spAutoFit/>
          </a:bodyPr>
          <a:lstStyle/>
          <a:p>
            <a:r>
              <a:rPr lang="en-US" dirty="0">
                <a:latin typeface="Tahoma" panose="020B0604030504040204" pitchFamily="34" charset="0"/>
                <a:ea typeface="Tahoma" panose="020B0604030504040204" pitchFamily="34" charset="0"/>
                <a:cs typeface="Tahoma" panose="020B0604030504040204" pitchFamily="34" charset="0"/>
              </a:rPr>
              <a:t>In Short: A feature map is the output of a convolution layer that </a:t>
            </a:r>
            <a:r>
              <a:rPr lang="en-US" b="1" dirty="0">
                <a:latin typeface="Tahoma" panose="020B0604030504040204" pitchFamily="34" charset="0"/>
                <a:ea typeface="Tahoma" panose="020B0604030504040204" pitchFamily="34" charset="0"/>
                <a:cs typeface="Tahoma" panose="020B0604030504040204" pitchFamily="34" charset="0"/>
              </a:rPr>
              <a:t>highlights the locations of detected features in the input image.</a:t>
            </a:r>
          </a:p>
        </p:txBody>
      </p:sp>
    </p:spTree>
    <p:extLst>
      <p:ext uri="{BB962C8B-B14F-4D97-AF65-F5344CB8AC3E}">
        <p14:creationId xmlns:p14="http://schemas.microsoft.com/office/powerpoint/2010/main" val="75425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60FB11-581D-4C23-8B45-56E32E61468C}"/>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Feature Map Using Kernel/Filter</a:t>
            </a:r>
          </a:p>
        </p:txBody>
      </p:sp>
      <p:pic>
        <p:nvPicPr>
          <p:cNvPr id="6" name="Picture 5">
            <a:extLst>
              <a:ext uri="{FF2B5EF4-FFF2-40B4-BE49-F238E27FC236}">
                <a16:creationId xmlns:a16="http://schemas.microsoft.com/office/drawing/2014/main" id="{664D5158-BAF0-4410-BD25-11154BDB61AD}"/>
              </a:ext>
            </a:extLst>
          </p:cNvPr>
          <p:cNvPicPr>
            <a:picLocks noChangeAspect="1"/>
          </p:cNvPicPr>
          <p:nvPr/>
        </p:nvPicPr>
        <p:blipFill>
          <a:blip r:embed="rId2"/>
          <a:stretch>
            <a:fillRect/>
          </a:stretch>
        </p:blipFill>
        <p:spPr>
          <a:xfrm>
            <a:off x="723899" y="637789"/>
            <a:ext cx="7696200" cy="3867921"/>
          </a:xfrm>
          <a:prstGeom prst="rect">
            <a:avLst/>
          </a:prstGeom>
        </p:spPr>
      </p:pic>
      <p:sp>
        <p:nvSpPr>
          <p:cNvPr id="2" name="TextBox 1">
            <a:extLst>
              <a:ext uri="{FF2B5EF4-FFF2-40B4-BE49-F238E27FC236}">
                <a16:creationId xmlns:a16="http://schemas.microsoft.com/office/drawing/2014/main" id="{21E13693-9F63-45E3-8408-E87AE5DAA08A}"/>
              </a:ext>
            </a:extLst>
          </p:cNvPr>
          <p:cNvSpPr txBox="1"/>
          <p:nvPr/>
        </p:nvSpPr>
        <p:spPr>
          <a:xfrm>
            <a:off x="838200" y="1047750"/>
            <a:ext cx="838200" cy="685800"/>
          </a:xfrm>
          <a:prstGeom prst="rect">
            <a:avLst/>
          </a:prstGeom>
          <a:noFill/>
          <a:ln w="28575">
            <a:solidFill>
              <a:srgbClr val="FF0000"/>
            </a:solidFill>
          </a:ln>
        </p:spPr>
        <p:txBody>
          <a:bodyPr wrap="square" rtlCol="0">
            <a:spAutoFit/>
          </a:bodyPr>
          <a:lstStyle/>
          <a:p>
            <a:endParaRPr lang="en-US" dirty="0"/>
          </a:p>
        </p:txBody>
      </p:sp>
      <p:sp>
        <p:nvSpPr>
          <p:cNvPr id="5" name="TextBox 4">
            <a:extLst>
              <a:ext uri="{FF2B5EF4-FFF2-40B4-BE49-F238E27FC236}">
                <a16:creationId xmlns:a16="http://schemas.microsoft.com/office/drawing/2014/main" id="{0EFE925C-C1BB-4D4C-B9EA-30F629F94A91}"/>
              </a:ext>
            </a:extLst>
          </p:cNvPr>
          <p:cNvSpPr txBox="1"/>
          <p:nvPr/>
        </p:nvSpPr>
        <p:spPr>
          <a:xfrm>
            <a:off x="864445" y="3189391"/>
            <a:ext cx="685800" cy="561763"/>
          </a:xfrm>
          <a:prstGeom prst="rect">
            <a:avLst/>
          </a:prstGeom>
          <a:noFill/>
          <a:ln w="28575">
            <a:solidFill>
              <a:srgbClr val="FF0000"/>
            </a:solidFill>
          </a:ln>
        </p:spPr>
        <p:txBody>
          <a:bodyPr wrap="square" rtlCol="0">
            <a:spAutoFit/>
          </a:bodyPr>
          <a:lstStyle/>
          <a:p>
            <a:endParaRPr lang="en-US" dirty="0"/>
          </a:p>
        </p:txBody>
      </p:sp>
      <p:sp>
        <p:nvSpPr>
          <p:cNvPr id="7" name="TextBox 6">
            <a:extLst>
              <a:ext uri="{FF2B5EF4-FFF2-40B4-BE49-F238E27FC236}">
                <a16:creationId xmlns:a16="http://schemas.microsoft.com/office/drawing/2014/main" id="{1DDE3102-0F20-4435-9D84-4AEF939DEA0B}"/>
              </a:ext>
            </a:extLst>
          </p:cNvPr>
          <p:cNvSpPr txBox="1"/>
          <p:nvPr/>
        </p:nvSpPr>
        <p:spPr>
          <a:xfrm>
            <a:off x="5105400" y="3638550"/>
            <a:ext cx="685800" cy="685800"/>
          </a:xfrm>
          <a:prstGeom prst="rect">
            <a:avLst/>
          </a:prstGeom>
          <a:noFill/>
          <a:ln w="28575">
            <a:solidFill>
              <a:srgbClr val="FF0000"/>
            </a:solidFill>
          </a:ln>
        </p:spPr>
        <p:txBody>
          <a:bodyPr wrap="square" rtlCol="0">
            <a:spAutoFit/>
          </a:bodyPr>
          <a:lstStyle/>
          <a:p>
            <a:endParaRPr lang="en-US" dirty="0"/>
          </a:p>
        </p:txBody>
      </p:sp>
      <p:sp>
        <p:nvSpPr>
          <p:cNvPr id="8" name="TextBox 7">
            <a:extLst>
              <a:ext uri="{FF2B5EF4-FFF2-40B4-BE49-F238E27FC236}">
                <a16:creationId xmlns:a16="http://schemas.microsoft.com/office/drawing/2014/main" id="{B9BBC4F2-06B2-4F10-B33D-33072290B523}"/>
              </a:ext>
            </a:extLst>
          </p:cNvPr>
          <p:cNvSpPr txBox="1"/>
          <p:nvPr/>
        </p:nvSpPr>
        <p:spPr>
          <a:xfrm>
            <a:off x="4395045" y="3181350"/>
            <a:ext cx="609600" cy="533400"/>
          </a:xfrm>
          <a:prstGeom prst="rect">
            <a:avLst/>
          </a:prstGeom>
          <a:noFill/>
          <a:ln w="28575">
            <a:solidFill>
              <a:srgbClr val="FF0000"/>
            </a:solidFill>
          </a:ln>
        </p:spPr>
        <p:txBody>
          <a:bodyPr wrap="square" rtlCol="0">
            <a:spAutoFit/>
          </a:bodyPr>
          <a:lstStyle/>
          <a:p>
            <a:endParaRPr lang="en-US" dirty="0"/>
          </a:p>
        </p:txBody>
      </p:sp>
      <p:sp>
        <p:nvSpPr>
          <p:cNvPr id="9" name="TextBox 8">
            <a:extLst>
              <a:ext uri="{FF2B5EF4-FFF2-40B4-BE49-F238E27FC236}">
                <a16:creationId xmlns:a16="http://schemas.microsoft.com/office/drawing/2014/main" id="{8FFF3550-4205-4878-8D43-29F64CC6C705}"/>
              </a:ext>
            </a:extLst>
          </p:cNvPr>
          <p:cNvSpPr txBox="1"/>
          <p:nvPr/>
        </p:nvSpPr>
        <p:spPr>
          <a:xfrm>
            <a:off x="4953000" y="1695450"/>
            <a:ext cx="609600" cy="533400"/>
          </a:xfrm>
          <a:prstGeom prst="rect">
            <a:avLst/>
          </a:prstGeom>
          <a:noFill/>
          <a:ln w="28575">
            <a:solidFill>
              <a:srgbClr val="FF0000"/>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5E8193E1-7CA9-46DD-9455-F9586061B69D}"/>
              </a:ext>
            </a:extLst>
          </p:cNvPr>
          <p:cNvSpPr txBox="1"/>
          <p:nvPr/>
        </p:nvSpPr>
        <p:spPr>
          <a:xfrm>
            <a:off x="807720" y="3850512"/>
            <a:ext cx="685801" cy="561763"/>
          </a:xfrm>
          <a:prstGeom prst="rect">
            <a:avLst/>
          </a:prstGeom>
          <a:noFill/>
          <a:ln w="28575">
            <a:solidFill>
              <a:srgbClr val="FF0000"/>
            </a:solidFill>
          </a:ln>
        </p:spPr>
        <p:txBody>
          <a:bodyPr wrap="square" rtlCol="0">
            <a:spAutoFit/>
          </a:bodyPr>
          <a:lstStyle/>
          <a:p>
            <a:endParaRPr lang="en-US" dirty="0"/>
          </a:p>
        </p:txBody>
      </p:sp>
      <p:sp>
        <p:nvSpPr>
          <p:cNvPr id="15" name="TextBox 14">
            <a:extLst>
              <a:ext uri="{FF2B5EF4-FFF2-40B4-BE49-F238E27FC236}">
                <a16:creationId xmlns:a16="http://schemas.microsoft.com/office/drawing/2014/main" id="{E0A93261-50AC-40BD-8798-20F98BC02293}"/>
              </a:ext>
            </a:extLst>
          </p:cNvPr>
          <p:cNvSpPr txBox="1"/>
          <p:nvPr/>
        </p:nvSpPr>
        <p:spPr>
          <a:xfrm>
            <a:off x="3581400" y="1123950"/>
            <a:ext cx="533400" cy="381000"/>
          </a:xfrm>
          <a:prstGeom prst="rect">
            <a:avLst/>
          </a:prstGeom>
          <a:noFill/>
          <a:ln w="28575">
            <a:solidFill>
              <a:srgbClr val="FF0000"/>
            </a:solidFill>
          </a:ln>
        </p:spPr>
        <p:txBody>
          <a:bodyPr wrap="square" rtlCol="0">
            <a:spAutoFit/>
          </a:bodyPr>
          <a:lstStyle/>
          <a:p>
            <a:endParaRPr lang="en-US" dirty="0"/>
          </a:p>
        </p:txBody>
      </p:sp>
      <p:sp>
        <p:nvSpPr>
          <p:cNvPr id="16" name="TextBox 15">
            <a:extLst>
              <a:ext uri="{FF2B5EF4-FFF2-40B4-BE49-F238E27FC236}">
                <a16:creationId xmlns:a16="http://schemas.microsoft.com/office/drawing/2014/main" id="{701922F7-BDFD-492D-916D-28331E40DA6E}"/>
              </a:ext>
            </a:extLst>
          </p:cNvPr>
          <p:cNvSpPr txBox="1"/>
          <p:nvPr/>
        </p:nvSpPr>
        <p:spPr>
          <a:xfrm>
            <a:off x="3429000" y="3189391"/>
            <a:ext cx="533400" cy="381000"/>
          </a:xfrm>
          <a:prstGeom prst="rect">
            <a:avLst/>
          </a:prstGeom>
          <a:noFill/>
          <a:ln w="28575">
            <a:solidFill>
              <a:srgbClr val="FF0000"/>
            </a:solidFill>
          </a:ln>
        </p:spPr>
        <p:txBody>
          <a:bodyPr wrap="square" rtlCol="0">
            <a:spAutoFit/>
          </a:bodyPr>
          <a:lstStyle/>
          <a:p>
            <a:endParaRPr lang="en-US" dirty="0"/>
          </a:p>
        </p:txBody>
      </p:sp>
      <p:sp>
        <p:nvSpPr>
          <p:cNvPr id="17" name="TextBox 16">
            <a:extLst>
              <a:ext uri="{FF2B5EF4-FFF2-40B4-BE49-F238E27FC236}">
                <a16:creationId xmlns:a16="http://schemas.microsoft.com/office/drawing/2014/main" id="{903CF947-27CE-4C1D-8534-DF4F2563EB05}"/>
              </a:ext>
            </a:extLst>
          </p:cNvPr>
          <p:cNvSpPr txBox="1"/>
          <p:nvPr/>
        </p:nvSpPr>
        <p:spPr>
          <a:xfrm>
            <a:off x="3429000" y="4056552"/>
            <a:ext cx="533400" cy="381000"/>
          </a:xfrm>
          <a:prstGeom prst="rect">
            <a:avLst/>
          </a:prstGeom>
          <a:noFill/>
          <a:ln w="28575">
            <a:solidFill>
              <a:srgbClr val="FF0000"/>
            </a:solidFill>
          </a:ln>
        </p:spPr>
        <p:txBody>
          <a:bodyPr wrap="square" rtlCol="0">
            <a:spAutoFit/>
          </a:bodyPr>
          <a:lstStyle/>
          <a:p>
            <a:endParaRPr lang="en-US" dirty="0"/>
          </a:p>
        </p:txBody>
      </p:sp>
      <p:sp>
        <p:nvSpPr>
          <p:cNvPr id="18" name="TextBox 17">
            <a:extLst>
              <a:ext uri="{FF2B5EF4-FFF2-40B4-BE49-F238E27FC236}">
                <a16:creationId xmlns:a16="http://schemas.microsoft.com/office/drawing/2014/main" id="{A9FC5023-BADE-42AF-91E6-717BD97EA319}"/>
              </a:ext>
            </a:extLst>
          </p:cNvPr>
          <p:cNvSpPr txBox="1"/>
          <p:nvPr/>
        </p:nvSpPr>
        <p:spPr>
          <a:xfrm>
            <a:off x="7696200" y="3968712"/>
            <a:ext cx="533400" cy="381000"/>
          </a:xfrm>
          <a:prstGeom prst="rect">
            <a:avLst/>
          </a:prstGeom>
          <a:noFill/>
          <a:ln w="28575">
            <a:solidFill>
              <a:srgbClr val="FF0000"/>
            </a:solidFill>
          </a:ln>
        </p:spPr>
        <p:txBody>
          <a:bodyPr wrap="square" rtlCol="0">
            <a:spAutoFit/>
          </a:bodyPr>
          <a:lstStyle/>
          <a:p>
            <a:endParaRPr lang="en-US" dirty="0"/>
          </a:p>
        </p:txBody>
      </p:sp>
      <p:sp>
        <p:nvSpPr>
          <p:cNvPr id="19" name="TextBox 18">
            <a:extLst>
              <a:ext uri="{FF2B5EF4-FFF2-40B4-BE49-F238E27FC236}">
                <a16:creationId xmlns:a16="http://schemas.microsoft.com/office/drawing/2014/main" id="{E0788A16-13CD-484A-B7AF-E576191F9111}"/>
              </a:ext>
            </a:extLst>
          </p:cNvPr>
          <p:cNvSpPr txBox="1"/>
          <p:nvPr/>
        </p:nvSpPr>
        <p:spPr>
          <a:xfrm>
            <a:off x="7441353" y="3089272"/>
            <a:ext cx="533400" cy="381000"/>
          </a:xfrm>
          <a:prstGeom prst="rect">
            <a:avLst/>
          </a:prstGeom>
          <a:noFill/>
          <a:ln w="28575">
            <a:solidFill>
              <a:srgbClr val="FF0000"/>
            </a:solidFill>
          </a:ln>
        </p:spPr>
        <p:txBody>
          <a:bodyPr wrap="square" rtlCol="0">
            <a:spAutoFit/>
          </a:bodyPr>
          <a:lstStyle/>
          <a:p>
            <a:endParaRPr lang="en-US" dirty="0"/>
          </a:p>
        </p:txBody>
      </p:sp>
      <p:sp>
        <p:nvSpPr>
          <p:cNvPr id="20" name="TextBox 19">
            <a:extLst>
              <a:ext uri="{FF2B5EF4-FFF2-40B4-BE49-F238E27FC236}">
                <a16:creationId xmlns:a16="http://schemas.microsoft.com/office/drawing/2014/main" id="{9A2DE9C1-2191-4EB0-8EC5-C17E37629FED}"/>
              </a:ext>
            </a:extLst>
          </p:cNvPr>
          <p:cNvSpPr txBox="1"/>
          <p:nvPr/>
        </p:nvSpPr>
        <p:spPr>
          <a:xfrm>
            <a:off x="7620000" y="2106610"/>
            <a:ext cx="533400" cy="381000"/>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197439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8" grpId="0" animBg="1"/>
      <p:bldP spid="9" grpId="0" animBg="1"/>
      <p:bldP spid="12" grpId="0" animBg="1"/>
      <p:bldP spid="15" grpId="0" animBg="1"/>
      <p:bldP spid="16" grpId="0" animBg="1"/>
      <p:bldP spid="17" grpId="0" animBg="1"/>
      <p:bldP spid="18" grpId="0" animBg="1"/>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60FB11-581D-4C23-8B45-56E32E61468C}"/>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Feature Map Using Kernel/Filter</a:t>
            </a:r>
          </a:p>
        </p:txBody>
      </p:sp>
      <p:pic>
        <p:nvPicPr>
          <p:cNvPr id="3" name="Picture 2">
            <a:extLst>
              <a:ext uri="{FF2B5EF4-FFF2-40B4-BE49-F238E27FC236}">
                <a16:creationId xmlns:a16="http://schemas.microsoft.com/office/drawing/2014/main" id="{66C0FC16-B353-4903-8337-3598D6D68593}"/>
              </a:ext>
            </a:extLst>
          </p:cNvPr>
          <p:cNvPicPr>
            <a:picLocks noChangeAspect="1"/>
          </p:cNvPicPr>
          <p:nvPr/>
        </p:nvPicPr>
        <p:blipFill>
          <a:blip r:embed="rId2"/>
          <a:stretch>
            <a:fillRect/>
          </a:stretch>
        </p:blipFill>
        <p:spPr>
          <a:xfrm>
            <a:off x="762000" y="742950"/>
            <a:ext cx="7848600" cy="3995755"/>
          </a:xfrm>
          <a:prstGeom prst="rect">
            <a:avLst/>
          </a:prstGeom>
        </p:spPr>
      </p:pic>
      <p:sp>
        <p:nvSpPr>
          <p:cNvPr id="5" name="TextBox 4">
            <a:extLst>
              <a:ext uri="{FF2B5EF4-FFF2-40B4-BE49-F238E27FC236}">
                <a16:creationId xmlns:a16="http://schemas.microsoft.com/office/drawing/2014/main" id="{8A7F9A0F-4E90-45CA-A1B3-BAC9F5069B36}"/>
              </a:ext>
            </a:extLst>
          </p:cNvPr>
          <p:cNvSpPr txBox="1"/>
          <p:nvPr/>
        </p:nvSpPr>
        <p:spPr>
          <a:xfrm>
            <a:off x="1371600" y="1276350"/>
            <a:ext cx="152400" cy="228600"/>
          </a:xfrm>
          <a:prstGeom prst="rect">
            <a:avLst/>
          </a:prstGeom>
          <a:noFill/>
          <a:ln w="28575">
            <a:solidFill>
              <a:srgbClr val="FF0000"/>
            </a:solidFill>
          </a:ln>
        </p:spPr>
        <p:txBody>
          <a:bodyPr wrap="square" rtlCol="0">
            <a:spAutoFit/>
          </a:bodyPr>
          <a:lstStyle/>
          <a:p>
            <a:endParaRPr lang="en-US" dirty="0"/>
          </a:p>
        </p:txBody>
      </p:sp>
      <p:sp>
        <p:nvSpPr>
          <p:cNvPr id="7" name="TextBox 6">
            <a:extLst>
              <a:ext uri="{FF2B5EF4-FFF2-40B4-BE49-F238E27FC236}">
                <a16:creationId xmlns:a16="http://schemas.microsoft.com/office/drawing/2014/main" id="{4661B263-18A2-41FE-A4B7-C8A3F36B124E}"/>
              </a:ext>
            </a:extLst>
          </p:cNvPr>
          <p:cNvSpPr txBox="1"/>
          <p:nvPr/>
        </p:nvSpPr>
        <p:spPr>
          <a:xfrm>
            <a:off x="1600200" y="1262380"/>
            <a:ext cx="152400" cy="228600"/>
          </a:xfrm>
          <a:prstGeom prst="rect">
            <a:avLst/>
          </a:prstGeom>
          <a:noFill/>
          <a:ln w="28575">
            <a:solidFill>
              <a:srgbClr val="FF0000"/>
            </a:solidFill>
          </a:ln>
        </p:spPr>
        <p:txBody>
          <a:bodyPr wrap="square" rtlCol="0">
            <a:spAutoFit/>
          </a:bodyPr>
          <a:lstStyle/>
          <a:p>
            <a:endParaRPr lang="en-US" dirty="0"/>
          </a:p>
        </p:txBody>
      </p:sp>
      <p:sp>
        <p:nvSpPr>
          <p:cNvPr id="35" name="TextBox 34">
            <a:extLst>
              <a:ext uri="{FF2B5EF4-FFF2-40B4-BE49-F238E27FC236}">
                <a16:creationId xmlns:a16="http://schemas.microsoft.com/office/drawing/2014/main" id="{CD05E6B2-FDE0-4357-95C1-A6114C8D8970}"/>
              </a:ext>
            </a:extLst>
          </p:cNvPr>
          <p:cNvSpPr txBox="1"/>
          <p:nvPr/>
        </p:nvSpPr>
        <p:spPr>
          <a:xfrm>
            <a:off x="3962400" y="1376680"/>
            <a:ext cx="152400" cy="228600"/>
          </a:xfrm>
          <a:prstGeom prst="rect">
            <a:avLst/>
          </a:prstGeom>
          <a:noFill/>
          <a:ln w="28575">
            <a:solidFill>
              <a:srgbClr val="FF0000"/>
            </a:solidFill>
          </a:ln>
        </p:spPr>
        <p:txBody>
          <a:bodyPr wrap="square" rtlCol="0">
            <a:spAutoFit/>
          </a:bodyPr>
          <a:lstStyle/>
          <a:p>
            <a:endParaRPr lang="en-US" dirty="0"/>
          </a:p>
        </p:txBody>
      </p:sp>
      <p:sp>
        <p:nvSpPr>
          <p:cNvPr id="36" name="TextBox 35">
            <a:extLst>
              <a:ext uri="{FF2B5EF4-FFF2-40B4-BE49-F238E27FC236}">
                <a16:creationId xmlns:a16="http://schemas.microsoft.com/office/drawing/2014/main" id="{45FBE2A1-1918-4EB5-9E83-9A8222BC8442}"/>
              </a:ext>
            </a:extLst>
          </p:cNvPr>
          <p:cNvSpPr txBox="1"/>
          <p:nvPr/>
        </p:nvSpPr>
        <p:spPr>
          <a:xfrm>
            <a:off x="4191000" y="1376680"/>
            <a:ext cx="152400" cy="228600"/>
          </a:xfrm>
          <a:prstGeom prst="rect">
            <a:avLst/>
          </a:prstGeom>
          <a:noFill/>
          <a:ln w="28575">
            <a:solidFill>
              <a:srgbClr val="FF0000"/>
            </a:solidFill>
          </a:ln>
        </p:spPr>
        <p:txBody>
          <a:bodyPr wrap="square" rtlCol="0">
            <a:spAutoFit/>
          </a:bodyPr>
          <a:lstStyle/>
          <a:p>
            <a:endParaRPr lang="en-US" dirty="0"/>
          </a:p>
        </p:txBody>
      </p:sp>
      <p:sp>
        <p:nvSpPr>
          <p:cNvPr id="37" name="TextBox 36">
            <a:extLst>
              <a:ext uri="{FF2B5EF4-FFF2-40B4-BE49-F238E27FC236}">
                <a16:creationId xmlns:a16="http://schemas.microsoft.com/office/drawing/2014/main" id="{01C45336-A0E2-4891-BADC-63DCB05AB77D}"/>
              </a:ext>
            </a:extLst>
          </p:cNvPr>
          <p:cNvSpPr txBox="1"/>
          <p:nvPr/>
        </p:nvSpPr>
        <p:spPr>
          <a:xfrm>
            <a:off x="5486400" y="1605280"/>
            <a:ext cx="152400" cy="228600"/>
          </a:xfrm>
          <a:prstGeom prst="rect">
            <a:avLst/>
          </a:prstGeom>
          <a:noFill/>
          <a:ln w="28575">
            <a:solidFill>
              <a:srgbClr val="FF0000"/>
            </a:solidFill>
          </a:ln>
        </p:spPr>
        <p:txBody>
          <a:bodyPr wrap="square" rtlCol="0">
            <a:spAutoFit/>
          </a:bodyPr>
          <a:lstStyle/>
          <a:p>
            <a:endParaRPr lang="en-US" dirty="0"/>
          </a:p>
        </p:txBody>
      </p:sp>
      <p:sp>
        <p:nvSpPr>
          <p:cNvPr id="38" name="TextBox 37">
            <a:extLst>
              <a:ext uri="{FF2B5EF4-FFF2-40B4-BE49-F238E27FC236}">
                <a16:creationId xmlns:a16="http://schemas.microsoft.com/office/drawing/2014/main" id="{6182DACD-1C49-4DF9-B821-5E87A3674F06}"/>
              </a:ext>
            </a:extLst>
          </p:cNvPr>
          <p:cNvSpPr txBox="1"/>
          <p:nvPr/>
        </p:nvSpPr>
        <p:spPr>
          <a:xfrm>
            <a:off x="5867400" y="1605280"/>
            <a:ext cx="152400" cy="228600"/>
          </a:xfrm>
          <a:prstGeom prst="rect">
            <a:avLst/>
          </a:prstGeom>
          <a:noFill/>
          <a:ln w="28575">
            <a:solidFill>
              <a:srgbClr val="FF0000"/>
            </a:solidFill>
          </a:ln>
        </p:spPr>
        <p:txBody>
          <a:bodyPr wrap="square" rtlCol="0">
            <a:spAutoFit/>
          </a:bodyPr>
          <a:lstStyle/>
          <a:p>
            <a:endParaRPr lang="en-US" dirty="0"/>
          </a:p>
        </p:txBody>
      </p:sp>
      <p:sp>
        <p:nvSpPr>
          <p:cNvPr id="39" name="TextBox 38">
            <a:extLst>
              <a:ext uri="{FF2B5EF4-FFF2-40B4-BE49-F238E27FC236}">
                <a16:creationId xmlns:a16="http://schemas.microsoft.com/office/drawing/2014/main" id="{DA89917A-0C29-4FF6-B15C-0D665DB117BD}"/>
              </a:ext>
            </a:extLst>
          </p:cNvPr>
          <p:cNvSpPr txBox="1"/>
          <p:nvPr/>
        </p:nvSpPr>
        <p:spPr>
          <a:xfrm>
            <a:off x="7696200" y="1605280"/>
            <a:ext cx="152400" cy="228600"/>
          </a:xfrm>
          <a:prstGeom prst="rect">
            <a:avLst/>
          </a:prstGeom>
          <a:noFill/>
          <a:ln w="28575">
            <a:solidFill>
              <a:srgbClr val="FF0000"/>
            </a:solidFill>
          </a:ln>
        </p:spPr>
        <p:txBody>
          <a:bodyPr wrap="square" rtlCol="0">
            <a:spAutoFit/>
          </a:bodyPr>
          <a:lstStyle/>
          <a:p>
            <a:endParaRPr lang="en-US" dirty="0"/>
          </a:p>
        </p:txBody>
      </p:sp>
      <p:sp>
        <p:nvSpPr>
          <p:cNvPr id="40" name="TextBox 39">
            <a:extLst>
              <a:ext uri="{FF2B5EF4-FFF2-40B4-BE49-F238E27FC236}">
                <a16:creationId xmlns:a16="http://schemas.microsoft.com/office/drawing/2014/main" id="{2889C6AF-1140-4F1E-98BB-0064B4E83289}"/>
              </a:ext>
            </a:extLst>
          </p:cNvPr>
          <p:cNvSpPr txBox="1"/>
          <p:nvPr/>
        </p:nvSpPr>
        <p:spPr>
          <a:xfrm>
            <a:off x="8077200" y="1657350"/>
            <a:ext cx="152400" cy="228600"/>
          </a:xfrm>
          <a:prstGeom prst="rect">
            <a:avLst/>
          </a:prstGeom>
          <a:noFill/>
          <a:ln w="28575">
            <a:solidFill>
              <a:srgbClr val="FF0000"/>
            </a:solidFill>
          </a:ln>
        </p:spPr>
        <p:txBody>
          <a:bodyPr wrap="square" rtlCol="0">
            <a:spAutoFit/>
          </a:bodyPr>
          <a:lstStyle/>
          <a:p>
            <a:endParaRPr lang="en-US" dirty="0"/>
          </a:p>
        </p:txBody>
      </p:sp>
      <p:sp>
        <p:nvSpPr>
          <p:cNvPr id="44" name="TextBox 43">
            <a:extLst>
              <a:ext uri="{FF2B5EF4-FFF2-40B4-BE49-F238E27FC236}">
                <a16:creationId xmlns:a16="http://schemas.microsoft.com/office/drawing/2014/main" id="{C67B3382-D957-494F-8CA7-BDBA147D7644}"/>
              </a:ext>
            </a:extLst>
          </p:cNvPr>
          <p:cNvSpPr txBox="1"/>
          <p:nvPr/>
        </p:nvSpPr>
        <p:spPr>
          <a:xfrm>
            <a:off x="2057400" y="2909905"/>
            <a:ext cx="5562600" cy="1828800"/>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40112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5" grpId="0" animBg="1"/>
      <p:bldP spid="36" grpId="0" animBg="1"/>
      <p:bldP spid="37" grpId="0" animBg="1"/>
      <p:bldP spid="38" grpId="0" animBg="1"/>
      <p:bldP spid="39" grpId="0" animBg="1"/>
      <p:bldP spid="40"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60FB11-581D-4C23-8B45-56E32E61468C}"/>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Feature Map Using Kernel/Filter</a:t>
            </a:r>
          </a:p>
        </p:txBody>
      </p:sp>
      <p:pic>
        <p:nvPicPr>
          <p:cNvPr id="7" name="Picture 6">
            <a:extLst>
              <a:ext uri="{FF2B5EF4-FFF2-40B4-BE49-F238E27FC236}">
                <a16:creationId xmlns:a16="http://schemas.microsoft.com/office/drawing/2014/main" id="{6509A102-E8B6-4C08-AC3E-90122D775418}"/>
              </a:ext>
            </a:extLst>
          </p:cNvPr>
          <p:cNvPicPr>
            <a:picLocks noChangeAspect="1"/>
          </p:cNvPicPr>
          <p:nvPr/>
        </p:nvPicPr>
        <p:blipFill rotWithShape="1">
          <a:blip r:embed="rId2"/>
          <a:srcRect l="4935"/>
          <a:stretch/>
        </p:blipFill>
        <p:spPr>
          <a:xfrm>
            <a:off x="76200" y="1162050"/>
            <a:ext cx="4229785" cy="2781300"/>
          </a:xfrm>
          <a:prstGeom prst="rect">
            <a:avLst/>
          </a:prstGeom>
        </p:spPr>
      </p:pic>
      <p:pic>
        <p:nvPicPr>
          <p:cNvPr id="9" name="Picture 8">
            <a:extLst>
              <a:ext uri="{FF2B5EF4-FFF2-40B4-BE49-F238E27FC236}">
                <a16:creationId xmlns:a16="http://schemas.microsoft.com/office/drawing/2014/main" id="{B73CDA3B-2F12-4A8F-9132-BF242BAE6180}"/>
              </a:ext>
            </a:extLst>
          </p:cNvPr>
          <p:cNvPicPr>
            <a:picLocks noChangeAspect="1"/>
          </p:cNvPicPr>
          <p:nvPr/>
        </p:nvPicPr>
        <p:blipFill rotWithShape="1">
          <a:blip r:embed="rId3"/>
          <a:srcRect r="9738"/>
          <a:stretch/>
        </p:blipFill>
        <p:spPr>
          <a:xfrm>
            <a:off x="4279374" y="742950"/>
            <a:ext cx="4864625" cy="4194466"/>
          </a:xfrm>
          <a:prstGeom prst="rect">
            <a:avLst/>
          </a:prstGeom>
        </p:spPr>
      </p:pic>
    </p:spTree>
    <p:extLst>
      <p:ext uri="{BB962C8B-B14F-4D97-AF65-F5344CB8AC3E}">
        <p14:creationId xmlns:p14="http://schemas.microsoft.com/office/powerpoint/2010/main" val="423394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60FB11-581D-4C23-8B45-56E32E61468C}"/>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Overview CNN</a:t>
            </a:r>
          </a:p>
        </p:txBody>
      </p:sp>
      <p:pic>
        <p:nvPicPr>
          <p:cNvPr id="3" name="Picture 2">
            <a:extLst>
              <a:ext uri="{FF2B5EF4-FFF2-40B4-BE49-F238E27FC236}">
                <a16:creationId xmlns:a16="http://schemas.microsoft.com/office/drawing/2014/main" id="{F99E7681-63DB-4F50-AEB1-A73C12377B1B}"/>
              </a:ext>
            </a:extLst>
          </p:cNvPr>
          <p:cNvPicPr>
            <a:picLocks noChangeAspect="1"/>
          </p:cNvPicPr>
          <p:nvPr/>
        </p:nvPicPr>
        <p:blipFill rotWithShape="1">
          <a:blip r:embed="rId2"/>
          <a:srcRect t="5235" b="7505"/>
          <a:stretch/>
        </p:blipFill>
        <p:spPr>
          <a:xfrm>
            <a:off x="228600" y="559336"/>
            <a:ext cx="5383898" cy="3810000"/>
          </a:xfrm>
          <a:prstGeom prst="rect">
            <a:avLst/>
          </a:prstGeom>
        </p:spPr>
      </p:pic>
      <p:pic>
        <p:nvPicPr>
          <p:cNvPr id="6" name="Picture 5">
            <a:extLst>
              <a:ext uri="{FF2B5EF4-FFF2-40B4-BE49-F238E27FC236}">
                <a16:creationId xmlns:a16="http://schemas.microsoft.com/office/drawing/2014/main" id="{2F75176F-3809-4A9B-9512-3B4E02BBAFF9}"/>
              </a:ext>
            </a:extLst>
          </p:cNvPr>
          <p:cNvPicPr>
            <a:picLocks noChangeAspect="1"/>
          </p:cNvPicPr>
          <p:nvPr/>
        </p:nvPicPr>
        <p:blipFill>
          <a:blip r:embed="rId3"/>
          <a:stretch>
            <a:fillRect/>
          </a:stretch>
        </p:blipFill>
        <p:spPr>
          <a:xfrm>
            <a:off x="6485891" y="947511"/>
            <a:ext cx="2267266" cy="3248478"/>
          </a:xfrm>
          <a:prstGeom prst="rect">
            <a:avLst/>
          </a:prstGeom>
        </p:spPr>
      </p:pic>
      <p:cxnSp>
        <p:nvCxnSpPr>
          <p:cNvPr id="10" name="Straight Arrow Connector 9">
            <a:extLst>
              <a:ext uri="{FF2B5EF4-FFF2-40B4-BE49-F238E27FC236}">
                <a16:creationId xmlns:a16="http://schemas.microsoft.com/office/drawing/2014/main" id="{466F7023-87C7-4BFD-807D-0E503A7ED493}"/>
              </a:ext>
            </a:extLst>
          </p:cNvPr>
          <p:cNvCxnSpPr>
            <a:cxnSpLocks/>
          </p:cNvCxnSpPr>
          <p:nvPr/>
        </p:nvCxnSpPr>
        <p:spPr>
          <a:xfrm flipV="1">
            <a:off x="5612498" y="3288764"/>
            <a:ext cx="873393" cy="4259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93912F12-61C9-4DF8-ACA9-2E88D8315F06}"/>
              </a:ext>
            </a:extLst>
          </p:cNvPr>
          <p:cNvCxnSpPr/>
          <p:nvPr/>
        </p:nvCxnSpPr>
        <p:spPr>
          <a:xfrm>
            <a:off x="5612498" y="1657350"/>
            <a:ext cx="873393" cy="5334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7" name="Straight Connector 16">
            <a:extLst>
              <a:ext uri="{FF2B5EF4-FFF2-40B4-BE49-F238E27FC236}">
                <a16:creationId xmlns:a16="http://schemas.microsoft.com/office/drawing/2014/main" id="{A8A9781F-0859-494F-9A9C-D18C86F6871F}"/>
              </a:ext>
            </a:extLst>
          </p:cNvPr>
          <p:cNvCxnSpPr>
            <a:cxnSpLocks/>
          </p:cNvCxnSpPr>
          <p:nvPr/>
        </p:nvCxnSpPr>
        <p:spPr>
          <a:xfrm>
            <a:off x="5633088" y="666750"/>
            <a:ext cx="0" cy="3863633"/>
          </a:xfrm>
          <a:prstGeom prst="line">
            <a:avLst/>
          </a:prstGeom>
        </p:spPr>
        <p:style>
          <a:lnRef idx="3">
            <a:schemeClr val="accent2"/>
          </a:lnRef>
          <a:fillRef idx="0">
            <a:schemeClr val="accent2"/>
          </a:fillRef>
          <a:effectRef idx="2">
            <a:schemeClr val="accent2"/>
          </a:effectRef>
          <a:fontRef idx="minor">
            <a:schemeClr val="tx1"/>
          </a:fontRef>
        </p:style>
      </p:cxnSp>
      <p:sp>
        <p:nvSpPr>
          <p:cNvPr id="19" name="Left Brace 18">
            <a:extLst>
              <a:ext uri="{FF2B5EF4-FFF2-40B4-BE49-F238E27FC236}">
                <a16:creationId xmlns:a16="http://schemas.microsoft.com/office/drawing/2014/main" id="{822E09C8-368F-4079-971D-F0C509B1DF62}"/>
              </a:ext>
            </a:extLst>
          </p:cNvPr>
          <p:cNvSpPr/>
          <p:nvPr/>
        </p:nvSpPr>
        <p:spPr>
          <a:xfrm rot="16200000">
            <a:off x="2795052" y="2017713"/>
            <a:ext cx="221691" cy="5354592"/>
          </a:xfrm>
          <a:prstGeom prst="lef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B733DC86-6098-43EE-853A-7AC852CEFEA7}"/>
              </a:ext>
            </a:extLst>
          </p:cNvPr>
          <p:cNvSpPr txBox="1"/>
          <p:nvPr/>
        </p:nvSpPr>
        <p:spPr>
          <a:xfrm>
            <a:off x="939349" y="4792529"/>
            <a:ext cx="3962400" cy="369332"/>
          </a:xfrm>
          <a:prstGeom prst="rect">
            <a:avLst/>
          </a:prstGeom>
          <a:noFill/>
        </p:spPr>
        <p:txBody>
          <a:bodyPr wrap="square" rtlCol="0">
            <a:spAutoFit/>
          </a:bodyPr>
          <a:lstStyle/>
          <a:p>
            <a:pPr algn="ctr"/>
            <a:r>
              <a:rPr lang="en-US" dirty="0"/>
              <a:t>Feature Extraction</a:t>
            </a:r>
          </a:p>
        </p:txBody>
      </p:sp>
      <p:sp>
        <p:nvSpPr>
          <p:cNvPr id="21" name="TextBox 20">
            <a:extLst>
              <a:ext uri="{FF2B5EF4-FFF2-40B4-BE49-F238E27FC236}">
                <a16:creationId xmlns:a16="http://schemas.microsoft.com/office/drawing/2014/main" id="{0EADF322-0E8C-48B3-9B2C-27E1E44582DB}"/>
              </a:ext>
            </a:extLst>
          </p:cNvPr>
          <p:cNvSpPr txBox="1"/>
          <p:nvPr/>
        </p:nvSpPr>
        <p:spPr>
          <a:xfrm>
            <a:off x="5943600" y="4767086"/>
            <a:ext cx="3124200" cy="369332"/>
          </a:xfrm>
          <a:prstGeom prst="rect">
            <a:avLst/>
          </a:prstGeom>
          <a:noFill/>
        </p:spPr>
        <p:txBody>
          <a:bodyPr wrap="square" rtlCol="0">
            <a:spAutoFit/>
          </a:bodyPr>
          <a:lstStyle/>
          <a:p>
            <a:pPr algn="ctr"/>
            <a:r>
              <a:rPr lang="en-US" dirty="0"/>
              <a:t>Classification</a:t>
            </a:r>
          </a:p>
        </p:txBody>
      </p:sp>
      <p:sp>
        <p:nvSpPr>
          <p:cNvPr id="22" name="Left Brace 21">
            <a:extLst>
              <a:ext uri="{FF2B5EF4-FFF2-40B4-BE49-F238E27FC236}">
                <a16:creationId xmlns:a16="http://schemas.microsoft.com/office/drawing/2014/main" id="{98102C58-1F2F-4113-91A6-C8BAB950F815}"/>
              </a:ext>
            </a:extLst>
          </p:cNvPr>
          <p:cNvSpPr/>
          <p:nvPr/>
        </p:nvSpPr>
        <p:spPr>
          <a:xfrm rot="16200000">
            <a:off x="7321564" y="3094808"/>
            <a:ext cx="221691" cy="3200402"/>
          </a:xfrm>
          <a:prstGeom prst="leftBrace">
            <a:avLst/>
          </a:pr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0245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28B3837-FEE2-4BF2-90B7-1EE31E5EA5D7}"/>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Activating the Feature Map with </a:t>
            </a:r>
            <a:r>
              <a:rPr lang="en-US" dirty="0" err="1"/>
              <a:t>ReLU</a:t>
            </a:r>
            <a:endParaRPr lang="en-US" dirty="0"/>
          </a:p>
        </p:txBody>
      </p:sp>
      <p:pic>
        <p:nvPicPr>
          <p:cNvPr id="6" name="Picture 5">
            <a:extLst>
              <a:ext uri="{FF2B5EF4-FFF2-40B4-BE49-F238E27FC236}">
                <a16:creationId xmlns:a16="http://schemas.microsoft.com/office/drawing/2014/main" id="{254E5682-92EC-44FB-BE7F-A57535E21D35}"/>
              </a:ext>
            </a:extLst>
          </p:cNvPr>
          <p:cNvPicPr>
            <a:picLocks noChangeAspect="1"/>
          </p:cNvPicPr>
          <p:nvPr/>
        </p:nvPicPr>
        <p:blipFill>
          <a:blip r:embed="rId2"/>
          <a:stretch>
            <a:fillRect/>
          </a:stretch>
        </p:blipFill>
        <p:spPr>
          <a:xfrm>
            <a:off x="304800" y="971550"/>
            <a:ext cx="8362316" cy="2667000"/>
          </a:xfrm>
          <a:prstGeom prst="rect">
            <a:avLst/>
          </a:prstGeom>
        </p:spPr>
      </p:pic>
    </p:spTree>
    <p:extLst>
      <p:ext uri="{BB962C8B-B14F-4D97-AF65-F5344CB8AC3E}">
        <p14:creationId xmlns:p14="http://schemas.microsoft.com/office/powerpoint/2010/main" val="315289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07B83F1-3A5F-472C-8AAE-64C779ABD625}"/>
              </a:ext>
            </a:extLst>
          </p:cNvPr>
          <p:cNvSpPr txBox="1">
            <a:spLocks noGrp="1"/>
          </p:cNvSpPr>
          <p:nvPr>
            <p:ph type="title"/>
          </p:nvPr>
        </p:nvSpPr>
        <p:spPr>
          <a:xfrm>
            <a:off x="390525" y="136525"/>
            <a:ext cx="8362950"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Strides</a:t>
            </a:r>
          </a:p>
        </p:txBody>
      </p:sp>
      <p:pic>
        <p:nvPicPr>
          <p:cNvPr id="5" name="anim-copy_264c480d">
            <a:hlinkClick r:id="" action="ppaction://media"/>
            <a:extLst>
              <a:ext uri="{FF2B5EF4-FFF2-40B4-BE49-F238E27FC236}">
                <a16:creationId xmlns:a16="http://schemas.microsoft.com/office/drawing/2014/main" id="{D6F7F6F5-247E-47ED-8419-3F725ECD1857}"/>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r="16667" b="3666"/>
          <a:stretch>
            <a:fillRect/>
          </a:stretch>
        </p:blipFill>
        <p:spPr>
          <a:xfrm>
            <a:off x="4529797" y="1733550"/>
            <a:ext cx="4544334" cy="3002631"/>
          </a:xfrm>
          <a:prstGeom prst="rect">
            <a:avLst/>
          </a:prstGeom>
        </p:spPr>
      </p:pic>
      <p:sp>
        <p:nvSpPr>
          <p:cNvPr id="6" name="TextBox 5">
            <a:extLst>
              <a:ext uri="{FF2B5EF4-FFF2-40B4-BE49-F238E27FC236}">
                <a16:creationId xmlns:a16="http://schemas.microsoft.com/office/drawing/2014/main" id="{B32ED373-8EB2-4750-A641-C8F449788A00}"/>
              </a:ext>
            </a:extLst>
          </p:cNvPr>
          <p:cNvSpPr txBox="1"/>
          <p:nvPr/>
        </p:nvSpPr>
        <p:spPr>
          <a:xfrm>
            <a:off x="342900" y="559718"/>
            <a:ext cx="8458200" cy="923330"/>
          </a:xfrm>
          <a:prstGeom prst="rect">
            <a:avLst/>
          </a:prstGeom>
          <a:noFill/>
        </p:spPr>
        <p:txBody>
          <a:bodyPr wrap="square" rtlCol="0">
            <a:spAutoFit/>
          </a:bodyPr>
          <a:lstStyle/>
          <a:p>
            <a:pPr algn="just"/>
            <a:r>
              <a:rPr lang="en-US" dirty="0"/>
              <a:t>The number of pixels a filter moves across an image at each step during convolution. Stride controls how much the filter shifts each step — larger stride reduces output size, smaller stride preserves more detail.</a:t>
            </a:r>
          </a:p>
        </p:txBody>
      </p:sp>
      <p:pic>
        <p:nvPicPr>
          <p:cNvPr id="7" name="anim_0b7b44fa">
            <a:hlinkClick r:id="" action="ppaction://media"/>
            <a:extLst>
              <a:ext uri="{FF2B5EF4-FFF2-40B4-BE49-F238E27FC236}">
                <a16:creationId xmlns:a16="http://schemas.microsoft.com/office/drawing/2014/main" id="{468C034C-F392-42C5-8956-ABAE9B63234C}"/>
              </a:ext>
            </a:extLst>
          </p:cNvPr>
          <p:cNvPicPr>
            <a:picLocks noChangeAspect="1"/>
          </p:cNvPicPr>
          <p:nvPr>
            <a:videoFile r:link="rId4"/>
            <p:extLst>
              <p:ext uri="{DAA4B4D4-6D71-4841-9C94-3DE7FCFB9230}">
                <p14:media xmlns:p14="http://schemas.microsoft.com/office/powerpoint/2010/main" r:embed="rId3"/>
              </p:ext>
            </p:extLst>
          </p:nvPr>
        </p:nvPicPr>
        <p:blipFill>
          <a:blip r:embed="rId7"/>
          <a:srcRect t="3" r="14166" b="23093"/>
          <a:stretch>
            <a:fillRect/>
          </a:stretch>
        </p:blipFill>
        <p:spPr>
          <a:xfrm>
            <a:off x="276101" y="1657351"/>
            <a:ext cx="4280659" cy="2514600"/>
          </a:xfrm>
          <a:prstGeom prst="rect">
            <a:avLst/>
          </a:prstGeom>
        </p:spPr>
      </p:pic>
      <p:sp>
        <p:nvSpPr>
          <p:cNvPr id="8" name="TextBox 7">
            <a:extLst>
              <a:ext uri="{FF2B5EF4-FFF2-40B4-BE49-F238E27FC236}">
                <a16:creationId xmlns:a16="http://schemas.microsoft.com/office/drawing/2014/main" id="{C2FFFE8E-CD88-453A-BE8D-29538F0B472B}"/>
              </a:ext>
            </a:extLst>
          </p:cNvPr>
          <p:cNvSpPr txBox="1"/>
          <p:nvPr/>
        </p:nvSpPr>
        <p:spPr>
          <a:xfrm>
            <a:off x="391697" y="4551515"/>
            <a:ext cx="3876675" cy="369332"/>
          </a:xfrm>
          <a:prstGeom prst="rect">
            <a:avLst/>
          </a:prstGeom>
          <a:noFill/>
        </p:spPr>
        <p:txBody>
          <a:bodyPr wrap="square" rtlCol="0">
            <a:spAutoFit/>
          </a:bodyPr>
          <a:lstStyle/>
          <a:p>
            <a:pPr algn="ctr"/>
            <a:r>
              <a:rPr lang="en-US" dirty="0"/>
              <a:t>Stride 1,1</a:t>
            </a:r>
          </a:p>
        </p:txBody>
      </p:sp>
      <p:sp>
        <p:nvSpPr>
          <p:cNvPr id="9" name="TextBox 8">
            <a:extLst>
              <a:ext uri="{FF2B5EF4-FFF2-40B4-BE49-F238E27FC236}">
                <a16:creationId xmlns:a16="http://schemas.microsoft.com/office/drawing/2014/main" id="{E254606F-427B-479A-BCC4-449EC8459096}"/>
              </a:ext>
            </a:extLst>
          </p:cNvPr>
          <p:cNvSpPr txBox="1"/>
          <p:nvPr/>
        </p:nvSpPr>
        <p:spPr>
          <a:xfrm>
            <a:off x="4863626" y="4583782"/>
            <a:ext cx="3876675" cy="369332"/>
          </a:xfrm>
          <a:prstGeom prst="rect">
            <a:avLst/>
          </a:prstGeom>
          <a:noFill/>
        </p:spPr>
        <p:txBody>
          <a:bodyPr wrap="square" rtlCol="0">
            <a:spAutoFit/>
          </a:bodyPr>
          <a:lstStyle/>
          <a:p>
            <a:pPr algn="ctr"/>
            <a:r>
              <a:rPr lang="en-US" dirty="0"/>
              <a:t>Stride 2,2</a:t>
            </a:r>
          </a:p>
        </p:txBody>
      </p:sp>
    </p:spTree>
    <p:extLst>
      <p:ext uri="{BB962C8B-B14F-4D97-AF65-F5344CB8AC3E}">
        <p14:creationId xmlns:p14="http://schemas.microsoft.com/office/powerpoint/2010/main" val="370047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5"/>
                </p:tgtEl>
              </p:cMediaNode>
            </p:video>
            <p:video>
              <p:cMediaNode vol="100000">
                <p:cTn id="16" fill="hold" display="0">
                  <p:stCondLst>
                    <p:cond delay="indefinite"/>
                  </p:stCondLst>
                </p:cTn>
                <p:tgtEl>
                  <p:spTgt spid="7"/>
                </p:tgtEl>
              </p:cMediaNode>
            </p:video>
          </p:childTnLst>
        </p:cTn>
      </p:par>
    </p:tnLst>
    <p:bldLst>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405A815-2999-4759-B5FF-24A1DB6F121A}"/>
              </a:ext>
            </a:extLst>
          </p:cNvPr>
          <p:cNvSpPr txBox="1">
            <a:spLocks noGrp="1"/>
          </p:cNvSpPr>
          <p:nvPr>
            <p:ph type="title"/>
          </p:nvPr>
        </p:nvSpPr>
        <p:spPr>
          <a:xfrm>
            <a:off x="390525" y="136525"/>
            <a:ext cx="8362950"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Padding</a:t>
            </a:r>
          </a:p>
        </p:txBody>
      </p:sp>
      <p:pic>
        <p:nvPicPr>
          <p:cNvPr id="6" name="Picture 5">
            <a:extLst>
              <a:ext uri="{FF2B5EF4-FFF2-40B4-BE49-F238E27FC236}">
                <a16:creationId xmlns:a16="http://schemas.microsoft.com/office/drawing/2014/main" id="{8D4B1CDC-7D49-41E9-91DA-913AB11BDE6E}"/>
              </a:ext>
            </a:extLst>
          </p:cNvPr>
          <p:cNvPicPr>
            <a:picLocks noChangeAspect="1"/>
          </p:cNvPicPr>
          <p:nvPr/>
        </p:nvPicPr>
        <p:blipFill>
          <a:blip r:embed="rId2"/>
          <a:stretch>
            <a:fillRect/>
          </a:stretch>
        </p:blipFill>
        <p:spPr>
          <a:xfrm>
            <a:off x="417488" y="1352550"/>
            <a:ext cx="8001000" cy="3448589"/>
          </a:xfrm>
          <a:prstGeom prst="rect">
            <a:avLst/>
          </a:prstGeom>
        </p:spPr>
      </p:pic>
      <p:sp>
        <p:nvSpPr>
          <p:cNvPr id="7" name="TextBox 6">
            <a:extLst>
              <a:ext uri="{FF2B5EF4-FFF2-40B4-BE49-F238E27FC236}">
                <a16:creationId xmlns:a16="http://schemas.microsoft.com/office/drawing/2014/main" id="{42030592-8D8D-4516-BC8A-6F0CED44298E}"/>
              </a:ext>
            </a:extLst>
          </p:cNvPr>
          <p:cNvSpPr txBox="1"/>
          <p:nvPr/>
        </p:nvSpPr>
        <p:spPr>
          <a:xfrm>
            <a:off x="3048000" y="1276350"/>
            <a:ext cx="914400" cy="685800"/>
          </a:xfrm>
          <a:prstGeom prst="rect">
            <a:avLst/>
          </a:prstGeom>
          <a:noFill/>
          <a:ln w="57150">
            <a:solidFill>
              <a:srgbClr val="FF0000"/>
            </a:solidFill>
          </a:ln>
        </p:spPr>
        <p:txBody>
          <a:bodyPr wrap="square" rtlCol="0">
            <a:spAutoFit/>
          </a:bodyPr>
          <a:lstStyle/>
          <a:p>
            <a:endParaRPr lang="en-US" dirty="0"/>
          </a:p>
        </p:txBody>
      </p:sp>
      <p:sp>
        <p:nvSpPr>
          <p:cNvPr id="8" name="TextBox 7">
            <a:extLst>
              <a:ext uri="{FF2B5EF4-FFF2-40B4-BE49-F238E27FC236}">
                <a16:creationId xmlns:a16="http://schemas.microsoft.com/office/drawing/2014/main" id="{C0B4A178-A55A-48E6-9C1F-3C8ED92FDEF5}"/>
              </a:ext>
            </a:extLst>
          </p:cNvPr>
          <p:cNvSpPr txBox="1"/>
          <p:nvPr/>
        </p:nvSpPr>
        <p:spPr>
          <a:xfrm>
            <a:off x="390524" y="1352549"/>
            <a:ext cx="792187" cy="614875"/>
          </a:xfrm>
          <a:prstGeom prst="rect">
            <a:avLst/>
          </a:prstGeom>
          <a:noFill/>
          <a:ln w="57150">
            <a:solidFill>
              <a:srgbClr val="FF0000"/>
            </a:solidFill>
          </a:ln>
        </p:spPr>
        <p:txBody>
          <a:bodyPr wrap="square" rtlCol="0">
            <a:spAutoFit/>
          </a:bodyPr>
          <a:lstStyle/>
          <a:p>
            <a:endParaRPr lang="en-US" dirty="0"/>
          </a:p>
        </p:txBody>
      </p:sp>
      <p:cxnSp>
        <p:nvCxnSpPr>
          <p:cNvPr id="10" name="Straight Arrow Connector 9">
            <a:extLst>
              <a:ext uri="{FF2B5EF4-FFF2-40B4-BE49-F238E27FC236}">
                <a16:creationId xmlns:a16="http://schemas.microsoft.com/office/drawing/2014/main" id="{741773C1-DB79-4467-A024-C8C02159B2BD}"/>
              </a:ext>
            </a:extLst>
          </p:cNvPr>
          <p:cNvCxnSpPr/>
          <p:nvPr/>
        </p:nvCxnSpPr>
        <p:spPr>
          <a:xfrm flipV="1">
            <a:off x="914400" y="1123950"/>
            <a:ext cx="609600" cy="2286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6325AB0B-3D32-4238-8492-49CD48990588}"/>
              </a:ext>
            </a:extLst>
          </p:cNvPr>
          <p:cNvCxnSpPr/>
          <p:nvPr/>
        </p:nvCxnSpPr>
        <p:spPr>
          <a:xfrm flipH="1" flipV="1">
            <a:off x="2667000" y="1123950"/>
            <a:ext cx="609600" cy="1524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Rectangle 12">
            <a:extLst>
              <a:ext uri="{FF2B5EF4-FFF2-40B4-BE49-F238E27FC236}">
                <a16:creationId xmlns:a16="http://schemas.microsoft.com/office/drawing/2014/main" id="{EBE27E3D-09A9-452F-993A-E9C9929933B7}"/>
              </a:ext>
            </a:extLst>
          </p:cNvPr>
          <p:cNvSpPr/>
          <p:nvPr/>
        </p:nvSpPr>
        <p:spPr>
          <a:xfrm>
            <a:off x="609600" y="788318"/>
            <a:ext cx="320040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They are considered fewer that other pixels</a:t>
            </a:r>
          </a:p>
        </p:txBody>
      </p:sp>
      <p:sp>
        <p:nvSpPr>
          <p:cNvPr id="14" name="TextBox 13">
            <a:extLst>
              <a:ext uri="{FF2B5EF4-FFF2-40B4-BE49-F238E27FC236}">
                <a16:creationId xmlns:a16="http://schemas.microsoft.com/office/drawing/2014/main" id="{9E7A709D-F419-4AD2-92AE-67EE31CBE727}"/>
              </a:ext>
            </a:extLst>
          </p:cNvPr>
          <p:cNvSpPr txBox="1"/>
          <p:nvPr/>
        </p:nvSpPr>
        <p:spPr>
          <a:xfrm>
            <a:off x="6934200" y="2228850"/>
            <a:ext cx="914400" cy="685800"/>
          </a:xfrm>
          <a:prstGeom prst="rect">
            <a:avLst/>
          </a:prstGeom>
          <a:noFill/>
          <a:ln w="57150">
            <a:solidFill>
              <a:srgbClr val="FF0000"/>
            </a:solidFill>
          </a:ln>
        </p:spPr>
        <p:txBody>
          <a:bodyPr wrap="square" rtlCol="0">
            <a:spAutoFit/>
          </a:bodyPr>
          <a:lstStyle/>
          <a:p>
            <a:endParaRPr lang="en-US" dirty="0"/>
          </a:p>
        </p:txBody>
      </p:sp>
      <p:sp>
        <p:nvSpPr>
          <p:cNvPr id="15" name="Rectangle 14">
            <a:extLst>
              <a:ext uri="{FF2B5EF4-FFF2-40B4-BE49-F238E27FC236}">
                <a16:creationId xmlns:a16="http://schemas.microsoft.com/office/drawing/2014/main" id="{1988579E-C506-4E98-86F2-B213AD8251F3}"/>
              </a:ext>
            </a:extLst>
          </p:cNvPr>
          <p:cNvSpPr/>
          <p:nvPr/>
        </p:nvSpPr>
        <p:spPr>
          <a:xfrm>
            <a:off x="5218088" y="895350"/>
            <a:ext cx="3200400"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This pixel is getting more attention</a:t>
            </a:r>
          </a:p>
        </p:txBody>
      </p:sp>
      <p:cxnSp>
        <p:nvCxnSpPr>
          <p:cNvPr id="17" name="Straight Arrow Connector 16">
            <a:extLst>
              <a:ext uri="{FF2B5EF4-FFF2-40B4-BE49-F238E27FC236}">
                <a16:creationId xmlns:a16="http://schemas.microsoft.com/office/drawing/2014/main" id="{3B4357BE-C044-4F4F-8040-F7F7220F8C88}"/>
              </a:ext>
            </a:extLst>
          </p:cNvPr>
          <p:cNvCxnSpPr>
            <a:stCxn id="14" idx="0"/>
          </p:cNvCxnSpPr>
          <p:nvPr/>
        </p:nvCxnSpPr>
        <p:spPr>
          <a:xfrm flipH="1" flipV="1">
            <a:off x="7086600" y="1123950"/>
            <a:ext cx="304800" cy="11049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13280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3" grpId="0" animBg="1"/>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93AEFD-3252-4B05-871A-366C54022853}"/>
              </a:ext>
            </a:extLst>
          </p:cNvPr>
          <p:cNvSpPr txBox="1">
            <a:spLocks noGrp="1"/>
          </p:cNvSpPr>
          <p:nvPr>
            <p:ph type="title"/>
          </p:nvPr>
        </p:nvSpPr>
        <p:spPr>
          <a:xfrm>
            <a:off x="390525" y="136525"/>
            <a:ext cx="8362950"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Padding</a:t>
            </a:r>
          </a:p>
        </p:txBody>
      </p:sp>
      <p:sp>
        <p:nvSpPr>
          <p:cNvPr id="5" name="TextBox 4">
            <a:extLst>
              <a:ext uri="{FF2B5EF4-FFF2-40B4-BE49-F238E27FC236}">
                <a16:creationId xmlns:a16="http://schemas.microsoft.com/office/drawing/2014/main" id="{7D504559-C060-4C15-A7AD-ED5BF3197C01}"/>
              </a:ext>
            </a:extLst>
          </p:cNvPr>
          <p:cNvSpPr txBox="1"/>
          <p:nvPr/>
        </p:nvSpPr>
        <p:spPr>
          <a:xfrm>
            <a:off x="390525" y="666750"/>
            <a:ext cx="8362950" cy="923330"/>
          </a:xfrm>
          <a:prstGeom prst="rect">
            <a:avLst/>
          </a:prstGeom>
          <a:noFill/>
        </p:spPr>
        <p:txBody>
          <a:bodyPr wrap="square" rtlCol="0">
            <a:spAutoFit/>
          </a:bodyPr>
          <a:lstStyle/>
          <a:p>
            <a:pPr algn="just"/>
            <a:r>
              <a:rPr lang="en-US" dirty="0">
                <a:latin typeface="Tahoma" panose="020B0604030504040204" pitchFamily="34" charset="0"/>
                <a:ea typeface="Tahoma" panose="020B0604030504040204" pitchFamily="34" charset="0"/>
                <a:cs typeface="Tahoma" panose="020B0604030504040204" pitchFamily="34" charset="0"/>
              </a:rPr>
              <a:t>Adding extra pixels (usually zeros) around the input image to control output size and preserve edge information. Helps keep the output size the same and prevents loss of information at the borders.</a:t>
            </a:r>
          </a:p>
        </p:txBody>
      </p:sp>
      <p:sp>
        <p:nvSpPr>
          <p:cNvPr id="8" name="Arrow: Right 7">
            <a:extLst>
              <a:ext uri="{FF2B5EF4-FFF2-40B4-BE49-F238E27FC236}">
                <a16:creationId xmlns:a16="http://schemas.microsoft.com/office/drawing/2014/main" id="{0ED6BB8A-2626-44C3-84A1-583244A173E5}"/>
              </a:ext>
            </a:extLst>
          </p:cNvPr>
          <p:cNvSpPr/>
          <p:nvPr/>
        </p:nvSpPr>
        <p:spPr>
          <a:xfrm>
            <a:off x="3184661" y="2571750"/>
            <a:ext cx="2057400" cy="4572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F4B2A119-C5F4-41BE-9A38-C251F2DCBB01}"/>
              </a:ext>
            </a:extLst>
          </p:cNvPr>
          <p:cNvPicPr>
            <a:picLocks noChangeAspect="1"/>
          </p:cNvPicPr>
          <p:nvPr/>
        </p:nvPicPr>
        <p:blipFill>
          <a:blip r:embed="rId2"/>
          <a:stretch>
            <a:fillRect/>
          </a:stretch>
        </p:blipFill>
        <p:spPr>
          <a:xfrm>
            <a:off x="5410200" y="1821583"/>
            <a:ext cx="3276600" cy="2350367"/>
          </a:xfrm>
          <a:prstGeom prst="rect">
            <a:avLst/>
          </a:prstGeom>
        </p:spPr>
      </p:pic>
      <p:sp>
        <p:nvSpPr>
          <p:cNvPr id="11" name="TextBox 10">
            <a:extLst>
              <a:ext uri="{FF2B5EF4-FFF2-40B4-BE49-F238E27FC236}">
                <a16:creationId xmlns:a16="http://schemas.microsoft.com/office/drawing/2014/main" id="{C0A50063-38A5-4461-B739-7FDD75929346}"/>
              </a:ext>
            </a:extLst>
          </p:cNvPr>
          <p:cNvSpPr txBox="1"/>
          <p:nvPr/>
        </p:nvSpPr>
        <p:spPr>
          <a:xfrm>
            <a:off x="5334000" y="1821583"/>
            <a:ext cx="3419475" cy="521567"/>
          </a:xfrm>
          <a:prstGeom prst="rect">
            <a:avLst/>
          </a:prstGeom>
          <a:noFill/>
          <a:ln w="57150">
            <a:solidFill>
              <a:srgbClr val="FF0000"/>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19904E71-784E-40AD-B61A-E6F4561981D7}"/>
              </a:ext>
            </a:extLst>
          </p:cNvPr>
          <p:cNvSpPr txBox="1"/>
          <p:nvPr/>
        </p:nvSpPr>
        <p:spPr>
          <a:xfrm>
            <a:off x="5383237" y="3643166"/>
            <a:ext cx="3419475" cy="521567"/>
          </a:xfrm>
          <a:prstGeom prst="rect">
            <a:avLst/>
          </a:prstGeom>
          <a:noFill/>
          <a:ln w="57150">
            <a:solidFill>
              <a:srgbClr val="FF0000"/>
            </a:solidFill>
          </a:ln>
        </p:spPr>
        <p:txBody>
          <a:bodyPr wrap="square" rtlCol="0">
            <a:spAutoFit/>
          </a:bodyPr>
          <a:lstStyle/>
          <a:p>
            <a:endParaRPr lang="en-US" dirty="0"/>
          </a:p>
        </p:txBody>
      </p:sp>
      <p:sp>
        <p:nvSpPr>
          <p:cNvPr id="13" name="TextBox 12">
            <a:extLst>
              <a:ext uri="{FF2B5EF4-FFF2-40B4-BE49-F238E27FC236}">
                <a16:creationId xmlns:a16="http://schemas.microsoft.com/office/drawing/2014/main" id="{A9F6984C-53B7-43BB-9FA2-997E7EBFAB66}"/>
              </a:ext>
            </a:extLst>
          </p:cNvPr>
          <p:cNvSpPr txBox="1"/>
          <p:nvPr/>
        </p:nvSpPr>
        <p:spPr>
          <a:xfrm>
            <a:off x="5350558" y="1724954"/>
            <a:ext cx="669241" cy="2513385"/>
          </a:xfrm>
          <a:prstGeom prst="rect">
            <a:avLst/>
          </a:prstGeom>
          <a:noFill/>
          <a:ln w="57150">
            <a:solidFill>
              <a:srgbClr val="FF0000"/>
            </a:solidFill>
          </a:ln>
        </p:spPr>
        <p:txBody>
          <a:bodyPr wrap="square" rtlCol="0">
            <a:spAutoFit/>
          </a:bodyPr>
          <a:lstStyle/>
          <a:p>
            <a:endParaRPr lang="en-US" dirty="0"/>
          </a:p>
        </p:txBody>
      </p:sp>
      <p:sp>
        <p:nvSpPr>
          <p:cNvPr id="14" name="TextBox 13">
            <a:extLst>
              <a:ext uri="{FF2B5EF4-FFF2-40B4-BE49-F238E27FC236}">
                <a16:creationId xmlns:a16="http://schemas.microsoft.com/office/drawing/2014/main" id="{C5586872-8EAF-4C9F-9CFE-3FA260461265}"/>
              </a:ext>
            </a:extLst>
          </p:cNvPr>
          <p:cNvSpPr txBox="1"/>
          <p:nvPr/>
        </p:nvSpPr>
        <p:spPr>
          <a:xfrm>
            <a:off x="8112369" y="1714110"/>
            <a:ext cx="669241" cy="2513385"/>
          </a:xfrm>
          <a:prstGeom prst="rect">
            <a:avLst/>
          </a:prstGeom>
          <a:noFill/>
          <a:ln w="57150">
            <a:solidFill>
              <a:srgbClr val="FF0000"/>
            </a:solidFill>
          </a:ln>
        </p:spPr>
        <p:txBody>
          <a:bodyPr wrap="square" rtlCol="0">
            <a:spAutoFit/>
          </a:bodyPr>
          <a:lstStyle/>
          <a:p>
            <a:endParaRPr lang="en-US" dirty="0"/>
          </a:p>
        </p:txBody>
      </p:sp>
      <p:pic>
        <p:nvPicPr>
          <p:cNvPr id="16" name="Picture 15">
            <a:extLst>
              <a:ext uri="{FF2B5EF4-FFF2-40B4-BE49-F238E27FC236}">
                <a16:creationId xmlns:a16="http://schemas.microsoft.com/office/drawing/2014/main" id="{A9E73CEE-6916-482D-9D9E-B8ECCDEBC9B9}"/>
              </a:ext>
            </a:extLst>
          </p:cNvPr>
          <p:cNvPicPr>
            <a:picLocks noChangeAspect="1"/>
          </p:cNvPicPr>
          <p:nvPr/>
        </p:nvPicPr>
        <p:blipFill>
          <a:blip r:embed="rId3"/>
          <a:stretch>
            <a:fillRect/>
          </a:stretch>
        </p:blipFill>
        <p:spPr>
          <a:xfrm>
            <a:off x="685800" y="2082366"/>
            <a:ext cx="2286001" cy="1642647"/>
          </a:xfrm>
          <a:prstGeom prst="rect">
            <a:avLst/>
          </a:prstGeom>
        </p:spPr>
      </p:pic>
      <p:sp>
        <p:nvSpPr>
          <p:cNvPr id="17" name="TextBox 16">
            <a:extLst>
              <a:ext uri="{FF2B5EF4-FFF2-40B4-BE49-F238E27FC236}">
                <a16:creationId xmlns:a16="http://schemas.microsoft.com/office/drawing/2014/main" id="{4C2C7CAB-1C24-434D-BA95-92739F27E3CF}"/>
              </a:ext>
            </a:extLst>
          </p:cNvPr>
          <p:cNvSpPr txBox="1"/>
          <p:nvPr/>
        </p:nvSpPr>
        <p:spPr>
          <a:xfrm>
            <a:off x="529883" y="3923572"/>
            <a:ext cx="2724588" cy="369332"/>
          </a:xfrm>
          <a:prstGeom prst="rect">
            <a:avLst/>
          </a:prstGeom>
          <a:noFill/>
        </p:spPr>
        <p:txBody>
          <a:bodyPr wrap="square" rtlCol="0">
            <a:spAutoFit/>
          </a:bodyPr>
          <a:lstStyle/>
          <a:p>
            <a:pPr algn="ctr"/>
            <a:r>
              <a:rPr lang="en-US" dirty="0"/>
              <a:t>Input Image</a:t>
            </a:r>
          </a:p>
        </p:txBody>
      </p:sp>
    </p:spTree>
    <p:extLst>
      <p:ext uri="{BB962C8B-B14F-4D97-AF65-F5344CB8AC3E}">
        <p14:creationId xmlns:p14="http://schemas.microsoft.com/office/powerpoint/2010/main" val="378252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arn(inVertical)">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arn(inVertical)">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4" grpId="0" animBg="1"/>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64C4F3-7EF8-407A-8B1D-0DCFF1FCEC05}"/>
              </a:ext>
            </a:extLst>
          </p:cNvPr>
          <p:cNvSpPr txBox="1">
            <a:spLocks noGrp="1"/>
          </p:cNvSpPr>
          <p:nvPr>
            <p:ph type="title"/>
          </p:nvPr>
        </p:nvSpPr>
        <p:spPr>
          <a:xfrm>
            <a:off x="390525" y="136525"/>
            <a:ext cx="8362950"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Problem in The Design</a:t>
            </a:r>
          </a:p>
        </p:txBody>
      </p:sp>
      <p:pic>
        <p:nvPicPr>
          <p:cNvPr id="6" name="Picture 5">
            <a:extLst>
              <a:ext uri="{FF2B5EF4-FFF2-40B4-BE49-F238E27FC236}">
                <a16:creationId xmlns:a16="http://schemas.microsoft.com/office/drawing/2014/main" id="{704FA94A-063D-49EC-BE86-64CAFDEDD9FE}"/>
              </a:ext>
            </a:extLst>
          </p:cNvPr>
          <p:cNvPicPr>
            <a:picLocks noChangeAspect="1"/>
          </p:cNvPicPr>
          <p:nvPr/>
        </p:nvPicPr>
        <p:blipFill>
          <a:blip r:embed="rId2"/>
          <a:stretch>
            <a:fillRect/>
          </a:stretch>
        </p:blipFill>
        <p:spPr>
          <a:xfrm>
            <a:off x="1143000" y="559718"/>
            <a:ext cx="6712305" cy="3285451"/>
          </a:xfrm>
          <a:prstGeom prst="rect">
            <a:avLst/>
          </a:prstGeom>
        </p:spPr>
      </p:pic>
      <p:sp>
        <p:nvSpPr>
          <p:cNvPr id="7" name="TextBox 6">
            <a:extLst>
              <a:ext uri="{FF2B5EF4-FFF2-40B4-BE49-F238E27FC236}">
                <a16:creationId xmlns:a16="http://schemas.microsoft.com/office/drawing/2014/main" id="{2DA97D80-B94E-429E-A283-7D1D317FC485}"/>
              </a:ext>
            </a:extLst>
          </p:cNvPr>
          <p:cNvSpPr txBox="1"/>
          <p:nvPr/>
        </p:nvSpPr>
        <p:spPr>
          <a:xfrm>
            <a:off x="457200" y="3943350"/>
            <a:ext cx="8296275" cy="646331"/>
          </a:xfrm>
          <a:prstGeom prst="rect">
            <a:avLst/>
          </a:prstGeom>
          <a:noFill/>
        </p:spPr>
        <p:txBody>
          <a:bodyPr wrap="square" rtlCol="0">
            <a:spAutoFit/>
          </a:bodyPr>
          <a:lstStyle/>
          <a:p>
            <a:r>
              <a:rPr lang="en-US" dirty="0"/>
              <a:t>Our Convolution still outputs a 1920 x 1080 feature, which again causes high computation.</a:t>
            </a:r>
          </a:p>
        </p:txBody>
      </p:sp>
    </p:spTree>
    <p:extLst>
      <p:ext uri="{BB962C8B-B14F-4D97-AF65-F5344CB8AC3E}">
        <p14:creationId xmlns:p14="http://schemas.microsoft.com/office/powerpoint/2010/main" val="1049036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945E46-E244-487F-99CD-45E68641CB84}"/>
              </a:ext>
            </a:extLst>
          </p:cNvPr>
          <p:cNvSpPr txBox="1">
            <a:spLocks noGrp="1"/>
          </p:cNvSpPr>
          <p:nvPr>
            <p:ph type="title"/>
          </p:nvPr>
        </p:nvSpPr>
        <p:spPr>
          <a:xfrm>
            <a:off x="390525" y="136525"/>
            <a:ext cx="8362950"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Pooling</a:t>
            </a:r>
          </a:p>
        </p:txBody>
      </p:sp>
      <p:sp>
        <p:nvSpPr>
          <p:cNvPr id="5" name="TextBox 4">
            <a:extLst>
              <a:ext uri="{FF2B5EF4-FFF2-40B4-BE49-F238E27FC236}">
                <a16:creationId xmlns:a16="http://schemas.microsoft.com/office/drawing/2014/main" id="{02FCC9CC-B335-464F-9667-04FC2DDB92F3}"/>
              </a:ext>
            </a:extLst>
          </p:cNvPr>
          <p:cNvSpPr txBox="1"/>
          <p:nvPr/>
        </p:nvSpPr>
        <p:spPr>
          <a:xfrm>
            <a:off x="390525" y="559718"/>
            <a:ext cx="8220075" cy="1200329"/>
          </a:xfrm>
          <a:prstGeom prst="rect">
            <a:avLst/>
          </a:prstGeom>
          <a:noFill/>
        </p:spPr>
        <p:txBody>
          <a:bodyPr wrap="square" rtlCol="0">
            <a:spAutoFit/>
          </a:bodyPr>
          <a:lstStyle/>
          <a:p>
            <a:pPr algn="just"/>
            <a:r>
              <a:rPr lang="en-US" dirty="0"/>
              <a:t>A down sampling operation that reduces the spatial size of feature maps by summarizing nearby values. Reduces computation, controls overfitting, and keeps the most important features (e.g., max or average values known as max pooling and average pooling respectively. </a:t>
            </a:r>
          </a:p>
        </p:txBody>
      </p:sp>
      <p:pic>
        <p:nvPicPr>
          <p:cNvPr id="7" name="Picture 6">
            <a:extLst>
              <a:ext uri="{FF2B5EF4-FFF2-40B4-BE49-F238E27FC236}">
                <a16:creationId xmlns:a16="http://schemas.microsoft.com/office/drawing/2014/main" id="{763E2441-E751-48F1-8DAE-2A08FD6C0EBA}"/>
              </a:ext>
            </a:extLst>
          </p:cNvPr>
          <p:cNvPicPr>
            <a:picLocks noChangeAspect="1"/>
          </p:cNvPicPr>
          <p:nvPr/>
        </p:nvPicPr>
        <p:blipFill>
          <a:blip r:embed="rId2"/>
          <a:stretch>
            <a:fillRect/>
          </a:stretch>
        </p:blipFill>
        <p:spPr>
          <a:xfrm>
            <a:off x="304799" y="2101002"/>
            <a:ext cx="6532631" cy="1613748"/>
          </a:xfrm>
          <a:prstGeom prst="rect">
            <a:avLst/>
          </a:prstGeom>
        </p:spPr>
      </p:pic>
      <p:pic>
        <p:nvPicPr>
          <p:cNvPr id="10" name="Picture 9">
            <a:extLst>
              <a:ext uri="{FF2B5EF4-FFF2-40B4-BE49-F238E27FC236}">
                <a16:creationId xmlns:a16="http://schemas.microsoft.com/office/drawing/2014/main" id="{89C927DE-006F-4EA9-B505-31D52AEE19BF}"/>
              </a:ext>
            </a:extLst>
          </p:cNvPr>
          <p:cNvPicPr>
            <a:picLocks noChangeAspect="1"/>
          </p:cNvPicPr>
          <p:nvPr/>
        </p:nvPicPr>
        <p:blipFill rotWithShape="1">
          <a:blip r:embed="rId3"/>
          <a:srcRect l="4188" r="4189"/>
          <a:stretch/>
        </p:blipFill>
        <p:spPr>
          <a:xfrm>
            <a:off x="6943471" y="1657350"/>
            <a:ext cx="1667129" cy="2295845"/>
          </a:xfrm>
          <a:prstGeom prst="rect">
            <a:avLst/>
          </a:prstGeom>
        </p:spPr>
      </p:pic>
      <p:sp>
        <p:nvSpPr>
          <p:cNvPr id="11" name="TextBox 10">
            <a:extLst>
              <a:ext uri="{FF2B5EF4-FFF2-40B4-BE49-F238E27FC236}">
                <a16:creationId xmlns:a16="http://schemas.microsoft.com/office/drawing/2014/main" id="{2823B2A8-BF52-4B3D-B5E2-795EC42C8844}"/>
              </a:ext>
            </a:extLst>
          </p:cNvPr>
          <p:cNvSpPr txBox="1"/>
          <p:nvPr/>
        </p:nvSpPr>
        <p:spPr>
          <a:xfrm>
            <a:off x="7010400" y="4095750"/>
            <a:ext cx="1909635" cy="276999"/>
          </a:xfrm>
          <a:prstGeom prst="rect">
            <a:avLst/>
          </a:prstGeom>
          <a:noFill/>
        </p:spPr>
        <p:txBody>
          <a:bodyPr wrap="square" rtlCol="0">
            <a:spAutoFit/>
          </a:bodyPr>
          <a:lstStyle/>
          <a:p>
            <a:r>
              <a:rPr lang="en-US" sz="1200" dirty="0"/>
              <a:t>Max Pooling of Stride 1</a:t>
            </a:r>
          </a:p>
        </p:txBody>
      </p:sp>
    </p:spTree>
    <p:extLst>
      <p:ext uri="{BB962C8B-B14F-4D97-AF65-F5344CB8AC3E}">
        <p14:creationId xmlns:p14="http://schemas.microsoft.com/office/powerpoint/2010/main" val="3463369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945E46-E244-487F-99CD-45E68641CB84}"/>
              </a:ext>
            </a:extLst>
          </p:cNvPr>
          <p:cNvSpPr txBox="1">
            <a:spLocks noGrp="1"/>
          </p:cNvSpPr>
          <p:nvPr>
            <p:ph type="title"/>
          </p:nvPr>
        </p:nvSpPr>
        <p:spPr>
          <a:xfrm>
            <a:off x="390525" y="136525"/>
            <a:ext cx="8362950"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Pooling</a:t>
            </a:r>
          </a:p>
        </p:txBody>
      </p:sp>
      <p:pic>
        <p:nvPicPr>
          <p:cNvPr id="3" name="Picture 2">
            <a:extLst>
              <a:ext uri="{FF2B5EF4-FFF2-40B4-BE49-F238E27FC236}">
                <a16:creationId xmlns:a16="http://schemas.microsoft.com/office/drawing/2014/main" id="{7D9105E1-045A-4F22-980E-664D2F8F0497}"/>
              </a:ext>
            </a:extLst>
          </p:cNvPr>
          <p:cNvPicPr>
            <a:picLocks noChangeAspect="1"/>
          </p:cNvPicPr>
          <p:nvPr/>
        </p:nvPicPr>
        <p:blipFill>
          <a:blip r:embed="rId2"/>
          <a:stretch>
            <a:fillRect/>
          </a:stretch>
        </p:blipFill>
        <p:spPr>
          <a:xfrm>
            <a:off x="228600" y="2571750"/>
            <a:ext cx="8362950" cy="2344103"/>
          </a:xfrm>
          <a:prstGeom prst="rect">
            <a:avLst/>
          </a:prstGeom>
        </p:spPr>
      </p:pic>
      <p:pic>
        <p:nvPicPr>
          <p:cNvPr id="8" name="Picture 7">
            <a:extLst>
              <a:ext uri="{FF2B5EF4-FFF2-40B4-BE49-F238E27FC236}">
                <a16:creationId xmlns:a16="http://schemas.microsoft.com/office/drawing/2014/main" id="{CB2C7DEB-EA9B-4FE9-8104-F7E9557FE4A3}"/>
              </a:ext>
            </a:extLst>
          </p:cNvPr>
          <p:cNvPicPr>
            <a:picLocks noChangeAspect="1"/>
          </p:cNvPicPr>
          <p:nvPr/>
        </p:nvPicPr>
        <p:blipFill>
          <a:blip r:embed="rId3"/>
          <a:stretch>
            <a:fillRect/>
          </a:stretch>
        </p:blipFill>
        <p:spPr>
          <a:xfrm>
            <a:off x="335140" y="566459"/>
            <a:ext cx="8222305" cy="2005291"/>
          </a:xfrm>
          <a:prstGeom prst="rect">
            <a:avLst/>
          </a:prstGeom>
        </p:spPr>
      </p:pic>
      <p:sp>
        <p:nvSpPr>
          <p:cNvPr id="12" name="TextBox 11">
            <a:extLst>
              <a:ext uri="{FF2B5EF4-FFF2-40B4-BE49-F238E27FC236}">
                <a16:creationId xmlns:a16="http://schemas.microsoft.com/office/drawing/2014/main" id="{4934B1D8-676D-4533-A124-447F43AD00DF}"/>
              </a:ext>
            </a:extLst>
          </p:cNvPr>
          <p:cNvSpPr txBox="1"/>
          <p:nvPr/>
        </p:nvSpPr>
        <p:spPr>
          <a:xfrm>
            <a:off x="361217" y="658544"/>
            <a:ext cx="1438275" cy="990600"/>
          </a:xfrm>
          <a:prstGeom prst="rect">
            <a:avLst/>
          </a:prstGeom>
          <a:noFill/>
          <a:ln w="76200">
            <a:solidFill>
              <a:srgbClr val="FF0000"/>
            </a:solidFill>
          </a:ln>
        </p:spPr>
        <p:txBody>
          <a:bodyPr wrap="square" rtlCol="0">
            <a:spAutoFit/>
          </a:bodyPr>
          <a:lstStyle/>
          <a:p>
            <a:endParaRPr lang="en-US" dirty="0"/>
          </a:p>
        </p:txBody>
      </p:sp>
      <p:sp>
        <p:nvSpPr>
          <p:cNvPr id="13" name="TextBox 12">
            <a:extLst>
              <a:ext uri="{FF2B5EF4-FFF2-40B4-BE49-F238E27FC236}">
                <a16:creationId xmlns:a16="http://schemas.microsoft.com/office/drawing/2014/main" id="{B7F7FB31-0779-483E-8D87-C2AEFBC796D5}"/>
              </a:ext>
            </a:extLst>
          </p:cNvPr>
          <p:cNvSpPr txBox="1"/>
          <p:nvPr/>
        </p:nvSpPr>
        <p:spPr>
          <a:xfrm>
            <a:off x="7520755" y="762527"/>
            <a:ext cx="1089845" cy="719797"/>
          </a:xfrm>
          <a:prstGeom prst="rect">
            <a:avLst/>
          </a:prstGeom>
          <a:noFill/>
          <a:ln w="76200">
            <a:solidFill>
              <a:srgbClr val="FF0000"/>
            </a:solidFill>
          </a:ln>
        </p:spPr>
        <p:txBody>
          <a:bodyPr wrap="square" rtlCol="0">
            <a:spAutoFit/>
          </a:bodyPr>
          <a:lstStyle/>
          <a:p>
            <a:endParaRPr lang="en-US" dirty="0"/>
          </a:p>
        </p:txBody>
      </p:sp>
      <p:sp>
        <p:nvSpPr>
          <p:cNvPr id="16" name="TextBox 15">
            <a:extLst>
              <a:ext uri="{FF2B5EF4-FFF2-40B4-BE49-F238E27FC236}">
                <a16:creationId xmlns:a16="http://schemas.microsoft.com/office/drawing/2014/main" id="{9511DFF2-A911-473A-BAF3-025F721EA4E9}"/>
              </a:ext>
            </a:extLst>
          </p:cNvPr>
          <p:cNvSpPr txBox="1"/>
          <p:nvPr/>
        </p:nvSpPr>
        <p:spPr>
          <a:xfrm>
            <a:off x="335139" y="3105150"/>
            <a:ext cx="884061" cy="990600"/>
          </a:xfrm>
          <a:prstGeom prst="rect">
            <a:avLst/>
          </a:prstGeom>
          <a:noFill/>
          <a:ln w="76200">
            <a:solidFill>
              <a:srgbClr val="FF0000"/>
            </a:solidFill>
          </a:ln>
        </p:spPr>
        <p:txBody>
          <a:bodyPr wrap="square" rtlCol="0">
            <a:spAutoFit/>
          </a:bodyPr>
          <a:lstStyle/>
          <a:p>
            <a:endParaRPr lang="en-US" dirty="0"/>
          </a:p>
        </p:txBody>
      </p:sp>
      <p:sp>
        <p:nvSpPr>
          <p:cNvPr id="17" name="TextBox 16">
            <a:extLst>
              <a:ext uri="{FF2B5EF4-FFF2-40B4-BE49-F238E27FC236}">
                <a16:creationId xmlns:a16="http://schemas.microsoft.com/office/drawing/2014/main" id="{72DBA6F0-8B3F-4550-9395-C80472640077}"/>
              </a:ext>
            </a:extLst>
          </p:cNvPr>
          <p:cNvSpPr txBox="1"/>
          <p:nvPr/>
        </p:nvSpPr>
        <p:spPr>
          <a:xfrm>
            <a:off x="7543800" y="3371323"/>
            <a:ext cx="579261" cy="579706"/>
          </a:xfrm>
          <a:prstGeom prst="rect">
            <a:avLst/>
          </a:prstGeom>
          <a:noFill/>
          <a:ln w="76200">
            <a:solidFill>
              <a:srgbClr val="FF0000"/>
            </a:solidFill>
          </a:ln>
        </p:spPr>
        <p:txBody>
          <a:bodyPr wrap="square" rtlCol="0">
            <a:spAutoFit/>
          </a:bodyPr>
          <a:lstStyle/>
          <a:p>
            <a:endParaRPr lang="en-US" dirty="0"/>
          </a:p>
        </p:txBody>
      </p:sp>
      <p:sp>
        <p:nvSpPr>
          <p:cNvPr id="19" name="Rectangle: Rounded Corners 18">
            <a:extLst>
              <a:ext uri="{FF2B5EF4-FFF2-40B4-BE49-F238E27FC236}">
                <a16:creationId xmlns:a16="http://schemas.microsoft.com/office/drawing/2014/main" id="{D107D3E2-8ECF-4FED-9AC4-62466A49375D}"/>
              </a:ext>
            </a:extLst>
          </p:cNvPr>
          <p:cNvSpPr/>
          <p:nvPr/>
        </p:nvSpPr>
        <p:spPr>
          <a:xfrm>
            <a:off x="6185443" y="2422728"/>
            <a:ext cx="2423160" cy="4246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Still getting the loopy pattern at top center in smaller feature map</a:t>
            </a:r>
          </a:p>
        </p:txBody>
      </p:sp>
      <p:cxnSp>
        <p:nvCxnSpPr>
          <p:cNvPr id="21" name="Straight Arrow Connector 20">
            <a:extLst>
              <a:ext uri="{FF2B5EF4-FFF2-40B4-BE49-F238E27FC236}">
                <a16:creationId xmlns:a16="http://schemas.microsoft.com/office/drawing/2014/main" id="{BB833B57-51F9-4AC6-9394-1DF2C77C15AF}"/>
              </a:ext>
            </a:extLst>
          </p:cNvPr>
          <p:cNvCxnSpPr>
            <a:stCxn id="19" idx="0"/>
          </p:cNvCxnSpPr>
          <p:nvPr/>
        </p:nvCxnSpPr>
        <p:spPr>
          <a:xfrm flipV="1">
            <a:off x="7397023" y="1569104"/>
            <a:ext cx="146777" cy="8536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2" name="Rectangle: Rounded Corners 21">
            <a:extLst>
              <a:ext uri="{FF2B5EF4-FFF2-40B4-BE49-F238E27FC236}">
                <a16:creationId xmlns:a16="http://schemas.microsoft.com/office/drawing/2014/main" id="{596136A4-AE83-4ABC-A873-ADC4F938D8DB}"/>
              </a:ext>
            </a:extLst>
          </p:cNvPr>
          <p:cNvSpPr/>
          <p:nvPr/>
        </p:nvSpPr>
        <p:spPr>
          <a:xfrm>
            <a:off x="3693795" y="2888589"/>
            <a:ext cx="2423160" cy="4246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Still getting the loopy pattern at top left in smaller feature map</a:t>
            </a:r>
          </a:p>
        </p:txBody>
      </p:sp>
      <p:cxnSp>
        <p:nvCxnSpPr>
          <p:cNvPr id="23" name="Straight Arrow Connector 22">
            <a:extLst>
              <a:ext uri="{FF2B5EF4-FFF2-40B4-BE49-F238E27FC236}">
                <a16:creationId xmlns:a16="http://schemas.microsoft.com/office/drawing/2014/main" id="{1EBC9BBA-6884-4A5B-B646-ECDF4FC6D135}"/>
              </a:ext>
            </a:extLst>
          </p:cNvPr>
          <p:cNvCxnSpPr>
            <a:cxnSpLocks/>
          </p:cNvCxnSpPr>
          <p:nvPr/>
        </p:nvCxnSpPr>
        <p:spPr>
          <a:xfrm>
            <a:off x="6185443" y="3087486"/>
            <a:ext cx="1341304" cy="51144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7769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7" grpId="0" animBg="1"/>
      <p:bldP spid="19"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60FB11-581D-4C23-8B45-56E32E61468C}"/>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Putting them all together</a:t>
            </a:r>
          </a:p>
        </p:txBody>
      </p:sp>
      <p:pic>
        <p:nvPicPr>
          <p:cNvPr id="5" name="Picture 4">
            <a:extLst>
              <a:ext uri="{FF2B5EF4-FFF2-40B4-BE49-F238E27FC236}">
                <a16:creationId xmlns:a16="http://schemas.microsoft.com/office/drawing/2014/main" id="{498C3513-1E8F-4503-B6FB-5E5468AFFB4C}"/>
              </a:ext>
            </a:extLst>
          </p:cNvPr>
          <p:cNvPicPr>
            <a:picLocks noChangeAspect="1"/>
          </p:cNvPicPr>
          <p:nvPr/>
        </p:nvPicPr>
        <p:blipFill>
          <a:blip r:embed="rId2"/>
          <a:stretch>
            <a:fillRect/>
          </a:stretch>
        </p:blipFill>
        <p:spPr>
          <a:xfrm>
            <a:off x="392014" y="1123950"/>
            <a:ext cx="8458200" cy="2639064"/>
          </a:xfrm>
          <a:prstGeom prst="rect">
            <a:avLst/>
          </a:prstGeom>
        </p:spPr>
      </p:pic>
    </p:spTree>
    <p:extLst>
      <p:ext uri="{BB962C8B-B14F-4D97-AF65-F5344CB8AC3E}">
        <p14:creationId xmlns:p14="http://schemas.microsoft.com/office/powerpoint/2010/main" val="27104475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60FB11-581D-4C23-8B45-56E32E61468C}"/>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Putting them all together</a:t>
            </a:r>
          </a:p>
        </p:txBody>
      </p:sp>
      <p:pic>
        <p:nvPicPr>
          <p:cNvPr id="13" name="Picture 12">
            <a:extLst>
              <a:ext uri="{FF2B5EF4-FFF2-40B4-BE49-F238E27FC236}">
                <a16:creationId xmlns:a16="http://schemas.microsoft.com/office/drawing/2014/main" id="{9693B006-656E-44DC-ACC0-3DF1063B4C41}"/>
              </a:ext>
            </a:extLst>
          </p:cNvPr>
          <p:cNvPicPr>
            <a:picLocks noChangeAspect="1"/>
          </p:cNvPicPr>
          <p:nvPr/>
        </p:nvPicPr>
        <p:blipFill rotWithShape="1">
          <a:blip r:embed="rId2"/>
          <a:srcRect b="6431"/>
          <a:stretch/>
        </p:blipFill>
        <p:spPr>
          <a:xfrm>
            <a:off x="390842" y="1085850"/>
            <a:ext cx="8229600" cy="2971800"/>
          </a:xfrm>
          <a:prstGeom prst="rect">
            <a:avLst/>
          </a:prstGeom>
        </p:spPr>
      </p:pic>
    </p:spTree>
    <p:extLst>
      <p:ext uri="{BB962C8B-B14F-4D97-AF65-F5344CB8AC3E}">
        <p14:creationId xmlns:p14="http://schemas.microsoft.com/office/powerpoint/2010/main" val="2718114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927D2C9-7CB1-4696-A744-4D17791DA1AE}"/>
              </a:ext>
            </a:extLst>
          </p:cNvPr>
          <p:cNvSpPr txBox="1">
            <a:spLocks/>
          </p:cNvSpPr>
          <p:nvPr/>
        </p:nvSpPr>
        <p:spPr>
          <a:xfrm>
            <a:off x="390842" y="136143"/>
            <a:ext cx="8362315" cy="423193"/>
          </a:xfrm>
          <a:prstGeom prst="rect">
            <a:avLst/>
          </a:prstGeom>
        </p:spPr>
        <p:txBody>
          <a:bodyPr wrap="square" lIns="0" tIns="0" rIns="0" bIns="0">
            <a:spAutoFit/>
          </a:bodyPr>
          <a:lstStyle>
            <a:lvl1pPr>
              <a:defRPr sz="2750" b="0" i="0">
                <a:solidFill>
                  <a:schemeClr val="tx1"/>
                </a:solidFill>
                <a:latin typeface="Tahoma"/>
                <a:ea typeface="+mj-ea"/>
                <a:cs typeface="Tahoma"/>
              </a:defRPr>
            </a:lvl1pPr>
          </a:lstStyle>
          <a:p>
            <a:pPr algn="ctr"/>
            <a:r>
              <a:rPr lang="en-US" dirty="0"/>
              <a:t>Summarizing CNN</a:t>
            </a:r>
          </a:p>
        </p:txBody>
      </p:sp>
      <p:sp>
        <p:nvSpPr>
          <p:cNvPr id="5" name="TextBox 4">
            <a:extLst>
              <a:ext uri="{FF2B5EF4-FFF2-40B4-BE49-F238E27FC236}">
                <a16:creationId xmlns:a16="http://schemas.microsoft.com/office/drawing/2014/main" id="{4969D84C-A97D-45B6-8187-6D5C35BA3180}"/>
              </a:ext>
            </a:extLst>
          </p:cNvPr>
          <p:cNvSpPr txBox="1"/>
          <p:nvPr/>
        </p:nvSpPr>
        <p:spPr>
          <a:xfrm>
            <a:off x="304800" y="819150"/>
            <a:ext cx="8534400" cy="3139321"/>
          </a:xfrm>
          <a:prstGeom prst="rect">
            <a:avLst/>
          </a:prstGeom>
          <a:noFill/>
        </p:spPr>
        <p:txBody>
          <a:bodyPr wrap="square" rtlCol="0">
            <a:spAutoFit/>
          </a:bodyPr>
          <a:lstStyle/>
          <a:p>
            <a:pPr marL="342900" indent="-342900">
              <a:buFont typeface="+mj-lt"/>
              <a:buAutoNum type="arabicPeriod"/>
            </a:pPr>
            <a:r>
              <a:rPr lang="en-US" b="1" dirty="0">
                <a:latin typeface="Tahoma" panose="020B0604030504040204" pitchFamily="34" charset="0"/>
                <a:ea typeface="Tahoma" panose="020B0604030504040204" pitchFamily="34" charset="0"/>
                <a:cs typeface="Tahoma" panose="020B0604030504040204" pitchFamily="34" charset="0"/>
              </a:rPr>
              <a:t>Convolution Layer: </a:t>
            </a:r>
            <a:r>
              <a:rPr lang="en-US" dirty="0">
                <a:latin typeface="Tahoma" panose="020B0604030504040204" pitchFamily="34" charset="0"/>
                <a:ea typeface="Tahoma" panose="020B0604030504040204" pitchFamily="34" charset="0"/>
                <a:cs typeface="Tahoma" panose="020B0604030504040204" pitchFamily="34" charset="0"/>
              </a:rPr>
              <a:t>Applies filters to extract local features (edges, textures, patterns).</a:t>
            </a:r>
          </a:p>
          <a:p>
            <a:pPr marL="342900" indent="-342900">
              <a:buFont typeface="+mj-lt"/>
              <a:buAutoNum type="arabicPeriod"/>
            </a:pPr>
            <a:r>
              <a:rPr lang="en-US" b="1" dirty="0">
                <a:latin typeface="Tahoma" panose="020B0604030504040204" pitchFamily="34" charset="0"/>
                <a:ea typeface="Tahoma" panose="020B0604030504040204" pitchFamily="34" charset="0"/>
                <a:cs typeface="Tahoma" panose="020B0604030504040204" pitchFamily="34" charset="0"/>
              </a:rPr>
              <a:t>Activation Function (</a:t>
            </a:r>
            <a:r>
              <a:rPr lang="en-US" b="1" dirty="0" err="1">
                <a:latin typeface="Tahoma" panose="020B0604030504040204" pitchFamily="34" charset="0"/>
                <a:ea typeface="Tahoma" panose="020B0604030504040204" pitchFamily="34" charset="0"/>
                <a:cs typeface="Tahoma" panose="020B0604030504040204" pitchFamily="34" charset="0"/>
              </a:rPr>
              <a:t>ReLU</a:t>
            </a:r>
            <a:r>
              <a:rPr lang="en-US" b="1" dirty="0">
                <a:latin typeface="Tahoma" panose="020B0604030504040204" pitchFamily="34" charset="0"/>
                <a:ea typeface="Tahoma" panose="020B0604030504040204" pitchFamily="34" charset="0"/>
                <a:cs typeface="Tahoma" panose="020B0604030504040204" pitchFamily="34" charset="0"/>
              </a:rPr>
              <a:t>): </a:t>
            </a:r>
            <a:r>
              <a:rPr lang="en-US" dirty="0">
                <a:latin typeface="Tahoma" panose="020B0604030504040204" pitchFamily="34" charset="0"/>
                <a:ea typeface="Tahoma" panose="020B0604030504040204" pitchFamily="34" charset="0"/>
                <a:cs typeface="Tahoma" panose="020B0604030504040204" pitchFamily="34" charset="0"/>
              </a:rPr>
              <a:t>Introduces non-linearity to learn complex patterns. </a:t>
            </a:r>
          </a:p>
          <a:p>
            <a:pPr marL="342900" indent="-342900">
              <a:buFont typeface="+mj-lt"/>
              <a:buAutoNum type="arabicPeriod"/>
            </a:pPr>
            <a:r>
              <a:rPr lang="en-US" b="1" dirty="0">
                <a:latin typeface="Tahoma" panose="020B0604030504040204" pitchFamily="34" charset="0"/>
                <a:ea typeface="Tahoma" panose="020B0604030504040204" pitchFamily="34" charset="0"/>
                <a:cs typeface="Tahoma" panose="020B0604030504040204" pitchFamily="34" charset="0"/>
              </a:rPr>
              <a:t>Padding: </a:t>
            </a:r>
            <a:r>
              <a:rPr lang="en-US" dirty="0">
                <a:latin typeface="Tahoma" panose="020B0604030504040204" pitchFamily="34" charset="0"/>
                <a:ea typeface="Tahoma" panose="020B0604030504040204" pitchFamily="34" charset="0"/>
                <a:cs typeface="Tahoma" panose="020B0604030504040204" pitchFamily="34" charset="0"/>
              </a:rPr>
              <a:t>Adds border pixels to preserve spatial dimensions. </a:t>
            </a:r>
          </a:p>
          <a:p>
            <a:pPr marL="342900" indent="-342900">
              <a:buFont typeface="+mj-lt"/>
              <a:buAutoNum type="arabicPeriod"/>
            </a:pPr>
            <a:r>
              <a:rPr lang="en-US" b="1" dirty="0">
                <a:latin typeface="Tahoma" panose="020B0604030504040204" pitchFamily="34" charset="0"/>
                <a:ea typeface="Tahoma" panose="020B0604030504040204" pitchFamily="34" charset="0"/>
                <a:cs typeface="Tahoma" panose="020B0604030504040204" pitchFamily="34" charset="0"/>
              </a:rPr>
              <a:t>Stride: </a:t>
            </a:r>
            <a:r>
              <a:rPr lang="en-US" dirty="0">
                <a:latin typeface="Tahoma" panose="020B0604030504040204" pitchFamily="34" charset="0"/>
                <a:ea typeface="Tahoma" panose="020B0604030504040204" pitchFamily="34" charset="0"/>
                <a:cs typeface="Tahoma" panose="020B0604030504040204" pitchFamily="34" charset="0"/>
              </a:rPr>
              <a:t>Controls how much the filter moves across the image.</a:t>
            </a:r>
          </a:p>
          <a:p>
            <a:pPr marL="342900" indent="-342900">
              <a:buFont typeface="+mj-lt"/>
              <a:buAutoNum type="arabicPeriod"/>
            </a:pPr>
            <a:r>
              <a:rPr lang="en-US" b="1" dirty="0">
                <a:latin typeface="Tahoma" panose="020B0604030504040204" pitchFamily="34" charset="0"/>
                <a:ea typeface="Tahoma" panose="020B0604030504040204" pitchFamily="34" charset="0"/>
                <a:cs typeface="Tahoma" panose="020B0604030504040204" pitchFamily="34" charset="0"/>
              </a:rPr>
              <a:t>Pooling Layer (Max/Average): </a:t>
            </a:r>
            <a:r>
              <a:rPr lang="en-US" dirty="0">
                <a:latin typeface="Tahoma" panose="020B0604030504040204" pitchFamily="34" charset="0"/>
                <a:ea typeface="Tahoma" panose="020B0604030504040204" pitchFamily="34" charset="0"/>
                <a:cs typeface="Tahoma" panose="020B0604030504040204" pitchFamily="34" charset="0"/>
              </a:rPr>
              <a:t>Reduces spatial size while retaining important features.</a:t>
            </a:r>
          </a:p>
          <a:p>
            <a:pPr marL="342900" indent="-342900">
              <a:buFont typeface="+mj-lt"/>
              <a:buAutoNum type="arabicPeriod"/>
            </a:pPr>
            <a:r>
              <a:rPr lang="en-US" b="1" dirty="0">
                <a:latin typeface="Tahoma" panose="020B0604030504040204" pitchFamily="34" charset="0"/>
                <a:ea typeface="Tahoma" panose="020B0604030504040204" pitchFamily="34" charset="0"/>
                <a:cs typeface="Tahoma" panose="020B0604030504040204" pitchFamily="34" charset="0"/>
              </a:rPr>
              <a:t>Flatten Layer: </a:t>
            </a:r>
            <a:r>
              <a:rPr lang="en-US" dirty="0">
                <a:latin typeface="Tahoma" panose="020B0604030504040204" pitchFamily="34" charset="0"/>
                <a:ea typeface="Tahoma" panose="020B0604030504040204" pitchFamily="34" charset="0"/>
                <a:cs typeface="Tahoma" panose="020B0604030504040204" pitchFamily="34" charset="0"/>
              </a:rPr>
              <a:t>Converts feature maps into a 1D vector.</a:t>
            </a:r>
          </a:p>
          <a:p>
            <a:pPr marL="342900" indent="-342900">
              <a:buFont typeface="+mj-lt"/>
              <a:buAutoNum type="arabicPeriod"/>
            </a:pPr>
            <a:r>
              <a:rPr lang="en-US" b="1" dirty="0">
                <a:latin typeface="Tahoma" panose="020B0604030504040204" pitchFamily="34" charset="0"/>
                <a:ea typeface="Tahoma" panose="020B0604030504040204" pitchFamily="34" charset="0"/>
                <a:cs typeface="Tahoma" panose="020B0604030504040204" pitchFamily="34" charset="0"/>
              </a:rPr>
              <a:t>Fully Connected Layer: </a:t>
            </a:r>
            <a:r>
              <a:rPr lang="en-US" dirty="0">
                <a:latin typeface="Tahoma" panose="020B0604030504040204" pitchFamily="34" charset="0"/>
                <a:ea typeface="Tahoma" panose="020B0604030504040204" pitchFamily="34" charset="0"/>
                <a:cs typeface="Tahoma" panose="020B0604030504040204" pitchFamily="34" charset="0"/>
              </a:rPr>
              <a:t>Combines features to make final predictions.</a:t>
            </a:r>
          </a:p>
          <a:p>
            <a:pPr marL="342900" indent="-342900">
              <a:buFont typeface="+mj-lt"/>
              <a:buAutoNum type="arabicPeriod"/>
            </a:pPr>
            <a:r>
              <a:rPr lang="en-US" b="1" dirty="0">
                <a:latin typeface="Tahoma" panose="020B0604030504040204" pitchFamily="34" charset="0"/>
                <a:ea typeface="Tahoma" panose="020B0604030504040204" pitchFamily="34" charset="0"/>
                <a:cs typeface="Tahoma" panose="020B0604030504040204" pitchFamily="34" charset="0"/>
              </a:rPr>
              <a:t>Output Layer (</a:t>
            </a:r>
            <a:r>
              <a:rPr lang="en-US" b="1" dirty="0" err="1">
                <a:latin typeface="Tahoma" panose="020B0604030504040204" pitchFamily="34" charset="0"/>
                <a:ea typeface="Tahoma" panose="020B0604030504040204" pitchFamily="34" charset="0"/>
                <a:cs typeface="Tahoma" panose="020B0604030504040204" pitchFamily="34" charset="0"/>
              </a:rPr>
              <a:t>Softmax</a:t>
            </a:r>
            <a:r>
              <a:rPr lang="en-US" b="1" dirty="0">
                <a:latin typeface="Tahoma" panose="020B0604030504040204" pitchFamily="34" charset="0"/>
                <a:ea typeface="Tahoma" panose="020B0604030504040204" pitchFamily="34" charset="0"/>
                <a:cs typeface="Tahoma" panose="020B0604030504040204" pitchFamily="34" charset="0"/>
              </a:rPr>
              <a:t>/Sigmoid): </a:t>
            </a:r>
            <a:r>
              <a:rPr lang="en-US" dirty="0">
                <a:latin typeface="Tahoma" panose="020B0604030504040204" pitchFamily="34" charset="0"/>
                <a:ea typeface="Tahoma" panose="020B0604030504040204" pitchFamily="34" charset="0"/>
                <a:cs typeface="Tahoma" panose="020B0604030504040204" pitchFamily="34" charset="0"/>
              </a:rPr>
              <a:t>Produces classification probabilities.</a:t>
            </a:r>
          </a:p>
        </p:txBody>
      </p:sp>
    </p:spTree>
    <p:extLst>
      <p:ext uri="{BB962C8B-B14F-4D97-AF65-F5344CB8AC3E}">
        <p14:creationId xmlns:p14="http://schemas.microsoft.com/office/powerpoint/2010/main" val="2731259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6DCFCB7-CF96-3F69-B62E-5E3BD53999C9}"/>
              </a:ext>
            </a:extLst>
          </p:cNvPr>
          <p:cNvSpPr>
            <a:spLocks noGrp="1"/>
          </p:cNvSpPr>
          <p:nvPr>
            <p:ph type="body" idx="1"/>
          </p:nvPr>
        </p:nvSpPr>
        <p:spPr>
          <a:xfrm>
            <a:off x="914400" y="1352550"/>
            <a:ext cx="7162800" cy="738664"/>
          </a:xfrm>
        </p:spPr>
        <p:txBody>
          <a:bodyPr/>
          <a:lstStyle/>
          <a:p>
            <a:r>
              <a:rPr lang="en-US" dirty="0">
                <a:hlinkClick r:id="rId2"/>
              </a:rPr>
              <a:t>https://poloclub.github.io/cnn-explainer/#article-convolution</a:t>
            </a:r>
            <a:endParaRPr lang="en-US" dirty="0"/>
          </a:p>
        </p:txBody>
      </p:sp>
      <p:pic>
        <p:nvPicPr>
          <p:cNvPr id="5" name="Picture 4">
            <a:extLst>
              <a:ext uri="{FF2B5EF4-FFF2-40B4-BE49-F238E27FC236}">
                <a16:creationId xmlns:a16="http://schemas.microsoft.com/office/drawing/2014/main" id="{90A7BB05-B2A6-EF6F-FB39-BDC1808BBD1C}"/>
              </a:ext>
            </a:extLst>
          </p:cNvPr>
          <p:cNvPicPr>
            <a:picLocks noChangeAspect="1"/>
          </p:cNvPicPr>
          <p:nvPr/>
        </p:nvPicPr>
        <p:blipFill>
          <a:blip r:embed="rId3"/>
          <a:stretch>
            <a:fillRect/>
          </a:stretch>
        </p:blipFill>
        <p:spPr>
          <a:xfrm>
            <a:off x="533400" y="590550"/>
            <a:ext cx="7924800" cy="332800"/>
          </a:xfrm>
          <a:prstGeom prst="rect">
            <a:avLst/>
          </a:prstGeom>
        </p:spPr>
      </p:pic>
      <p:sp>
        <p:nvSpPr>
          <p:cNvPr id="7" name="TextBox 6">
            <a:extLst>
              <a:ext uri="{FF2B5EF4-FFF2-40B4-BE49-F238E27FC236}">
                <a16:creationId xmlns:a16="http://schemas.microsoft.com/office/drawing/2014/main" id="{9FBAD26C-261A-65D0-7751-745D396C8025}"/>
              </a:ext>
            </a:extLst>
          </p:cNvPr>
          <p:cNvSpPr txBox="1"/>
          <p:nvPr/>
        </p:nvSpPr>
        <p:spPr>
          <a:xfrm>
            <a:off x="838200" y="2190750"/>
            <a:ext cx="7620000" cy="1200329"/>
          </a:xfrm>
          <a:prstGeom prst="rect">
            <a:avLst/>
          </a:prstGeom>
          <a:noFill/>
        </p:spPr>
        <p:txBody>
          <a:bodyPr wrap="square">
            <a:spAutoFit/>
          </a:bodyPr>
          <a:lstStyle/>
          <a:p>
            <a:r>
              <a:rPr lang="en-US" b="0" i="0" dirty="0">
                <a:solidFill>
                  <a:srgbClr val="222222"/>
                </a:solidFill>
                <a:effectLst/>
                <a:latin typeface="Arial" panose="020B0604020202020204" pitchFamily="34" charset="0"/>
              </a:rPr>
              <a:t>Wang, Z. J., Turko, R., Shaikh, O., Park, H., Das, N., Hohman, F., ... &amp; Chau, D. H. P. (2020). CNN explainer: learning convolutional neural networks with interactive visualization. </a:t>
            </a:r>
            <a:r>
              <a:rPr lang="en-US" b="0" i="1" dirty="0">
                <a:solidFill>
                  <a:srgbClr val="222222"/>
                </a:solidFill>
                <a:effectLst/>
                <a:latin typeface="Arial" panose="020B0604020202020204" pitchFamily="34" charset="0"/>
              </a:rPr>
              <a:t>IEEE Transactions on Visualization and Computer Graphics</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27</a:t>
            </a:r>
            <a:r>
              <a:rPr lang="en-US" b="0" i="0" dirty="0">
                <a:solidFill>
                  <a:srgbClr val="222222"/>
                </a:solidFill>
                <a:effectLst/>
                <a:latin typeface="Arial" panose="020B0604020202020204" pitchFamily="34" charset="0"/>
              </a:rPr>
              <a:t>(2), 1396-1406.</a:t>
            </a:r>
            <a:endParaRPr lang="en-US" dirty="0"/>
          </a:p>
        </p:txBody>
      </p:sp>
    </p:spTree>
    <p:extLst>
      <p:ext uri="{BB962C8B-B14F-4D97-AF65-F5344CB8AC3E}">
        <p14:creationId xmlns:p14="http://schemas.microsoft.com/office/powerpoint/2010/main" val="236995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CAB23-6ED2-408F-BE34-ABEFA374BA7B}"/>
              </a:ext>
            </a:extLst>
          </p:cNvPr>
          <p:cNvSpPr>
            <a:spLocks noGrp="1"/>
          </p:cNvSpPr>
          <p:nvPr>
            <p:ph type="title"/>
          </p:nvPr>
        </p:nvSpPr>
        <p:spPr>
          <a:xfrm>
            <a:off x="390842" y="136143"/>
            <a:ext cx="8362315" cy="423193"/>
          </a:xfrm>
        </p:spPr>
        <p:txBody>
          <a:bodyPr/>
          <a:lstStyle/>
          <a:p>
            <a:pPr algn="ctr"/>
            <a:r>
              <a:rPr lang="en-US" dirty="0"/>
              <a:t>Acknowledgment</a:t>
            </a:r>
          </a:p>
        </p:txBody>
      </p:sp>
      <p:sp>
        <p:nvSpPr>
          <p:cNvPr id="3" name="Text Placeholder 2">
            <a:extLst>
              <a:ext uri="{FF2B5EF4-FFF2-40B4-BE49-F238E27FC236}">
                <a16:creationId xmlns:a16="http://schemas.microsoft.com/office/drawing/2014/main" id="{232674B2-DAB0-40A9-A0CF-E5DEC5234547}"/>
              </a:ext>
            </a:extLst>
          </p:cNvPr>
          <p:cNvSpPr>
            <a:spLocks noGrp="1"/>
          </p:cNvSpPr>
          <p:nvPr>
            <p:ph type="body" idx="1"/>
          </p:nvPr>
        </p:nvSpPr>
        <p:spPr>
          <a:xfrm>
            <a:off x="390842" y="895350"/>
            <a:ext cx="8295958" cy="1477328"/>
          </a:xfrm>
        </p:spPr>
        <p:txBody>
          <a:bodyPr/>
          <a:lstStyle/>
          <a:p>
            <a:r>
              <a:rPr lang="en-US" dirty="0">
                <a:solidFill>
                  <a:schemeClr val="tx1"/>
                </a:solidFill>
              </a:rPr>
              <a:t>Some concepts and examples in this presentation were inspired by </a:t>
            </a:r>
            <a:r>
              <a:rPr lang="en-US" dirty="0" err="1">
                <a:solidFill>
                  <a:schemeClr val="tx1"/>
                </a:solidFill>
              </a:rPr>
              <a:t>Codebasics</a:t>
            </a:r>
            <a:r>
              <a:rPr lang="en-US" dirty="0">
                <a:solidFill>
                  <a:schemeClr val="tx1"/>
                </a:solidFill>
              </a:rPr>
              <a:t>.</a:t>
            </a:r>
          </a:p>
          <a:p>
            <a:br>
              <a:rPr lang="en-US" dirty="0"/>
            </a:br>
            <a:r>
              <a:rPr lang="en-US" dirty="0">
                <a:hlinkClick r:id="rId2"/>
              </a:rPr>
              <a:t>https://codebasics.io/</a:t>
            </a:r>
            <a:endParaRPr lang="en-US" dirty="0"/>
          </a:p>
        </p:txBody>
      </p:sp>
    </p:spTree>
    <p:extLst>
      <p:ext uri="{BB962C8B-B14F-4D97-AF65-F5344CB8AC3E}">
        <p14:creationId xmlns:p14="http://schemas.microsoft.com/office/powerpoint/2010/main" val="34422884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599</TotalTime>
  <Words>775</Words>
  <Application>Microsoft Office PowerPoint</Application>
  <PresentationFormat>On-screen Show (16:9)</PresentationFormat>
  <Paragraphs>101</Paragraphs>
  <Slides>27</Slides>
  <Notes>0</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Tahoma</vt:lpstr>
      <vt:lpstr>Wingdings</vt:lpstr>
      <vt:lpstr>Office Theme</vt:lpstr>
      <vt:lpstr>Basics of CNN</vt:lpstr>
      <vt:lpstr>PowerPoint Presentation</vt:lpstr>
      <vt:lpstr>PowerPoint Presentation</vt:lpstr>
      <vt:lpstr>PowerPoint Presentation</vt:lpstr>
      <vt:lpstr>More on Human Perspective</vt:lpstr>
      <vt:lpstr>A Brief Picture of How CNN will Work</vt:lpstr>
      <vt:lpstr>Building Blocks of CNN</vt:lpstr>
      <vt:lpstr>How Filter Works</vt:lpstr>
      <vt:lpstr>How Filter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Strides</vt:lpstr>
      <vt:lpstr>Padding</vt:lpstr>
      <vt:lpstr>Padding</vt:lpstr>
      <vt:lpstr>Problem in The Design</vt:lpstr>
      <vt:lpstr>Pooling</vt:lpstr>
      <vt:lpstr>Pooling</vt:lpstr>
      <vt:lpstr>PowerPoint Presentation</vt:lpstr>
      <vt:lpstr>PowerPoint Presentation</vt:lpstr>
      <vt:lpstr>PowerPoint Presentation</vt:lpstr>
      <vt:lpstr>PowerPoint Presentation</vt:lpstr>
      <vt:lpstr>Acknowledgment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Image Classification with Linear Classifiers</dc:title>
  <cp:lastModifiedBy>Tanvir Ahmed</cp:lastModifiedBy>
  <cp:revision>35</cp:revision>
  <dcterms:created xsi:type="dcterms:W3CDTF">2026-01-16T14:01:30Z</dcterms:created>
  <dcterms:modified xsi:type="dcterms:W3CDTF">2026-03-03T15:40:16Z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2025-04-04T00:00:00Z</vt:filetime>
  </property>
  <property fmtid="{D5CDD505-2E9C-101B-9397-08002B2CF9AE}" pid="3" name="LastSaved">
    <vt:filetime>2026-01-16T00:00:00Z</vt:filetime>
  </property>
</Properties>
</file>