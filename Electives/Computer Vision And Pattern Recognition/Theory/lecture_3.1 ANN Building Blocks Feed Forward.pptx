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8" r:id="rId2"/>
    <p:sldId id="360" r:id="rId3"/>
    <p:sldId id="361" r:id="rId4"/>
    <p:sldId id="380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6" r:id="rId14"/>
    <p:sldId id="370" r:id="rId15"/>
    <p:sldId id="371" r:id="rId16"/>
    <p:sldId id="372" r:id="rId17"/>
    <p:sldId id="373" r:id="rId18"/>
    <p:sldId id="374" r:id="rId19"/>
    <p:sldId id="379" r:id="rId20"/>
    <p:sldId id="377" r:id="rId21"/>
    <p:sldId id="378" r:id="rId2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11457-0731-45C6-B07F-F5CB68278609}" v="2" dt="2026-02-16T08:35:20.06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51FA6BC9-7989-4C4F-B601-B4A054E056FB}"/>
    <pc:docChg chg="undo redo custSel addSld delSld modSld">
      <pc:chgData name="Tanvir Ahmed" userId="5fa9bf89-1556-4927-a8e9-24c5d464f299" providerId="ADAL" clId="{51FA6BC9-7989-4C4F-B601-B4A054E056FB}" dt="2026-02-14T16:54:33.798" v="592" actId="1076"/>
      <pc:docMkLst>
        <pc:docMk/>
      </pc:docMkLst>
      <pc:sldChg chg="modSp mod">
        <pc:chgData name="Tanvir Ahmed" userId="5fa9bf89-1556-4927-a8e9-24c5d464f299" providerId="ADAL" clId="{51FA6BC9-7989-4C4F-B601-B4A054E056FB}" dt="2026-02-14T16:27:30.779" v="512" actId="20577"/>
        <pc:sldMkLst>
          <pc:docMk/>
          <pc:sldMk cId="700707328" sldId="358"/>
        </pc:sldMkLst>
        <pc:spChg chg="mod">
          <ac:chgData name="Tanvir Ahmed" userId="5fa9bf89-1556-4927-a8e9-24c5d464f299" providerId="ADAL" clId="{51FA6BC9-7989-4C4F-B601-B4A054E056FB}" dt="2026-02-14T16:27:30.779" v="512" actId="20577"/>
          <ac:spMkLst>
            <pc:docMk/>
            <pc:sldMk cId="700707328" sldId="358"/>
            <ac:spMk id="2" creationId="{00000000-0000-0000-0000-000000000000}"/>
          </ac:spMkLst>
        </pc:spChg>
      </pc:sldChg>
      <pc:sldChg chg="modSp mod">
        <pc:chgData name="Tanvir Ahmed" userId="5fa9bf89-1556-4927-a8e9-24c5d464f299" providerId="ADAL" clId="{51FA6BC9-7989-4C4F-B601-B4A054E056FB}" dt="2026-02-14T15:33:09.796" v="423" actId="1076"/>
        <pc:sldMkLst>
          <pc:docMk/>
          <pc:sldMk cId="966005880" sldId="360"/>
        </pc:sldMkLst>
        <pc:spChg chg="mod">
          <ac:chgData name="Tanvir Ahmed" userId="5fa9bf89-1556-4927-a8e9-24c5d464f299" providerId="ADAL" clId="{51FA6BC9-7989-4C4F-B601-B4A054E056FB}" dt="2026-02-14T15:33:04.604" v="422" actId="123"/>
          <ac:spMkLst>
            <pc:docMk/>
            <pc:sldMk cId="966005880" sldId="360"/>
            <ac:spMk id="11" creationId="{A340DFD3-0390-D70B-2CA9-8936FC57DA66}"/>
          </ac:spMkLst>
        </pc:spChg>
      </pc:sldChg>
      <pc:sldChg chg="addSp delSp modSp mod">
        <pc:chgData name="Tanvir Ahmed" userId="5fa9bf89-1556-4927-a8e9-24c5d464f299" providerId="ADAL" clId="{51FA6BC9-7989-4C4F-B601-B4A054E056FB}" dt="2026-02-14T15:46:05.348" v="495"/>
        <pc:sldMkLst>
          <pc:docMk/>
          <pc:sldMk cId="2555997283" sldId="361"/>
        </pc:sldMkLst>
      </pc:sldChg>
      <pc:sldChg chg="modSp mod">
        <pc:chgData name="Tanvir Ahmed" userId="5fa9bf89-1556-4927-a8e9-24c5d464f299" providerId="ADAL" clId="{51FA6BC9-7989-4C4F-B601-B4A054E056FB}" dt="2026-02-14T15:35:43.136" v="424" actId="123"/>
        <pc:sldMkLst>
          <pc:docMk/>
          <pc:sldMk cId="4175849903" sldId="365"/>
        </pc:sldMkLst>
        <pc:spChg chg="mod">
          <ac:chgData name="Tanvir Ahmed" userId="5fa9bf89-1556-4927-a8e9-24c5d464f299" providerId="ADAL" clId="{51FA6BC9-7989-4C4F-B601-B4A054E056FB}" dt="2026-02-14T15:35:43.136" v="424" actId="123"/>
          <ac:spMkLst>
            <pc:docMk/>
            <pc:sldMk cId="4175849903" sldId="365"/>
            <ac:spMk id="12" creationId="{0D720027-DD3A-047B-85FA-64F13EF156C2}"/>
          </ac:spMkLst>
        </pc:spChg>
      </pc:sldChg>
      <pc:sldChg chg="modSp mod">
        <pc:chgData name="Tanvir Ahmed" userId="5fa9bf89-1556-4927-a8e9-24c5d464f299" providerId="ADAL" clId="{51FA6BC9-7989-4C4F-B601-B4A054E056FB}" dt="2026-02-14T15:36:37.552" v="426" actId="123"/>
        <pc:sldMkLst>
          <pc:docMk/>
          <pc:sldMk cId="2255392595" sldId="367"/>
        </pc:sldMkLst>
        <pc:spChg chg="mod">
          <ac:chgData name="Tanvir Ahmed" userId="5fa9bf89-1556-4927-a8e9-24c5d464f299" providerId="ADAL" clId="{51FA6BC9-7989-4C4F-B601-B4A054E056FB}" dt="2026-02-14T15:36:37.552" v="426" actId="123"/>
          <ac:spMkLst>
            <pc:docMk/>
            <pc:sldMk cId="2255392595" sldId="367"/>
            <ac:spMk id="12" creationId="{FD07E3C1-CA63-08E6-589B-0644BC171D5A}"/>
          </ac:spMkLst>
        </pc:spChg>
      </pc:sldChg>
      <pc:sldChg chg="addSp delSp modSp mod">
        <pc:chgData name="Tanvir Ahmed" userId="5fa9bf89-1556-4927-a8e9-24c5d464f299" providerId="ADAL" clId="{51FA6BC9-7989-4C4F-B601-B4A054E056FB}" dt="2026-02-14T15:45:45.944" v="493" actId="1076"/>
        <pc:sldMkLst>
          <pc:docMk/>
          <pc:sldMk cId="1314173939" sldId="370"/>
        </pc:sldMkLst>
        <pc:picChg chg="add mod">
          <ac:chgData name="Tanvir Ahmed" userId="5fa9bf89-1556-4927-a8e9-24c5d464f299" providerId="ADAL" clId="{51FA6BC9-7989-4C4F-B601-B4A054E056FB}" dt="2026-02-14T15:45:45.944" v="493" actId="1076"/>
          <ac:picMkLst>
            <pc:docMk/>
            <pc:sldMk cId="1314173939" sldId="370"/>
            <ac:picMk id="4" creationId="{B4F5B3A8-BCE9-4C78-AAD5-BA8C0BED1525}"/>
          </ac:picMkLst>
        </pc:picChg>
      </pc:sldChg>
      <pc:sldChg chg="addSp delSp modSp mod">
        <pc:chgData name="Tanvir Ahmed" userId="5fa9bf89-1556-4927-a8e9-24c5d464f299" providerId="ADAL" clId="{51FA6BC9-7989-4C4F-B601-B4A054E056FB}" dt="2026-02-14T15:42:56.184" v="474"/>
        <pc:sldMkLst>
          <pc:docMk/>
          <pc:sldMk cId="393658522" sldId="371"/>
        </pc:sldMkLst>
        <pc:picChg chg="add mod">
          <ac:chgData name="Tanvir Ahmed" userId="5fa9bf89-1556-4927-a8e9-24c5d464f299" providerId="ADAL" clId="{51FA6BC9-7989-4C4F-B601-B4A054E056FB}" dt="2026-02-14T15:42:56.184" v="474"/>
          <ac:picMkLst>
            <pc:docMk/>
            <pc:sldMk cId="393658522" sldId="371"/>
            <ac:picMk id="6" creationId="{8077BDB2-C321-4723-A48E-3C0874DCBB42}"/>
          </ac:picMkLst>
        </pc:picChg>
      </pc:sldChg>
      <pc:sldChg chg="addSp delSp modSp mod">
        <pc:chgData name="Tanvir Ahmed" userId="5fa9bf89-1556-4927-a8e9-24c5d464f299" providerId="ADAL" clId="{51FA6BC9-7989-4C4F-B601-B4A054E056FB}" dt="2026-02-14T15:43:15.480" v="476"/>
        <pc:sldMkLst>
          <pc:docMk/>
          <pc:sldMk cId="1425024510" sldId="372"/>
        </pc:sldMkLst>
        <pc:picChg chg="add mod">
          <ac:chgData name="Tanvir Ahmed" userId="5fa9bf89-1556-4927-a8e9-24c5d464f299" providerId="ADAL" clId="{51FA6BC9-7989-4C4F-B601-B4A054E056FB}" dt="2026-02-14T15:43:15.480" v="476"/>
          <ac:picMkLst>
            <pc:docMk/>
            <pc:sldMk cId="1425024510" sldId="372"/>
            <ac:picMk id="7" creationId="{86A68F90-8CEB-4B6C-8284-D1112B878EA9}"/>
          </ac:picMkLst>
        </pc:picChg>
      </pc:sldChg>
      <pc:sldChg chg="addSp delSp modSp mod">
        <pc:chgData name="Tanvir Ahmed" userId="5fa9bf89-1556-4927-a8e9-24c5d464f299" providerId="ADAL" clId="{51FA6BC9-7989-4C4F-B601-B4A054E056FB}" dt="2026-02-14T15:42:49.517" v="472" actId="1076"/>
        <pc:sldMkLst>
          <pc:docMk/>
          <pc:sldMk cId="1750370288" sldId="373"/>
        </pc:sldMkLst>
        <pc:picChg chg="add mod">
          <ac:chgData name="Tanvir Ahmed" userId="5fa9bf89-1556-4927-a8e9-24c5d464f299" providerId="ADAL" clId="{51FA6BC9-7989-4C4F-B601-B4A054E056FB}" dt="2026-02-14T15:42:49.517" v="472" actId="1076"/>
          <ac:picMkLst>
            <pc:docMk/>
            <pc:sldMk cId="1750370288" sldId="373"/>
            <ac:picMk id="7" creationId="{740A7FDD-FBBB-40E1-ABD0-88997C480A46}"/>
          </ac:picMkLst>
        </pc:picChg>
      </pc:sldChg>
      <pc:sldChg chg="addSp delSp modSp mod">
        <pc:chgData name="Tanvir Ahmed" userId="5fa9bf89-1556-4927-a8e9-24c5d464f299" providerId="ADAL" clId="{51FA6BC9-7989-4C4F-B601-B4A054E056FB}" dt="2026-02-14T15:44:48.655" v="483" actId="14100"/>
        <pc:sldMkLst>
          <pc:docMk/>
          <pc:sldMk cId="2198517485" sldId="374"/>
        </pc:sldMkLst>
        <pc:spChg chg="mod">
          <ac:chgData name="Tanvir Ahmed" userId="5fa9bf89-1556-4927-a8e9-24c5d464f299" providerId="ADAL" clId="{51FA6BC9-7989-4C4F-B601-B4A054E056FB}" dt="2026-02-14T14:51:11.849" v="1"/>
          <ac:spMkLst>
            <pc:docMk/>
            <pc:sldMk cId="2198517485" sldId="374"/>
            <ac:spMk id="3" creationId="{4E80BA2A-1853-1BB6-4033-669195224EC9}"/>
          </ac:spMkLst>
        </pc:spChg>
        <pc:spChg chg="add mod">
          <ac:chgData name="Tanvir Ahmed" userId="5fa9bf89-1556-4927-a8e9-24c5d464f299" providerId="ADAL" clId="{51FA6BC9-7989-4C4F-B601-B4A054E056FB}" dt="2026-02-14T15:00:48.652" v="288" actId="114"/>
          <ac:spMkLst>
            <pc:docMk/>
            <pc:sldMk cId="2198517485" sldId="374"/>
            <ac:spMk id="4" creationId="{AD31E00D-982F-4C3A-BE60-F999ABF8E8EF}"/>
          </ac:spMkLst>
        </pc:spChg>
        <pc:spChg chg="add mod">
          <ac:chgData name="Tanvir Ahmed" userId="5fa9bf89-1556-4927-a8e9-24c5d464f299" providerId="ADAL" clId="{51FA6BC9-7989-4C4F-B601-B4A054E056FB}" dt="2026-02-14T14:59:21.298" v="241" actId="20577"/>
          <ac:spMkLst>
            <pc:docMk/>
            <pc:sldMk cId="2198517485" sldId="374"/>
            <ac:spMk id="7" creationId="{7B9BAE38-5AAC-483F-A0F0-E978E4D693AC}"/>
          </ac:spMkLst>
        </pc:spChg>
        <pc:spChg chg="add mod">
          <ac:chgData name="Tanvir Ahmed" userId="5fa9bf89-1556-4927-a8e9-24c5d464f299" providerId="ADAL" clId="{51FA6BC9-7989-4C4F-B601-B4A054E056FB}" dt="2026-02-14T15:01:37.524" v="359" actId="20577"/>
          <ac:spMkLst>
            <pc:docMk/>
            <pc:sldMk cId="2198517485" sldId="374"/>
            <ac:spMk id="8" creationId="{8A82FC8C-AA8C-4074-A47A-8CE11E464C37}"/>
          </ac:spMkLst>
        </pc:spChg>
        <pc:picChg chg="add mod">
          <ac:chgData name="Tanvir Ahmed" userId="5fa9bf89-1556-4927-a8e9-24c5d464f299" providerId="ADAL" clId="{51FA6BC9-7989-4C4F-B601-B4A054E056FB}" dt="2026-02-14T15:44:48.655" v="483" actId="14100"/>
          <ac:picMkLst>
            <pc:docMk/>
            <pc:sldMk cId="2198517485" sldId="374"/>
            <ac:picMk id="9" creationId="{9F93FCCD-D68F-4E63-8AB5-A64C1C1D119C}"/>
          </ac:picMkLst>
        </pc:picChg>
      </pc:sldChg>
      <pc:sldChg chg="addSp delSp modSp add mod">
        <pc:chgData name="Tanvir Ahmed" userId="5fa9bf89-1556-4927-a8e9-24c5d464f299" providerId="ADAL" clId="{51FA6BC9-7989-4C4F-B601-B4A054E056FB}" dt="2026-02-14T15:41:15.775" v="468" actId="20577"/>
        <pc:sldMkLst>
          <pc:docMk/>
          <pc:sldMk cId="405611911" sldId="376"/>
        </pc:sldMkLst>
        <pc:spChg chg="mod">
          <ac:chgData name="Tanvir Ahmed" userId="5fa9bf89-1556-4927-a8e9-24c5d464f299" providerId="ADAL" clId="{51FA6BC9-7989-4C4F-B601-B4A054E056FB}" dt="2026-02-14T15:38:36.865" v="435"/>
          <ac:spMkLst>
            <pc:docMk/>
            <pc:sldMk cId="405611911" sldId="376"/>
            <ac:spMk id="3" creationId="{0DAEEDC1-EB92-185F-8F89-57B0E2640FD2}"/>
          </ac:spMkLst>
        </pc:spChg>
        <pc:spChg chg="add mod">
          <ac:chgData name="Tanvir Ahmed" userId="5fa9bf89-1556-4927-a8e9-24c5d464f299" providerId="ADAL" clId="{51FA6BC9-7989-4C4F-B601-B4A054E056FB}" dt="2026-02-14T15:41:15.775" v="468" actId="20577"/>
          <ac:spMkLst>
            <pc:docMk/>
            <pc:sldMk cId="405611911" sldId="376"/>
            <ac:spMk id="17" creationId="{2BFAA57A-13A8-45ED-AEE9-578C23987519}"/>
          </ac:spMkLst>
        </pc:spChg>
        <pc:picChg chg="add mod ord">
          <ac:chgData name="Tanvir Ahmed" userId="5fa9bf89-1556-4927-a8e9-24c5d464f299" providerId="ADAL" clId="{51FA6BC9-7989-4C4F-B601-B4A054E056FB}" dt="2026-02-14T15:40:26.115" v="461" actId="167"/>
          <ac:picMkLst>
            <pc:docMk/>
            <pc:sldMk cId="405611911" sldId="376"/>
            <ac:picMk id="16" creationId="{042B26D9-FF50-4B4C-BB81-C1607D432263}"/>
          </ac:picMkLst>
        </pc:picChg>
      </pc:sldChg>
      <pc:sldChg chg="addSp delSp modSp add mod">
        <pc:chgData name="Tanvir Ahmed" userId="5fa9bf89-1556-4927-a8e9-24c5d464f299" providerId="ADAL" clId="{51FA6BC9-7989-4C4F-B601-B4A054E056FB}" dt="2026-02-14T16:54:33.798" v="592" actId="1076"/>
        <pc:sldMkLst>
          <pc:docMk/>
          <pc:sldMk cId="1136368350" sldId="377"/>
        </pc:sldMkLst>
        <pc:spChg chg="mod">
          <ac:chgData name="Tanvir Ahmed" userId="5fa9bf89-1556-4927-a8e9-24c5d464f299" providerId="ADAL" clId="{51FA6BC9-7989-4C4F-B601-B4A054E056FB}" dt="2026-02-14T16:33:57.865" v="555" actId="20577"/>
          <ac:spMkLst>
            <pc:docMk/>
            <pc:sldMk cId="1136368350" sldId="377"/>
            <ac:spMk id="2" creationId="{7A13C4F4-32D4-8F40-41BF-17CE2C3F2C19}"/>
          </ac:spMkLst>
        </pc:spChg>
        <pc:picChg chg="add mod">
          <ac:chgData name="Tanvir Ahmed" userId="5fa9bf89-1556-4927-a8e9-24c5d464f299" providerId="ADAL" clId="{51FA6BC9-7989-4C4F-B601-B4A054E056FB}" dt="2026-02-14T16:44:01.523" v="586" actId="1076"/>
          <ac:picMkLst>
            <pc:docMk/>
            <pc:sldMk cId="1136368350" sldId="377"/>
            <ac:picMk id="9" creationId="{4B426FBB-2B6B-4D99-87EC-B99A80A9C995}"/>
          </ac:picMkLst>
        </pc:picChg>
        <pc:picChg chg="add mod">
          <ac:chgData name="Tanvir Ahmed" userId="5fa9bf89-1556-4927-a8e9-24c5d464f299" providerId="ADAL" clId="{51FA6BC9-7989-4C4F-B601-B4A054E056FB}" dt="2026-02-14T16:54:33.798" v="592" actId="1076"/>
          <ac:picMkLst>
            <pc:docMk/>
            <pc:sldMk cId="1136368350" sldId="377"/>
            <ac:picMk id="16" creationId="{602028DC-CAC8-4161-A4C2-9A3F2BCEB88C}"/>
          </ac:picMkLst>
        </pc:picChg>
      </pc:sldChg>
      <pc:sldChg chg="addSp delSp modSp add mod">
        <pc:chgData name="Tanvir Ahmed" userId="5fa9bf89-1556-4927-a8e9-24c5d464f299" providerId="ADAL" clId="{51FA6BC9-7989-4C4F-B601-B4A054E056FB}" dt="2026-02-14T16:36:05.348" v="577" actId="1076"/>
        <pc:sldMkLst>
          <pc:docMk/>
          <pc:sldMk cId="1134320045" sldId="378"/>
        </pc:sldMkLst>
        <pc:picChg chg="add mod">
          <ac:chgData name="Tanvir Ahmed" userId="5fa9bf89-1556-4927-a8e9-24c5d464f299" providerId="ADAL" clId="{51FA6BC9-7989-4C4F-B601-B4A054E056FB}" dt="2026-02-14T16:36:05.348" v="577" actId="1076"/>
          <ac:picMkLst>
            <pc:docMk/>
            <pc:sldMk cId="1134320045" sldId="378"/>
            <ac:picMk id="4" creationId="{1C4AAA16-76E8-49DD-B6D0-7EFE7FCFF6FB}"/>
          </ac:picMkLst>
        </pc:picChg>
      </pc:sldChg>
    </pc:docChg>
  </pc:docChgLst>
  <pc:docChgLst>
    <pc:chgData name="Tanvir Ahmed" userId="5fa9bf89-1556-4927-a8e9-24c5d464f299" providerId="ADAL" clId="{AE83358B-5FE0-4F9E-9137-F39B1506DA04}"/>
    <pc:docChg chg="custSel addSld modSld sldOrd">
      <pc:chgData name="Tanvir Ahmed" userId="5fa9bf89-1556-4927-a8e9-24c5d464f299" providerId="ADAL" clId="{AE83358B-5FE0-4F9E-9137-F39B1506DA04}" dt="2026-02-16T08:35:20.069" v="12"/>
      <pc:docMkLst>
        <pc:docMk/>
      </pc:docMkLst>
      <pc:sldChg chg="delSp mod ord">
        <pc:chgData name="Tanvir Ahmed" userId="5fa9bf89-1556-4927-a8e9-24c5d464f299" providerId="ADAL" clId="{AE83358B-5FE0-4F9E-9137-F39B1506DA04}" dt="2026-02-16T08:11:09.683" v="9" actId="21"/>
        <pc:sldMkLst>
          <pc:docMk/>
          <pc:sldMk cId="966005880" sldId="360"/>
        </pc:sldMkLst>
        <pc:spChg chg="del">
          <ac:chgData name="Tanvir Ahmed" userId="5fa9bf89-1556-4927-a8e9-24c5d464f299" providerId="ADAL" clId="{AE83358B-5FE0-4F9E-9137-F39B1506DA04}" dt="2026-02-16T08:11:09.683" v="9" actId="21"/>
          <ac:spMkLst>
            <pc:docMk/>
            <pc:sldMk cId="966005880" sldId="360"/>
            <ac:spMk id="14" creationId="{FEC45282-4F22-7B7D-27D9-C64D7A187ED1}"/>
          </ac:spMkLst>
        </pc:spChg>
      </pc:sldChg>
      <pc:sldChg chg="addSp delSp modSp mod ord">
        <pc:chgData name="Tanvir Ahmed" userId="5fa9bf89-1556-4927-a8e9-24c5d464f299" providerId="ADAL" clId="{AE83358B-5FE0-4F9E-9137-F39B1506DA04}" dt="2026-02-16T08:35:20.069" v="12"/>
        <pc:sldMkLst>
          <pc:docMk/>
          <pc:sldMk cId="2555997283" sldId="361"/>
        </pc:sldMkLst>
        <pc:spChg chg="add mod">
          <ac:chgData name="Tanvir Ahmed" userId="5fa9bf89-1556-4927-a8e9-24c5d464f299" providerId="ADAL" clId="{AE83358B-5FE0-4F9E-9137-F39B1506DA04}" dt="2026-02-16T08:11:11.833" v="10"/>
          <ac:spMkLst>
            <pc:docMk/>
            <pc:sldMk cId="2555997283" sldId="361"/>
            <ac:spMk id="14" creationId="{FEC45282-4F22-7B7D-27D9-C64D7A187ED1}"/>
          </ac:spMkLst>
        </pc:spChg>
        <pc:picChg chg="add mod">
          <ac:chgData name="Tanvir Ahmed" userId="5fa9bf89-1556-4927-a8e9-24c5d464f299" providerId="ADAL" clId="{AE83358B-5FE0-4F9E-9137-F39B1506DA04}" dt="2026-02-16T08:35:20.069" v="12"/>
          <ac:picMkLst>
            <pc:docMk/>
            <pc:sldMk cId="2555997283" sldId="361"/>
            <ac:picMk id="3" creationId="{9B351831-EC76-7EBC-CC74-B91216F1F45D}"/>
          </ac:picMkLst>
        </pc:picChg>
        <pc:picChg chg="del">
          <ac:chgData name="Tanvir Ahmed" userId="5fa9bf89-1556-4927-a8e9-24c5d464f299" providerId="ADAL" clId="{AE83358B-5FE0-4F9E-9137-F39B1506DA04}" dt="2026-02-16T08:35:18.733" v="11" actId="478"/>
          <ac:picMkLst>
            <pc:docMk/>
            <pc:sldMk cId="2555997283" sldId="361"/>
            <ac:picMk id="6" creationId="{0E074223-D0C5-9EDE-C0B4-911FA5BD6EAB}"/>
          </ac:picMkLst>
        </pc:picChg>
        <pc:picChg chg="del">
          <ac:chgData name="Tanvir Ahmed" userId="5fa9bf89-1556-4927-a8e9-24c5d464f299" providerId="ADAL" clId="{AE83358B-5FE0-4F9E-9137-F39B1506DA04}" dt="2026-02-16T08:09:54.919" v="4" actId="478"/>
          <ac:picMkLst>
            <pc:docMk/>
            <pc:sldMk cId="2555997283" sldId="361"/>
            <ac:picMk id="7" creationId="{239E57A6-14DA-4D46-B25B-5185722F6E36}"/>
          </ac:picMkLst>
        </pc:picChg>
      </pc:sldChg>
      <pc:sldChg chg="modSp mod">
        <pc:chgData name="Tanvir Ahmed" userId="5fa9bf89-1556-4927-a8e9-24c5d464f299" providerId="ADAL" clId="{AE83358B-5FE0-4F9E-9137-F39B1506DA04}" dt="2026-02-15T04:47:05.818" v="2" actId="255"/>
        <pc:sldMkLst>
          <pc:docMk/>
          <pc:sldMk cId="178888203" sldId="368"/>
        </pc:sldMkLst>
        <pc:spChg chg="mod">
          <ac:chgData name="Tanvir Ahmed" userId="5fa9bf89-1556-4927-a8e9-24c5d464f299" providerId="ADAL" clId="{AE83358B-5FE0-4F9E-9137-F39B1506DA04}" dt="2026-02-15T04:47:05.818" v="2" actId="255"/>
          <ac:spMkLst>
            <pc:docMk/>
            <pc:sldMk cId="178888203" sldId="368"/>
            <ac:spMk id="3" creationId="{4726138C-59AC-6EEE-3151-CDD5B0BAC798}"/>
          </ac:spMkLst>
        </pc:spChg>
      </pc:sldChg>
      <pc:sldChg chg="add">
        <pc:chgData name="Tanvir Ahmed" userId="5fa9bf89-1556-4927-a8e9-24c5d464f299" providerId="ADAL" clId="{AE83358B-5FE0-4F9E-9137-F39B1506DA04}" dt="2026-02-16T08:09:51.218" v="3" actId="2890"/>
        <pc:sldMkLst>
          <pc:docMk/>
          <pc:sldMk cId="157991528" sldId="380"/>
        </pc:sldMkLst>
      </pc:sldChg>
    </pc:docChg>
  </pc:docChgLst>
  <pc:docChgLst>
    <pc:chgData name="Tanvir Ahmed" userId="5fa9bf89-1556-4927-a8e9-24c5d464f299" providerId="ADAL" clId="{1AA4345A-BCE0-4C06-BB87-746FC5FA3BB4}"/>
    <pc:docChg chg="undo custSel addSld delSld modSld sldOrd">
      <pc:chgData name="Tanvir Ahmed" userId="5fa9bf89-1556-4927-a8e9-24c5d464f299" providerId="ADAL" clId="{1AA4345A-BCE0-4C06-BB87-746FC5FA3BB4}" dt="2026-02-15T02:41:17.472" v="1786" actId="2696"/>
      <pc:docMkLst>
        <pc:docMk/>
      </pc:docMkLst>
      <pc:sldChg chg="modSp add mod">
        <pc:chgData name="Tanvir Ahmed" userId="5fa9bf89-1556-4927-a8e9-24c5d464f299" providerId="ADAL" clId="{1AA4345A-BCE0-4C06-BB87-746FC5FA3BB4}" dt="2026-02-14T13:50:43.840" v="1026" actId="20577"/>
        <pc:sldMkLst>
          <pc:docMk/>
          <pc:sldMk cId="700707328" sldId="358"/>
        </pc:sldMkLst>
        <pc:spChg chg="mod">
          <ac:chgData name="Tanvir Ahmed" userId="5fa9bf89-1556-4927-a8e9-24c5d464f299" providerId="ADAL" clId="{1AA4345A-BCE0-4C06-BB87-746FC5FA3BB4}" dt="2026-02-14T13:50:43.840" v="1026" actId="20577"/>
          <ac:spMkLst>
            <pc:docMk/>
            <pc:sldMk cId="700707328" sldId="358"/>
            <ac:spMk id="2" creationId="{00000000-0000-0000-0000-000000000000}"/>
          </ac:spMkLst>
        </pc:spChg>
        <pc:graphicFrameChg chg="modGraphic">
          <ac:chgData name="Tanvir Ahmed" userId="5fa9bf89-1556-4927-a8e9-24c5d464f299" providerId="ADAL" clId="{1AA4345A-BCE0-4C06-BB87-746FC5FA3BB4}" dt="2026-02-14T13:50:33.611" v="1009" actId="20577"/>
          <ac:graphicFrameMkLst>
            <pc:docMk/>
            <pc:sldMk cId="700707328" sldId="358"/>
            <ac:graphicFrameMk id="7" creationId="{29FF08AD-7519-4C4A-8E0D-640DF5BB5E58}"/>
          </ac:graphicFrameMkLst>
        </pc:graphicFrameChg>
      </pc:sldChg>
      <pc:sldChg chg="addSp delSp modSp add mod">
        <pc:chgData name="Tanvir Ahmed" userId="5fa9bf89-1556-4927-a8e9-24c5d464f299" providerId="ADAL" clId="{1AA4345A-BCE0-4C06-BB87-746FC5FA3BB4}" dt="2026-02-14T14:03:20.845" v="1325" actId="14100"/>
        <pc:sldMkLst>
          <pc:docMk/>
          <pc:sldMk cId="966005880" sldId="360"/>
        </pc:sldMkLst>
        <pc:spChg chg="mod">
          <ac:chgData name="Tanvir Ahmed" userId="5fa9bf89-1556-4927-a8e9-24c5d464f299" providerId="ADAL" clId="{1AA4345A-BCE0-4C06-BB87-746FC5FA3BB4}" dt="2026-02-14T13:51:17.862" v="1051" actId="20577"/>
          <ac:spMkLst>
            <pc:docMk/>
            <pc:sldMk cId="966005880" sldId="360"/>
            <ac:spMk id="2" creationId="{6C4A02F0-DC00-9856-F4E6-F4EF20C3517B}"/>
          </ac:spMkLst>
        </pc:spChg>
        <pc:spChg chg="add mod">
          <ac:chgData name="Tanvir Ahmed" userId="5fa9bf89-1556-4927-a8e9-24c5d464f299" providerId="ADAL" clId="{1AA4345A-BCE0-4C06-BB87-746FC5FA3BB4}" dt="2026-02-14T13:58:26.527" v="1275" actId="20577"/>
          <ac:spMkLst>
            <pc:docMk/>
            <pc:sldMk cId="966005880" sldId="360"/>
            <ac:spMk id="11" creationId="{A340DFD3-0390-D70B-2CA9-8936FC57DA66}"/>
          </ac:spMkLst>
        </pc:spChg>
        <pc:picChg chg="add mod">
          <ac:chgData name="Tanvir Ahmed" userId="5fa9bf89-1556-4927-a8e9-24c5d464f299" providerId="ADAL" clId="{1AA4345A-BCE0-4C06-BB87-746FC5FA3BB4}" dt="2026-02-14T14:00:03.255" v="1282" actId="14100"/>
          <ac:picMkLst>
            <pc:docMk/>
            <pc:sldMk cId="966005880" sldId="360"/>
            <ac:picMk id="13" creationId="{D2415464-DD19-067B-097A-D41D82E7C346}"/>
          </ac:picMkLst>
        </pc:picChg>
      </pc:sldChg>
      <pc:sldChg chg="add">
        <pc:chgData name="Tanvir Ahmed" userId="5fa9bf89-1556-4927-a8e9-24c5d464f299" providerId="ADAL" clId="{1AA4345A-BCE0-4C06-BB87-746FC5FA3BB4}" dt="2026-02-14T13:58:45.419" v="1277" actId="2890"/>
        <pc:sldMkLst>
          <pc:docMk/>
          <pc:sldMk cId="2555997283" sldId="361"/>
        </pc:sldMkLst>
      </pc:sldChg>
      <pc:sldChg chg="addSp delSp modSp add mod">
        <pc:chgData name="Tanvir Ahmed" userId="5fa9bf89-1556-4927-a8e9-24c5d464f299" providerId="ADAL" clId="{1AA4345A-BCE0-4C06-BB87-746FC5FA3BB4}" dt="2026-02-14T14:11:01.641" v="1456" actId="1076"/>
        <pc:sldMkLst>
          <pc:docMk/>
          <pc:sldMk cId="2637942318" sldId="362"/>
        </pc:sldMkLst>
        <pc:spChg chg="mod">
          <ac:chgData name="Tanvir Ahmed" userId="5fa9bf89-1556-4927-a8e9-24c5d464f299" providerId="ADAL" clId="{1AA4345A-BCE0-4C06-BB87-746FC5FA3BB4}" dt="2026-02-14T14:06:41.165" v="1403" actId="313"/>
          <ac:spMkLst>
            <pc:docMk/>
            <pc:sldMk cId="2637942318" sldId="362"/>
            <ac:spMk id="2" creationId="{7434F992-F067-8F92-E64C-3F1A9E2ADEC6}"/>
          </ac:spMkLst>
        </pc:spChg>
        <pc:spChg chg="add mod">
          <ac:chgData name="Tanvir Ahmed" userId="5fa9bf89-1556-4927-a8e9-24c5d464f299" providerId="ADAL" clId="{1AA4345A-BCE0-4C06-BB87-746FC5FA3BB4}" dt="2026-02-14T14:10:49.359" v="1453" actId="1076"/>
          <ac:spMkLst>
            <pc:docMk/>
            <pc:sldMk cId="2637942318" sldId="362"/>
            <ac:spMk id="3" creationId="{10D48BCC-BA25-8317-90F6-68CF5881771C}"/>
          </ac:spMkLst>
        </pc:spChg>
        <pc:spChg chg="add mod">
          <ac:chgData name="Tanvir Ahmed" userId="5fa9bf89-1556-4927-a8e9-24c5d464f299" providerId="ADAL" clId="{1AA4345A-BCE0-4C06-BB87-746FC5FA3BB4}" dt="2026-02-14T14:11:01.641" v="1456" actId="1076"/>
          <ac:spMkLst>
            <pc:docMk/>
            <pc:sldMk cId="2637942318" sldId="362"/>
            <ac:spMk id="5" creationId="{93256A06-72E3-1F2E-7F96-D3C43BA85CB0}"/>
          </ac:spMkLst>
        </pc:spChg>
        <pc:spChg chg="mod">
          <ac:chgData name="Tanvir Ahmed" userId="5fa9bf89-1556-4927-a8e9-24c5d464f299" providerId="ADAL" clId="{1AA4345A-BCE0-4C06-BB87-746FC5FA3BB4}" dt="2026-02-14T14:09:00.769" v="1428" actId="404"/>
          <ac:spMkLst>
            <pc:docMk/>
            <pc:sldMk cId="2637942318" sldId="362"/>
            <ac:spMk id="11" creationId="{641BFBEF-0DE4-61B3-0622-BACAB4CF26D7}"/>
          </ac:spMkLst>
        </pc:spChg>
        <pc:picChg chg="add mod">
          <ac:chgData name="Tanvir Ahmed" userId="5fa9bf89-1556-4927-a8e9-24c5d464f299" providerId="ADAL" clId="{1AA4345A-BCE0-4C06-BB87-746FC5FA3BB4}" dt="2026-02-14T14:10:58.078" v="1455" actId="1076"/>
          <ac:picMkLst>
            <pc:docMk/>
            <pc:sldMk cId="2637942318" sldId="362"/>
            <ac:picMk id="1026" creationId="{B0FFCE0A-A4FC-8A23-C321-1452C1F57BD4}"/>
          </ac:picMkLst>
        </pc:picChg>
      </pc:sldChg>
      <pc:sldChg chg="addSp modSp add mod">
        <pc:chgData name="Tanvir Ahmed" userId="5fa9bf89-1556-4927-a8e9-24c5d464f299" providerId="ADAL" clId="{1AA4345A-BCE0-4C06-BB87-746FC5FA3BB4}" dt="2026-02-14T14:21:12.844" v="1539" actId="12"/>
        <pc:sldMkLst>
          <pc:docMk/>
          <pc:sldMk cId="4046494023" sldId="363"/>
        </pc:sldMkLst>
        <pc:spChg chg="add mod">
          <ac:chgData name="Tanvir Ahmed" userId="5fa9bf89-1556-4927-a8e9-24c5d464f299" providerId="ADAL" clId="{1AA4345A-BCE0-4C06-BB87-746FC5FA3BB4}" dt="2026-02-14T14:21:12.844" v="1539" actId="12"/>
          <ac:spMkLst>
            <pc:docMk/>
            <pc:sldMk cId="4046494023" sldId="363"/>
            <ac:spMk id="4" creationId="{9793E459-B216-1C5E-6D0B-53AC4BF29769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4T14:20:45.697" v="1535" actId="478"/>
        <pc:sldMkLst>
          <pc:docMk/>
          <pc:sldMk cId="1715152801" sldId="364"/>
        </pc:sldMkLst>
        <pc:spChg chg="mod">
          <ac:chgData name="Tanvir Ahmed" userId="5fa9bf89-1556-4927-a8e9-24c5d464f299" providerId="ADAL" clId="{1AA4345A-BCE0-4C06-BB87-746FC5FA3BB4}" dt="2026-02-14T14:18:41.196" v="1515" actId="113"/>
          <ac:spMkLst>
            <pc:docMk/>
            <pc:sldMk cId="1715152801" sldId="364"/>
            <ac:spMk id="3" creationId="{9A06CBAE-479C-E4ED-BB7D-62C905CF3FCA}"/>
          </ac:spMkLst>
        </pc:spChg>
        <pc:spChg chg="add mod">
          <ac:chgData name="Tanvir Ahmed" userId="5fa9bf89-1556-4927-a8e9-24c5d464f299" providerId="ADAL" clId="{1AA4345A-BCE0-4C06-BB87-746FC5FA3BB4}" dt="2026-02-14T14:18:28.558" v="1514" actId="1076"/>
          <ac:spMkLst>
            <pc:docMk/>
            <pc:sldMk cId="1715152801" sldId="364"/>
            <ac:spMk id="7" creationId="{EB488434-C6DE-D71C-E3E8-D1FB21AA28FF}"/>
          </ac:spMkLst>
        </pc:spChg>
        <pc:picChg chg="add mod">
          <ac:chgData name="Tanvir Ahmed" userId="5fa9bf89-1556-4927-a8e9-24c5d464f299" providerId="ADAL" clId="{1AA4345A-BCE0-4C06-BB87-746FC5FA3BB4}" dt="2026-02-14T14:18:13.360" v="1512" actId="1076"/>
          <ac:picMkLst>
            <pc:docMk/>
            <pc:sldMk cId="1715152801" sldId="364"/>
            <ac:picMk id="9" creationId="{D6BB789F-1E09-5D78-8EBA-8E751D769216}"/>
          </ac:picMkLst>
        </pc:picChg>
      </pc:sldChg>
      <pc:sldChg chg="modSp add mod">
        <pc:chgData name="Tanvir Ahmed" userId="5fa9bf89-1556-4927-a8e9-24c5d464f299" providerId="ADAL" clId="{1AA4345A-BCE0-4C06-BB87-746FC5FA3BB4}" dt="2026-02-14T14:21:06.417" v="1538" actId="12"/>
        <pc:sldMkLst>
          <pc:docMk/>
          <pc:sldMk cId="4175849903" sldId="365"/>
        </pc:sldMkLst>
        <pc:spChg chg="mod">
          <ac:chgData name="Tanvir Ahmed" userId="5fa9bf89-1556-4927-a8e9-24c5d464f299" providerId="ADAL" clId="{1AA4345A-BCE0-4C06-BB87-746FC5FA3BB4}" dt="2026-02-14T14:21:06.417" v="1538" actId="12"/>
          <ac:spMkLst>
            <pc:docMk/>
            <pc:sldMk cId="4175849903" sldId="365"/>
            <ac:spMk id="12" creationId="{0D720027-DD3A-047B-85FA-64F13EF156C2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4T14:23:13.297" v="1559" actId="478"/>
        <pc:sldMkLst>
          <pc:docMk/>
          <pc:sldMk cId="4019482969" sldId="366"/>
        </pc:sldMkLst>
        <pc:spChg chg="mod">
          <ac:chgData name="Tanvir Ahmed" userId="5fa9bf89-1556-4927-a8e9-24c5d464f299" providerId="ADAL" clId="{1AA4345A-BCE0-4C06-BB87-746FC5FA3BB4}" dt="2026-02-14T14:21:53.054" v="1544"/>
          <ac:spMkLst>
            <pc:docMk/>
            <pc:sldMk cId="4019482969" sldId="366"/>
            <ac:spMk id="3" creationId="{B7F06400-0419-C0E7-F99C-388F4B2A38CB}"/>
          </ac:spMkLst>
        </pc:spChg>
        <pc:spChg chg="add mod">
          <ac:chgData name="Tanvir Ahmed" userId="5fa9bf89-1556-4927-a8e9-24c5d464f299" providerId="ADAL" clId="{1AA4345A-BCE0-4C06-BB87-746FC5FA3BB4}" dt="2026-02-14T14:22:19.212" v="1554" actId="1076"/>
          <ac:spMkLst>
            <pc:docMk/>
            <pc:sldMk cId="4019482969" sldId="366"/>
            <ac:spMk id="5" creationId="{11D195FC-F74E-FE2C-69EF-021B16CFB7E6}"/>
          </ac:spMkLst>
        </pc:spChg>
        <pc:picChg chg="add mod">
          <ac:chgData name="Tanvir Ahmed" userId="5fa9bf89-1556-4927-a8e9-24c5d464f299" providerId="ADAL" clId="{1AA4345A-BCE0-4C06-BB87-746FC5FA3BB4}" dt="2026-02-14T14:23:07.711" v="1557" actId="1076"/>
          <ac:picMkLst>
            <pc:docMk/>
            <pc:sldMk cId="4019482969" sldId="366"/>
            <ac:picMk id="8" creationId="{35A17E66-C175-4FC4-38CF-E401401C07F8}"/>
          </ac:picMkLst>
        </pc:picChg>
      </pc:sldChg>
      <pc:sldChg chg="modSp add mod">
        <pc:chgData name="Tanvir Ahmed" userId="5fa9bf89-1556-4927-a8e9-24c5d464f299" providerId="ADAL" clId="{1AA4345A-BCE0-4C06-BB87-746FC5FA3BB4}" dt="2026-02-14T14:23:44.114" v="1564" actId="20577"/>
        <pc:sldMkLst>
          <pc:docMk/>
          <pc:sldMk cId="2255392595" sldId="367"/>
        </pc:sldMkLst>
        <pc:spChg chg="mod">
          <ac:chgData name="Tanvir Ahmed" userId="5fa9bf89-1556-4927-a8e9-24c5d464f299" providerId="ADAL" clId="{1AA4345A-BCE0-4C06-BB87-746FC5FA3BB4}" dt="2026-02-14T14:23:44.114" v="1564" actId="20577"/>
          <ac:spMkLst>
            <pc:docMk/>
            <pc:sldMk cId="2255392595" sldId="367"/>
            <ac:spMk id="12" creationId="{FD07E3C1-CA63-08E6-589B-0644BC171D5A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4T14:26:30.546" v="1592" actId="478"/>
        <pc:sldMkLst>
          <pc:docMk/>
          <pc:sldMk cId="178888203" sldId="368"/>
        </pc:sldMkLst>
        <pc:spChg chg="mod">
          <ac:chgData name="Tanvir Ahmed" userId="5fa9bf89-1556-4927-a8e9-24c5d464f299" providerId="ADAL" clId="{1AA4345A-BCE0-4C06-BB87-746FC5FA3BB4}" dt="2026-02-14T14:25:40.796" v="1577" actId="6549"/>
          <ac:spMkLst>
            <pc:docMk/>
            <pc:sldMk cId="178888203" sldId="368"/>
            <ac:spMk id="3" creationId="{4726138C-59AC-6EEE-3151-CDD5B0BAC798}"/>
          </ac:spMkLst>
        </pc:spChg>
        <pc:spChg chg="add mod">
          <ac:chgData name="Tanvir Ahmed" userId="5fa9bf89-1556-4927-a8e9-24c5d464f299" providerId="ADAL" clId="{1AA4345A-BCE0-4C06-BB87-746FC5FA3BB4}" dt="2026-02-14T14:25:54.747" v="1584" actId="1076"/>
          <ac:spMkLst>
            <pc:docMk/>
            <pc:sldMk cId="178888203" sldId="368"/>
            <ac:spMk id="6" creationId="{4E02923F-FFDD-3DA3-5FF7-616243343726}"/>
          </ac:spMkLst>
        </pc:spChg>
        <pc:picChg chg="add mod">
          <ac:chgData name="Tanvir Ahmed" userId="5fa9bf89-1556-4927-a8e9-24c5d464f299" providerId="ADAL" clId="{1AA4345A-BCE0-4C06-BB87-746FC5FA3BB4}" dt="2026-02-14T14:26:18.750" v="1588" actId="1076"/>
          <ac:picMkLst>
            <pc:docMk/>
            <pc:sldMk cId="178888203" sldId="368"/>
            <ac:picMk id="9" creationId="{40970399-53FE-85E5-71F5-CDEA3A5EEF48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4T14:29:41.314" v="1599" actId="22"/>
        <pc:sldMkLst>
          <pc:docMk/>
          <pc:sldMk cId="1212066052" sldId="369"/>
        </pc:sldMkLst>
        <pc:spChg chg="add del mod">
          <ac:chgData name="Tanvir Ahmed" userId="5fa9bf89-1556-4927-a8e9-24c5d464f299" providerId="ADAL" clId="{1AA4345A-BCE0-4C06-BB87-746FC5FA3BB4}" dt="2026-02-14T14:27:07.764" v="1597" actId="1076"/>
          <ac:spMkLst>
            <pc:docMk/>
            <pc:sldMk cId="1212066052" sldId="369"/>
            <ac:spMk id="12" creationId="{5D488F50-01BA-762C-5C4F-DEF4C289F82A}"/>
          </ac:spMkLst>
        </pc:spChg>
      </pc:sldChg>
      <pc:sldChg chg="modSp add mod ord">
        <pc:chgData name="Tanvir Ahmed" userId="5fa9bf89-1556-4927-a8e9-24c5d464f299" providerId="ADAL" clId="{1AA4345A-BCE0-4C06-BB87-746FC5FA3BB4}" dt="2026-02-14T14:30:03.666" v="1612" actId="20577"/>
        <pc:sldMkLst>
          <pc:docMk/>
          <pc:sldMk cId="1314173939" sldId="370"/>
        </pc:sldMkLst>
        <pc:spChg chg="mod">
          <ac:chgData name="Tanvir Ahmed" userId="5fa9bf89-1556-4927-a8e9-24c5d464f299" providerId="ADAL" clId="{1AA4345A-BCE0-4C06-BB87-746FC5FA3BB4}" dt="2026-02-14T14:30:03.666" v="1612" actId="20577"/>
          <ac:spMkLst>
            <pc:docMk/>
            <pc:sldMk cId="1314173939" sldId="370"/>
            <ac:spMk id="2" creationId="{CA3D3B62-BCD8-D1A1-1B21-7A21BB631A30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4T14:31:54.420" v="1660" actId="1076"/>
        <pc:sldMkLst>
          <pc:docMk/>
          <pc:sldMk cId="393658522" sldId="371"/>
        </pc:sldMkLst>
        <pc:spChg chg="mod">
          <ac:chgData name="Tanvir Ahmed" userId="5fa9bf89-1556-4927-a8e9-24c5d464f299" providerId="ADAL" clId="{1AA4345A-BCE0-4C06-BB87-746FC5FA3BB4}" dt="2026-02-14T14:30:28.906" v="1641" actId="20577"/>
          <ac:spMkLst>
            <pc:docMk/>
            <pc:sldMk cId="393658522" sldId="371"/>
            <ac:spMk id="2" creationId="{6BE1C02D-2B31-D7B8-DFD5-A5F0B3FDA3A3}"/>
          </ac:spMkLst>
        </pc:spChg>
        <pc:spChg chg="add mod">
          <ac:chgData name="Tanvir Ahmed" userId="5fa9bf89-1556-4927-a8e9-24c5d464f299" providerId="ADAL" clId="{1AA4345A-BCE0-4C06-BB87-746FC5FA3BB4}" dt="2026-02-14T14:31:54.420" v="1660" actId="1076"/>
          <ac:spMkLst>
            <pc:docMk/>
            <pc:sldMk cId="393658522" sldId="371"/>
            <ac:spMk id="5" creationId="{54E94B48-5081-7007-58FD-627C0ED0CD99}"/>
          </ac:spMkLst>
        </pc:spChg>
      </pc:sldChg>
      <pc:sldChg chg="addSp modSp add mod">
        <pc:chgData name="Tanvir Ahmed" userId="5fa9bf89-1556-4927-a8e9-24c5d464f299" providerId="ADAL" clId="{1AA4345A-BCE0-4C06-BB87-746FC5FA3BB4}" dt="2026-02-14T14:32:54.486" v="1668" actId="1076"/>
        <pc:sldMkLst>
          <pc:docMk/>
          <pc:sldMk cId="1425024510" sldId="372"/>
        </pc:sldMkLst>
        <pc:picChg chg="add mod">
          <ac:chgData name="Tanvir Ahmed" userId="5fa9bf89-1556-4927-a8e9-24c5d464f299" providerId="ADAL" clId="{1AA4345A-BCE0-4C06-BB87-746FC5FA3BB4}" dt="2026-02-14T14:32:54.486" v="1668" actId="1076"/>
          <ac:picMkLst>
            <pc:docMk/>
            <pc:sldMk cId="1425024510" sldId="372"/>
            <ac:picMk id="6" creationId="{790D7F1A-C5D9-9372-B531-B767F3763415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5T02:38:39.244" v="1767" actId="20577"/>
        <pc:sldMkLst>
          <pc:docMk/>
          <pc:sldMk cId="1750370288" sldId="373"/>
        </pc:sldMkLst>
        <pc:spChg chg="add mod">
          <ac:chgData name="Tanvir Ahmed" userId="5fa9bf89-1556-4927-a8e9-24c5d464f299" providerId="ADAL" clId="{1AA4345A-BCE0-4C06-BB87-746FC5FA3BB4}" dt="2026-02-15T02:38:39.244" v="1767" actId="20577"/>
          <ac:spMkLst>
            <pc:docMk/>
            <pc:sldMk cId="1750370288" sldId="373"/>
            <ac:spMk id="8" creationId="{3E2BF9BA-2D77-A60F-C88F-FDBBF3DF0160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5T02:39:30.618" v="1772" actId="123"/>
        <pc:sldMkLst>
          <pc:docMk/>
          <pc:sldMk cId="2198517485" sldId="374"/>
        </pc:sldMkLst>
        <pc:spChg chg="mod">
          <ac:chgData name="Tanvir Ahmed" userId="5fa9bf89-1556-4927-a8e9-24c5d464f299" providerId="ADAL" clId="{1AA4345A-BCE0-4C06-BB87-746FC5FA3BB4}" dt="2026-02-14T14:35:39.803" v="1753" actId="20577"/>
          <ac:spMkLst>
            <pc:docMk/>
            <pc:sldMk cId="2198517485" sldId="374"/>
            <ac:spMk id="2" creationId="{7A13C4F4-32D4-8F40-41BF-17CE2C3F2C19}"/>
          </ac:spMkLst>
        </pc:spChg>
        <pc:spChg chg="add mod">
          <ac:chgData name="Tanvir Ahmed" userId="5fa9bf89-1556-4927-a8e9-24c5d464f299" providerId="ADAL" clId="{1AA4345A-BCE0-4C06-BB87-746FC5FA3BB4}" dt="2026-02-15T02:39:24.016" v="1771" actId="123"/>
          <ac:spMkLst>
            <pc:docMk/>
            <pc:sldMk cId="2198517485" sldId="374"/>
            <ac:spMk id="3" creationId="{4E80BA2A-1853-1BB6-4033-669195224EC9}"/>
          </ac:spMkLst>
        </pc:spChg>
        <pc:spChg chg="mod">
          <ac:chgData name="Tanvir Ahmed" userId="5fa9bf89-1556-4927-a8e9-24c5d464f299" providerId="ADAL" clId="{1AA4345A-BCE0-4C06-BB87-746FC5FA3BB4}" dt="2026-02-15T02:39:30.618" v="1772" actId="123"/>
          <ac:spMkLst>
            <pc:docMk/>
            <pc:sldMk cId="2198517485" sldId="374"/>
            <ac:spMk id="4" creationId="{AD31E00D-982F-4C3A-BE60-F999ABF8E8EF}"/>
          </ac:spMkLst>
        </pc:spChg>
        <pc:spChg chg="mod">
          <ac:chgData name="Tanvir Ahmed" userId="5fa9bf89-1556-4927-a8e9-24c5d464f299" providerId="ADAL" clId="{1AA4345A-BCE0-4C06-BB87-746FC5FA3BB4}" dt="2026-02-15T02:39:11.456" v="1769" actId="14100"/>
          <ac:spMkLst>
            <pc:docMk/>
            <pc:sldMk cId="2198517485" sldId="374"/>
            <ac:spMk id="8" creationId="{8A82FC8C-AA8C-4074-A47A-8CE11E464C37}"/>
          </ac:spMkLst>
        </pc:spChg>
      </pc:sldChg>
      <pc:sldChg chg="addSp delSp modSp del mod">
        <pc:chgData name="Tanvir Ahmed" userId="5fa9bf89-1556-4927-a8e9-24c5d464f299" providerId="ADAL" clId="{1AA4345A-BCE0-4C06-BB87-746FC5FA3BB4}" dt="2026-02-15T02:41:17.472" v="1786" actId="2696"/>
        <pc:sldMkLst>
          <pc:docMk/>
          <pc:sldMk cId="2109904204" sldId="375"/>
        </pc:sldMkLst>
        <pc:spChg chg="mod">
          <ac:chgData name="Tanvir Ahmed" userId="5fa9bf89-1556-4927-a8e9-24c5d464f299" providerId="ADAL" clId="{1AA4345A-BCE0-4C06-BB87-746FC5FA3BB4}" dt="2026-02-15T02:40:46.121" v="1779" actId="14100"/>
          <ac:spMkLst>
            <pc:docMk/>
            <pc:sldMk cId="2109904204" sldId="375"/>
            <ac:spMk id="3" creationId="{4E80BA2A-1853-1BB6-4033-669195224EC9}"/>
          </ac:spMkLst>
        </pc:spChg>
        <pc:spChg chg="mod">
          <ac:chgData name="Tanvir Ahmed" userId="5fa9bf89-1556-4927-a8e9-24c5d464f299" providerId="ADAL" clId="{1AA4345A-BCE0-4C06-BB87-746FC5FA3BB4}" dt="2026-02-15T02:40:50.475" v="1780" actId="123"/>
          <ac:spMkLst>
            <pc:docMk/>
            <pc:sldMk cId="2109904204" sldId="375"/>
            <ac:spMk id="4" creationId="{AD31E00D-982F-4C3A-BE60-F999ABF8E8EF}"/>
          </ac:spMkLst>
        </pc:spChg>
        <pc:spChg chg="add del mod">
          <ac:chgData name="Tanvir Ahmed" userId="5fa9bf89-1556-4927-a8e9-24c5d464f299" providerId="ADAL" clId="{1AA4345A-BCE0-4C06-BB87-746FC5FA3BB4}" dt="2026-02-15T02:41:12.021" v="1784" actId="21"/>
          <ac:spMkLst>
            <pc:docMk/>
            <pc:sldMk cId="2109904204" sldId="375"/>
            <ac:spMk id="5" creationId="{D2EAE550-4BE0-4C83-9038-2DB8C3131735}"/>
          </ac:spMkLst>
        </pc:spChg>
        <pc:spChg chg="mod">
          <ac:chgData name="Tanvir Ahmed" userId="5fa9bf89-1556-4927-a8e9-24c5d464f299" providerId="ADAL" clId="{1AA4345A-BCE0-4C06-BB87-746FC5FA3BB4}" dt="2026-02-15T02:40:39.234" v="1777" actId="123"/>
          <ac:spMkLst>
            <pc:docMk/>
            <pc:sldMk cId="2109904204" sldId="375"/>
            <ac:spMk id="8" creationId="{8A82FC8C-AA8C-4074-A47A-8CE11E464C37}"/>
          </ac:spMkLst>
        </pc:spChg>
        <pc:picChg chg="del mod">
          <ac:chgData name="Tanvir Ahmed" userId="5fa9bf89-1556-4927-a8e9-24c5d464f299" providerId="ADAL" clId="{1AA4345A-BCE0-4C06-BB87-746FC5FA3BB4}" dt="2026-02-15T02:41:12.021" v="1784" actId="21"/>
          <ac:picMkLst>
            <pc:docMk/>
            <pc:sldMk cId="2109904204" sldId="375"/>
            <ac:picMk id="13" creationId="{CD044645-4AE7-4908-9166-C894C3725E31}"/>
          </ac:picMkLst>
        </pc:picChg>
      </pc:sldChg>
      <pc:sldChg chg="addSp modSp add">
        <pc:chgData name="Tanvir Ahmed" userId="5fa9bf89-1556-4927-a8e9-24c5d464f299" providerId="ADAL" clId="{1AA4345A-BCE0-4C06-BB87-746FC5FA3BB4}" dt="2026-02-15T02:41:14.236" v="1785"/>
        <pc:sldMkLst>
          <pc:docMk/>
          <pc:sldMk cId="4106097198" sldId="379"/>
        </pc:sldMkLst>
        <pc:spChg chg="add mod">
          <ac:chgData name="Tanvir Ahmed" userId="5fa9bf89-1556-4927-a8e9-24c5d464f299" providerId="ADAL" clId="{1AA4345A-BCE0-4C06-BB87-746FC5FA3BB4}" dt="2026-02-15T02:41:14.236" v="1785"/>
          <ac:spMkLst>
            <pc:docMk/>
            <pc:sldMk cId="4106097198" sldId="379"/>
            <ac:spMk id="5" creationId="{D2EAE550-4BE0-4C83-9038-2DB8C3131735}"/>
          </ac:spMkLst>
        </pc:spChg>
        <pc:picChg chg="add mod">
          <ac:chgData name="Tanvir Ahmed" userId="5fa9bf89-1556-4927-a8e9-24c5d464f299" providerId="ADAL" clId="{1AA4345A-BCE0-4C06-BB87-746FC5FA3BB4}" dt="2026-02-15T02:41:14.236" v="1785"/>
          <ac:picMkLst>
            <pc:docMk/>
            <pc:sldMk cId="4106097198" sldId="379"/>
            <ac:picMk id="13" creationId="{CD044645-4AE7-4908-9166-C894C3725E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775" y="723900"/>
            <a:ext cx="5124450" cy="34194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0576" y="623951"/>
            <a:ext cx="951865" cy="2238375"/>
          </a:xfrm>
          <a:custGeom>
            <a:avLst/>
            <a:gdLst/>
            <a:ahLst/>
            <a:cxnLst/>
            <a:rect l="l" t="t" r="r" b="b"/>
            <a:pathLst>
              <a:path w="951864" h="2238375">
                <a:moveTo>
                  <a:pt x="0" y="0"/>
                </a:moveTo>
                <a:lnTo>
                  <a:pt x="49392" y="30001"/>
                </a:lnTo>
                <a:lnTo>
                  <a:pt x="116722" y="65391"/>
                </a:lnTo>
                <a:lnTo>
                  <a:pt x="155755" y="85117"/>
                </a:lnTo>
                <a:lnTo>
                  <a:pt x="197644" y="106202"/>
                </a:lnTo>
                <a:lnTo>
                  <a:pt x="241844" y="128651"/>
                </a:lnTo>
                <a:lnTo>
                  <a:pt x="287814" y="152467"/>
                </a:lnTo>
                <a:lnTo>
                  <a:pt x="335010" y="177653"/>
                </a:lnTo>
                <a:lnTo>
                  <a:pt x="382889" y="204216"/>
                </a:lnTo>
                <a:lnTo>
                  <a:pt x="430907" y="232157"/>
                </a:lnTo>
                <a:lnTo>
                  <a:pt x="478523" y="261481"/>
                </a:lnTo>
                <a:lnTo>
                  <a:pt x="525193" y="292193"/>
                </a:lnTo>
                <a:lnTo>
                  <a:pt x="570374" y="324296"/>
                </a:lnTo>
                <a:lnTo>
                  <a:pt x="613523" y="357794"/>
                </a:lnTo>
                <a:lnTo>
                  <a:pt x="654096" y="392692"/>
                </a:lnTo>
                <a:lnTo>
                  <a:pt x="691552" y="428992"/>
                </a:lnTo>
                <a:lnTo>
                  <a:pt x="725346" y="466700"/>
                </a:lnTo>
                <a:lnTo>
                  <a:pt x="754936" y="505819"/>
                </a:lnTo>
                <a:lnTo>
                  <a:pt x="779779" y="546353"/>
                </a:lnTo>
                <a:lnTo>
                  <a:pt x="798813" y="583729"/>
                </a:lnTo>
                <a:lnTo>
                  <a:pt x="817099" y="623918"/>
                </a:lnTo>
                <a:lnTo>
                  <a:pt x="834560" y="666657"/>
                </a:lnTo>
                <a:lnTo>
                  <a:pt x="851119" y="711681"/>
                </a:lnTo>
                <a:lnTo>
                  <a:pt x="866698" y="758727"/>
                </a:lnTo>
                <a:lnTo>
                  <a:pt x="881220" y="807529"/>
                </a:lnTo>
                <a:lnTo>
                  <a:pt x="894606" y="857824"/>
                </a:lnTo>
                <a:lnTo>
                  <a:pt x="906780" y="909347"/>
                </a:lnTo>
                <a:lnTo>
                  <a:pt x="917664" y="961833"/>
                </a:lnTo>
                <a:lnTo>
                  <a:pt x="927180" y="1015020"/>
                </a:lnTo>
                <a:lnTo>
                  <a:pt x="935251" y="1068642"/>
                </a:lnTo>
                <a:lnTo>
                  <a:pt x="941799" y="1122435"/>
                </a:lnTo>
                <a:lnTo>
                  <a:pt x="946747" y="1176134"/>
                </a:lnTo>
                <a:lnTo>
                  <a:pt x="950017" y="1229476"/>
                </a:lnTo>
                <a:lnTo>
                  <a:pt x="951532" y="1282196"/>
                </a:lnTo>
                <a:lnTo>
                  <a:pt x="951215" y="1334030"/>
                </a:lnTo>
                <a:lnTo>
                  <a:pt x="948987" y="1384714"/>
                </a:lnTo>
                <a:lnTo>
                  <a:pt x="944771" y="1433983"/>
                </a:lnTo>
                <a:lnTo>
                  <a:pt x="938489" y="1481573"/>
                </a:lnTo>
                <a:lnTo>
                  <a:pt x="930065" y="1527219"/>
                </a:lnTo>
                <a:lnTo>
                  <a:pt x="919420" y="1570658"/>
                </a:lnTo>
                <a:lnTo>
                  <a:pt x="906477" y="1611626"/>
                </a:lnTo>
                <a:lnTo>
                  <a:pt x="891159" y="1649857"/>
                </a:lnTo>
                <a:lnTo>
                  <a:pt x="871047" y="1687844"/>
                </a:lnTo>
                <a:lnTo>
                  <a:pt x="845594" y="1724899"/>
                </a:lnTo>
                <a:lnTo>
                  <a:pt x="815321" y="1761000"/>
                </a:lnTo>
                <a:lnTo>
                  <a:pt x="780752" y="1796129"/>
                </a:lnTo>
                <a:lnTo>
                  <a:pt x="742408" y="1830263"/>
                </a:lnTo>
                <a:lnTo>
                  <a:pt x="700813" y="1863382"/>
                </a:lnTo>
                <a:lnTo>
                  <a:pt x="656490" y="1895465"/>
                </a:lnTo>
                <a:lnTo>
                  <a:pt x="609960" y="1926492"/>
                </a:lnTo>
                <a:lnTo>
                  <a:pt x="561746" y="1956443"/>
                </a:lnTo>
                <a:lnTo>
                  <a:pt x="512372" y="1985295"/>
                </a:lnTo>
                <a:lnTo>
                  <a:pt x="462359" y="2013029"/>
                </a:lnTo>
                <a:lnTo>
                  <a:pt x="412230" y="2039624"/>
                </a:lnTo>
                <a:lnTo>
                  <a:pt x="362509" y="2065059"/>
                </a:lnTo>
                <a:lnTo>
                  <a:pt x="313717" y="2089314"/>
                </a:lnTo>
                <a:lnTo>
                  <a:pt x="266377" y="2112367"/>
                </a:lnTo>
                <a:lnTo>
                  <a:pt x="221011" y="2134199"/>
                </a:lnTo>
                <a:lnTo>
                  <a:pt x="178144" y="2154789"/>
                </a:lnTo>
                <a:lnTo>
                  <a:pt x="138296" y="2174115"/>
                </a:lnTo>
                <a:lnTo>
                  <a:pt x="101991" y="2192157"/>
                </a:lnTo>
                <a:lnTo>
                  <a:pt x="69751" y="2208895"/>
                </a:lnTo>
                <a:lnTo>
                  <a:pt x="42099" y="2224308"/>
                </a:lnTo>
                <a:lnTo>
                  <a:pt x="19558" y="223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4409" y="1944623"/>
            <a:ext cx="1370965" cy="1442085"/>
          </a:xfrm>
          <a:custGeom>
            <a:avLst/>
            <a:gdLst/>
            <a:ahLst/>
            <a:cxnLst/>
            <a:rect l="l" t="t" r="r" b="b"/>
            <a:pathLst>
              <a:path w="1370964" h="1442085">
                <a:moveTo>
                  <a:pt x="1008253" y="976249"/>
                </a:moveTo>
                <a:lnTo>
                  <a:pt x="1000531" y="968883"/>
                </a:lnTo>
                <a:lnTo>
                  <a:pt x="938911" y="910082"/>
                </a:lnTo>
                <a:lnTo>
                  <a:pt x="930529" y="937361"/>
                </a:lnTo>
                <a:lnTo>
                  <a:pt x="171958" y="703961"/>
                </a:lnTo>
                <a:lnTo>
                  <a:pt x="163436" y="731266"/>
                </a:lnTo>
                <a:lnTo>
                  <a:pt x="922147" y="964666"/>
                </a:lnTo>
                <a:lnTo>
                  <a:pt x="913765" y="991997"/>
                </a:lnTo>
                <a:lnTo>
                  <a:pt x="1008253" y="976249"/>
                </a:lnTo>
                <a:close/>
              </a:path>
              <a:path w="1370964" h="1442085">
                <a:moveTo>
                  <a:pt x="1030605" y="1437640"/>
                </a:moveTo>
                <a:lnTo>
                  <a:pt x="1017473" y="1421765"/>
                </a:lnTo>
                <a:lnTo>
                  <a:pt x="969518" y="1363726"/>
                </a:lnTo>
                <a:lnTo>
                  <a:pt x="957961" y="1389824"/>
                </a:lnTo>
                <a:lnTo>
                  <a:pt x="11557" y="971296"/>
                </a:lnTo>
                <a:lnTo>
                  <a:pt x="0" y="997331"/>
                </a:lnTo>
                <a:lnTo>
                  <a:pt x="946391" y="1415986"/>
                </a:lnTo>
                <a:lnTo>
                  <a:pt x="934847" y="1442085"/>
                </a:lnTo>
                <a:lnTo>
                  <a:pt x="1030605" y="1437640"/>
                </a:lnTo>
                <a:close/>
              </a:path>
              <a:path w="1370964" h="1442085">
                <a:moveTo>
                  <a:pt x="1370838" y="22352"/>
                </a:moveTo>
                <a:lnTo>
                  <a:pt x="1277620" y="0"/>
                </a:lnTo>
                <a:lnTo>
                  <a:pt x="1284071" y="27736"/>
                </a:lnTo>
                <a:lnTo>
                  <a:pt x="40640" y="317119"/>
                </a:lnTo>
                <a:lnTo>
                  <a:pt x="47117" y="344932"/>
                </a:lnTo>
                <a:lnTo>
                  <a:pt x="1290574" y="55676"/>
                </a:lnTo>
                <a:lnTo>
                  <a:pt x="1297051" y="83439"/>
                </a:lnTo>
                <a:lnTo>
                  <a:pt x="1368221" y="24511"/>
                </a:lnTo>
                <a:lnTo>
                  <a:pt x="1370838" y="22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2576" y="179387"/>
            <a:ext cx="203644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136143"/>
            <a:ext cx="83623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7370" y="2125979"/>
            <a:ext cx="4449445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4802992"/>
            <a:ext cx="3215004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82001" y="4802992"/>
            <a:ext cx="11918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275625"/>
            <a:ext cx="1477645" cy="841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6768460" cy="727487"/>
          </a:xfrm>
        </p:spPr>
        <p:txBody>
          <a:bodyPr anchor="ctr">
            <a:noAutofit/>
          </a:bodyPr>
          <a:lstStyle/>
          <a:p>
            <a:r>
              <a:rPr lang="en-US" sz="2000" dirty="0"/>
              <a:t>ANN Building Blocks Feed Forward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19525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 dirty="0"/>
                        <a:t>Lecture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34F0-98BB-C795-57B8-A12263DB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56490D-C981-AA10-5B1E-D26BDB55D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A02F0-DC00-9856-F4E6-F4EF20C3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Feed Forward Propagation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0DFD3-0390-D70B-2CA9-8936FC57DA66}"/>
              </a:ext>
            </a:extLst>
          </p:cNvPr>
          <p:cNvSpPr txBox="1"/>
          <p:nvPr/>
        </p:nvSpPr>
        <p:spPr>
          <a:xfrm>
            <a:off x="5410200" y="1352550"/>
            <a:ext cx="342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Calculate the weighted sum for each neuron and pass through an activation function to trigger the neuron. </a:t>
            </a:r>
          </a:p>
          <a:p>
            <a:pPr algn="just"/>
            <a:r>
              <a:rPr lang="en-US" dirty="0"/>
              <a:t>The value of each neuron of hidden layer before activation is calculated as: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415464-DD19-067B-097A-D41D82E7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76350"/>
            <a:ext cx="437738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0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BA7F1-278A-B354-EE53-DECB2231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9CD663-BE0B-3533-59D5-2A3398552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9E611-85FF-7821-42E1-7C046749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Feed Forward Propagation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B3162-F247-5410-B76A-1D30844C8FF1}"/>
              </a:ext>
            </a:extLst>
          </p:cNvPr>
          <p:cNvSpPr txBox="1"/>
          <p:nvPr/>
        </p:nvSpPr>
        <p:spPr>
          <a:xfrm>
            <a:off x="5410200" y="1352550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weighted sum for each neuron and pass through an activation function to trigger the neuron. The value of each neuron of hidden layer before activation is given below: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C45282-4F22-7B7D-27D9-C64D7A187ED1}"/>
                  </a:ext>
                </a:extLst>
              </p:cNvPr>
              <p:cNvSpPr txBox="1"/>
              <p:nvPr/>
            </p:nvSpPr>
            <p:spPr>
              <a:xfrm>
                <a:off x="5867400" y="3486150"/>
                <a:ext cx="236220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i="1" smtClean="0"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C45282-4F22-7B7D-27D9-C64D7A187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486150"/>
                <a:ext cx="23622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B351831-EC76-7EBC-CC74-B91216F1F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276350"/>
            <a:ext cx="437738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F0D84-152A-2746-261F-0F4F7793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858A80-F6A2-EAF9-FC95-8BC6C2CAD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3BB79-C923-3B41-2BA9-C5A9A24A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Feed Forward Propagation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F0CC12-674C-1E1D-C07D-F00770C3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6242"/>
            <a:ext cx="5113465" cy="36636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759027-1E3C-84C5-B080-77FAD8390D3A}"/>
              </a:ext>
            </a:extLst>
          </p:cNvPr>
          <p:cNvSpPr txBox="1"/>
          <p:nvPr/>
        </p:nvSpPr>
        <p:spPr>
          <a:xfrm>
            <a:off x="5410200" y="1352550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weighted sum for each neuron and pass through an activation function to trigger the neuron. The value of each neuron of hidden layer before activation is given below: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339640-AA8B-3A2B-A06F-A3864B0B2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57" y="3624820"/>
            <a:ext cx="4474970" cy="11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1CB74-66A1-B1BB-A349-7BDA6C28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BA4F26-27B8-8A84-85E8-E9B490D13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4F992-F067-8F92-E64C-3F1A9E2A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1BFBEF-0DE4-61B3-0622-BACAB4CF26D7}"/>
              </a:ext>
            </a:extLst>
          </p:cNvPr>
          <p:cNvSpPr txBox="1"/>
          <p:nvPr/>
        </p:nvSpPr>
        <p:spPr>
          <a:xfrm>
            <a:off x="381000" y="89535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An activation function allows to confirm the output to some desired range. In other words, it can be asserted that a neuron should fire or not - in terms of the idea of a brain i.e. what happens when the output comes out from the neuron.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48BCC-BA25-8317-90F6-68CF5881771C}"/>
              </a:ext>
            </a:extLst>
          </p:cNvPr>
          <p:cNvSpPr txBox="1"/>
          <p:nvPr/>
        </p:nvSpPr>
        <p:spPr>
          <a:xfrm>
            <a:off x="484909" y="1667590"/>
            <a:ext cx="815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Step function</a:t>
            </a:r>
            <a:r>
              <a:rPr lang="en-US" sz="1400" dirty="0"/>
              <a:t>: The step or threshold activation function is a simple activation function that outputs a value of 1.0 for incoming values of  (threshold value) or higher and 0 for all other values. Step functions, also known as threshold functions, only return 1 (true) for values that are above the specified threshold.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256A06-72E3-1F2E-7F96-D3C43BA85CB0}"/>
                  </a:ext>
                </a:extLst>
              </p:cNvPr>
              <p:cNvSpPr txBox="1"/>
              <p:nvPr/>
            </p:nvSpPr>
            <p:spPr>
              <a:xfrm>
                <a:off x="2209800" y="2280771"/>
                <a:ext cx="1350818" cy="435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256A06-72E3-1F2E-7F96-D3C43BA85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280771"/>
                <a:ext cx="1350818" cy="435632"/>
              </a:xfrm>
              <a:prstGeom prst="rect">
                <a:avLst/>
              </a:prstGeom>
              <a:blipFill>
                <a:blip r:embed="rId2"/>
                <a:stretch>
                  <a:fillRect l="-9955" t="-175000" r="-4525" b="-25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0FFCE0A-A4FC-8A23-C321-1452C1F57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69735"/>
            <a:ext cx="36766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94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30633-23AE-8024-C4EF-6B4891D8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B4620-D9B2-CF14-F96A-DF7AB2F5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60937-2349-B0CA-4AA9-1F7142D8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B2E64-3F70-240F-F42C-7F52E8B96C05}"/>
              </a:ext>
            </a:extLst>
          </p:cNvPr>
          <p:cNvSpPr txBox="1"/>
          <p:nvPr/>
        </p:nvSpPr>
        <p:spPr>
          <a:xfrm>
            <a:off x="381000" y="89535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An activation function allows to confirm the output to some desired range. In other words, it can be asserted that a neuron should fire or not - in terms of the idea of a brain i.e. what happens when the output comes out from the neuron.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2E780-5E51-2EF5-2BFB-E516522C2274}"/>
              </a:ext>
            </a:extLst>
          </p:cNvPr>
          <p:cNvSpPr txBox="1"/>
          <p:nvPr/>
        </p:nvSpPr>
        <p:spPr>
          <a:xfrm>
            <a:off x="484909" y="1667590"/>
            <a:ext cx="815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Step function</a:t>
            </a:r>
            <a:r>
              <a:rPr lang="en-US" sz="1400" dirty="0"/>
              <a:t>: The step or threshold activation function is a simple activation function that outputs a value of 1.0 for incoming values of  (threshold value) or higher and 0 for all other values. Step functions, also known as threshold functions, only return 1 (true) for values that are above the specified threshold.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78EC97-05FA-F268-5ACC-09E60C898199}"/>
                  </a:ext>
                </a:extLst>
              </p:cNvPr>
              <p:cNvSpPr txBox="1"/>
              <p:nvPr/>
            </p:nvSpPr>
            <p:spPr>
              <a:xfrm>
                <a:off x="2209800" y="2280771"/>
                <a:ext cx="1350818" cy="435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78EC97-05FA-F268-5ACC-09E60C898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280771"/>
                <a:ext cx="1350818" cy="435632"/>
              </a:xfrm>
              <a:prstGeom prst="rect">
                <a:avLst/>
              </a:prstGeom>
              <a:blipFill>
                <a:blip r:embed="rId2"/>
                <a:stretch>
                  <a:fillRect l="-9955" t="-175000" r="-4525" b="-25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D096C9BD-10DE-A962-2DC4-FF44AF543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69735"/>
            <a:ext cx="36766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93E459-B216-1C5E-6D0B-53AC4BF29769}"/>
              </a:ext>
            </a:extLst>
          </p:cNvPr>
          <p:cNvSpPr txBox="1"/>
          <p:nvPr/>
        </p:nvSpPr>
        <p:spPr>
          <a:xfrm>
            <a:off x="4016086" y="3105150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is only </a:t>
            </a:r>
            <a:r>
              <a:rPr lang="en-US" b="1" dirty="0"/>
              <a:t>0 or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probability or confidence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step function has a </a:t>
            </a:r>
            <a:r>
              <a:rPr lang="en-US" b="1" dirty="0"/>
              <a:t>sharp jump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9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A1ADB-1D16-6E4E-D9E4-37E49780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9BAC3-0290-CABA-13CF-F1A5D03E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8CAA4-F040-7D95-BD07-B7E655B7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6CBAE-479C-E4ED-BB7D-62C905CF3FCA}"/>
              </a:ext>
            </a:extLst>
          </p:cNvPr>
          <p:cNvSpPr txBox="1"/>
          <p:nvPr/>
        </p:nvSpPr>
        <p:spPr>
          <a:xfrm>
            <a:off x="381000" y="862963"/>
            <a:ext cx="8153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Sigmoid</a:t>
            </a:r>
            <a:r>
              <a:rPr lang="en-US" sz="1400" dirty="0"/>
              <a:t>: it takes a real-valued number and squashes it into </a:t>
            </a:r>
            <a:r>
              <a:rPr lang="en-US" sz="1400" b="1" dirty="0"/>
              <a:t>range between 0 and 1</a:t>
            </a:r>
            <a:r>
              <a:rPr lang="en-US" sz="1400" dirty="0"/>
              <a:t>. Therefore, it is especially used for models where we have to predict the probability as an output. Since probability of anything exists only between the range of 0 and 1, sigmoid is the good choice.</a:t>
            </a:r>
          </a:p>
          <a:p>
            <a:pPr algn="just"/>
            <a:r>
              <a:rPr lang="en-US" sz="1400" dirty="0"/>
              <a:t>In particular, large negative numbers become 0 and large positive numbers become 1. The sigmoid function has seen frequent use historically.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488434-C6DE-D71C-E3E8-D1FB21AA28FF}"/>
                  </a:ext>
                </a:extLst>
              </p:cNvPr>
              <p:cNvSpPr txBox="1"/>
              <p:nvPr/>
            </p:nvSpPr>
            <p:spPr>
              <a:xfrm>
                <a:off x="3886200" y="1779944"/>
                <a:ext cx="1447800" cy="420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1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488434-C6DE-D71C-E3E8-D1FB21AA2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779944"/>
                <a:ext cx="1447800" cy="4203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6BB789F-1E09-5D78-8EBA-8E751D769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56" y="2245314"/>
            <a:ext cx="412490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5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8DC53-DB33-4262-34BF-1D6BA31C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9244F6-4CF1-67B6-9364-6E1C8F69D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926E1-9F34-EF66-8817-12441944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1F6B9-4F5A-9984-AD67-4AE75399F64D}"/>
              </a:ext>
            </a:extLst>
          </p:cNvPr>
          <p:cNvSpPr txBox="1"/>
          <p:nvPr/>
        </p:nvSpPr>
        <p:spPr>
          <a:xfrm>
            <a:off x="381000" y="862963"/>
            <a:ext cx="8153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Sigmoid</a:t>
            </a:r>
            <a:r>
              <a:rPr lang="en-US" sz="1400" dirty="0"/>
              <a:t>: it takes a real-valued number and squashes it into </a:t>
            </a:r>
            <a:r>
              <a:rPr lang="en-US" sz="1400" b="1" dirty="0"/>
              <a:t>range between 0 and 1</a:t>
            </a:r>
            <a:r>
              <a:rPr lang="en-US" sz="1400" dirty="0"/>
              <a:t>. Therefore, it is especially used for models where we have to predict the probability as an output. Since probability of anything exists only between the range of 0 and 1, sigmoid is the good choice.</a:t>
            </a:r>
          </a:p>
          <a:p>
            <a:pPr algn="just"/>
            <a:r>
              <a:rPr lang="en-US" sz="1400" dirty="0"/>
              <a:t>In particular, large negative numbers become 0 and large positive numbers become 1. The sigmoid function has seen frequent use historically.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DC5282-C9BE-46E1-33C9-1AE2132A5503}"/>
                  </a:ext>
                </a:extLst>
              </p:cNvPr>
              <p:cNvSpPr txBox="1"/>
              <p:nvPr/>
            </p:nvSpPr>
            <p:spPr>
              <a:xfrm>
                <a:off x="3886200" y="1779944"/>
                <a:ext cx="1447800" cy="420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1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DC5282-C9BE-46E1-33C9-1AE2132A5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779944"/>
                <a:ext cx="1447800" cy="4203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8ABC8F2-C03B-AA94-01A9-0FD6B7105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56" y="2245314"/>
            <a:ext cx="4124901" cy="2562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720027-DD3A-047B-85FA-64F13EF156C2}"/>
              </a:ext>
            </a:extLst>
          </p:cNvPr>
          <p:cNvSpPr txBox="1"/>
          <p:nvPr/>
        </p:nvSpPr>
        <p:spPr>
          <a:xfrm>
            <a:off x="4485409" y="2295312"/>
            <a:ext cx="4582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For very high or very low values of X, there is almost no change to the prediction that can result in the network refusing to learn </a:t>
            </a:r>
            <a:r>
              <a:rPr lang="en-US" dirty="0" err="1"/>
              <a:t>further,or</a:t>
            </a:r>
            <a:r>
              <a:rPr lang="en-US" dirty="0"/>
              <a:t> being too slow to reach an accurate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 not zero centered.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417584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84512-054E-6F68-7B50-C48A0091A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6FCA6-8E74-BF3A-9ABE-D7D266F68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F674A-65E9-7C4E-F003-5E112BC6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06400-0419-C0E7-F99C-388F4B2A38CB}"/>
              </a:ext>
            </a:extLst>
          </p:cNvPr>
          <p:cNvSpPr txBox="1"/>
          <p:nvPr/>
        </p:nvSpPr>
        <p:spPr>
          <a:xfrm>
            <a:off x="381000" y="862963"/>
            <a:ext cx="8153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Tanh</a:t>
            </a:r>
            <a:r>
              <a:rPr lang="en-US" sz="1400" dirty="0"/>
              <a:t>: The hyperbolic tangent function is also a prevalent activation function for neural networks that must output values in the range between </a:t>
            </a:r>
            <a:r>
              <a:rPr lang="en-US" sz="1400" b="1" dirty="0"/>
              <a:t>-1 and 1</a:t>
            </a:r>
            <a:r>
              <a:rPr lang="en-US" sz="1400" dirty="0"/>
              <a:t>. This activation function is simply the hyperbolic tangent (tanh) function, as shown in the following equation: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195FC-F74E-FE2C-69EF-021B16CFB7E6}"/>
                  </a:ext>
                </a:extLst>
              </p:cNvPr>
              <p:cNvSpPr txBox="1"/>
              <p:nvPr/>
            </p:nvSpPr>
            <p:spPr>
              <a:xfrm>
                <a:off x="5257800" y="1449220"/>
                <a:ext cx="1371600" cy="756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𝒕𝒂𝒏𝒉</m:t>
                            </m:r>
                            <m:d>
                              <m:d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e>
                            <m:r>
                              <a:rPr lang="en-US" sz="105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 lang="en-US" sz="105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sz="105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195FC-F74E-FE2C-69EF-021B16CFB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449220"/>
                <a:ext cx="1371600" cy="7562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5A17E66-C175-4FC4-38CF-E401401C0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1" y="2082445"/>
            <a:ext cx="4372585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8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3F692-E4AD-EB4B-26FE-DD79276D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B08CB7-E1EA-3904-8A67-CB0808AA8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31812-F2AF-3247-6062-07023B64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4E28B-37E4-0B62-A81A-030B963D84BC}"/>
              </a:ext>
            </a:extLst>
          </p:cNvPr>
          <p:cNvSpPr txBox="1"/>
          <p:nvPr/>
        </p:nvSpPr>
        <p:spPr>
          <a:xfrm>
            <a:off x="381000" y="862963"/>
            <a:ext cx="8153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Tanh</a:t>
            </a:r>
            <a:r>
              <a:rPr lang="en-US" sz="1400" dirty="0"/>
              <a:t>: The hyperbolic tangent function is also a prevalent activation function for neural networks that must output values in the range between </a:t>
            </a:r>
            <a:r>
              <a:rPr lang="en-US" sz="1400" b="1" dirty="0"/>
              <a:t>-1 and 1</a:t>
            </a:r>
            <a:r>
              <a:rPr lang="en-US" sz="1400" dirty="0"/>
              <a:t>. This activation function is simply the hyperbolic tangent (tanh) function, as shown in the following equation: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7E3C1-CA63-08E6-589B-0644BC171D5A}"/>
              </a:ext>
            </a:extLst>
          </p:cNvPr>
          <p:cNvSpPr txBox="1"/>
          <p:nvPr/>
        </p:nvSpPr>
        <p:spPr>
          <a:xfrm>
            <a:off x="4485409" y="2295312"/>
            <a:ext cx="4582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As for Sigmoid, Tanh is highly compute-intensive and suffers from saturation problem and thus vanishing gradient.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When the neuron reaches the minimum or maximum value of its range, that respectively correspond to -1 and 1, its derivative is equal to 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41034-21D9-33CD-0DB8-24ED68B193D0}"/>
                  </a:ext>
                </a:extLst>
              </p:cNvPr>
              <p:cNvSpPr txBox="1"/>
              <p:nvPr/>
            </p:nvSpPr>
            <p:spPr>
              <a:xfrm>
                <a:off x="5257800" y="1449220"/>
                <a:ext cx="1371600" cy="756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𝒕𝒂𝒏𝒉</m:t>
                            </m:r>
                            <m:d>
                              <m:d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e>
                            <m:r>
                              <a:rPr lang="en-US" sz="105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 lang="en-US" sz="105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05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5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05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sz="105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41034-21D9-33CD-0DB8-24ED68B19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449220"/>
                <a:ext cx="1371600" cy="7562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FCB741E-1913-2767-B20C-098C791F4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1" y="2082445"/>
            <a:ext cx="4372585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9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FAE56-3AA4-CE9C-0559-E5FEA80C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BFA54A-01F4-1D3F-C5F5-D4DE24E3E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A3F5F-502D-E851-D529-FB1CB636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6138C-59AC-6EEE-3151-CDD5B0BAC798}"/>
              </a:ext>
            </a:extLst>
          </p:cNvPr>
          <p:cNvSpPr txBox="1"/>
          <p:nvPr/>
        </p:nvSpPr>
        <p:spPr>
          <a:xfrm>
            <a:off x="381000" y="862963"/>
            <a:ext cx="8153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Rectified Linear Units (</a:t>
            </a:r>
            <a:r>
              <a:rPr lang="en-US" sz="1400" b="1" dirty="0" err="1"/>
              <a:t>ReLU</a:t>
            </a:r>
            <a:r>
              <a:rPr lang="en-US" sz="1400" b="1" dirty="0"/>
              <a:t>)</a:t>
            </a:r>
            <a:r>
              <a:rPr lang="en-US" sz="1400" dirty="0"/>
              <a:t>: </a:t>
            </a:r>
            <a:r>
              <a:rPr lang="en-US" sz="1600" dirty="0"/>
              <a:t>The Rectified Linear Unit has become very popular in the last few </a:t>
            </a:r>
            <a:r>
              <a:rPr lang="en-US" sz="1600" dirty="0" err="1"/>
              <a:t>years</a:t>
            </a:r>
            <a:r>
              <a:rPr lang="en-US" dirty="0" err="1"/>
              <a:t>.</a:t>
            </a:r>
            <a:r>
              <a:rPr lang="en-US" sz="1600" dirty="0" err="1"/>
              <a:t>Compared</a:t>
            </a:r>
            <a:r>
              <a:rPr lang="en-US" sz="1600" dirty="0"/>
              <a:t> to tanh/sigmoid neurons that involve expensive operations (exponentials, etc.), the </a:t>
            </a:r>
            <a:r>
              <a:rPr lang="en-US" sz="1600" dirty="0" err="1"/>
              <a:t>ReLU</a:t>
            </a:r>
            <a:r>
              <a:rPr lang="en-US" sz="1600" dirty="0"/>
              <a:t> can be implemented by simply thresholding a matrix of activations at zero.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02923F-FFDD-3DA3-5FF7-616243343726}"/>
                  </a:ext>
                </a:extLst>
              </p:cNvPr>
              <p:cNvSpPr txBox="1"/>
              <p:nvPr/>
            </p:nvSpPr>
            <p:spPr>
              <a:xfrm>
                <a:off x="2602667" y="1598052"/>
                <a:ext cx="2199409" cy="504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02923F-FFDD-3DA3-5FF7-616243343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667" y="1598052"/>
                <a:ext cx="2199409" cy="504305"/>
              </a:xfrm>
              <a:prstGeom prst="rect">
                <a:avLst/>
              </a:prstGeom>
              <a:blipFill>
                <a:blip r:embed="rId2"/>
                <a:stretch>
                  <a:fillRect t="-175904" b="-256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0970399-53FE-85E5-71F5-CDEA3A5E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2" y="2159860"/>
            <a:ext cx="4143953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76F41-D800-52AA-029E-E4CA3902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C4C0F9-7670-0AF8-77D9-27BFB210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194C1-80E5-0493-9BF5-4C56008A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EEDC1-EB92-185F-8F89-57B0E2640FD2}"/>
              </a:ext>
            </a:extLst>
          </p:cNvPr>
          <p:cNvSpPr txBox="1"/>
          <p:nvPr/>
        </p:nvSpPr>
        <p:spPr>
          <a:xfrm>
            <a:off x="381000" y="862963"/>
            <a:ext cx="81534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Rectified Linear Units (</a:t>
            </a:r>
            <a:r>
              <a:rPr lang="en-US" sz="1400" b="1" dirty="0" err="1"/>
              <a:t>ReLU</a:t>
            </a:r>
            <a:r>
              <a:rPr lang="en-US" sz="1400" b="1" dirty="0"/>
              <a:t>)</a:t>
            </a:r>
            <a:r>
              <a:rPr lang="en-US" sz="1400" dirty="0"/>
              <a:t>: The Rectified Linear Unit has become very popular in the last few </a:t>
            </a:r>
            <a:r>
              <a:rPr lang="en-US" sz="1400" dirty="0" err="1"/>
              <a:t>years.</a:t>
            </a:r>
            <a:r>
              <a:rPr lang="en-US" sz="1600" dirty="0" err="1"/>
              <a:t>Compared</a:t>
            </a:r>
            <a:r>
              <a:rPr lang="en-US" sz="1600" dirty="0"/>
              <a:t> to tanh/sigmoid neurons that involve expensive operations (exponentials, etc.), the </a:t>
            </a:r>
            <a:r>
              <a:rPr lang="en-US" sz="1600" dirty="0" err="1"/>
              <a:t>ReLU</a:t>
            </a:r>
            <a:r>
              <a:rPr lang="en-US" sz="1600" dirty="0"/>
              <a:t> can be implemented by simply thresholding a matrix of activations at zero.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88F50-01BA-762C-5C4F-DEF4C289F82A}"/>
              </a:ext>
            </a:extLst>
          </p:cNvPr>
          <p:cNvSpPr txBox="1"/>
          <p:nvPr/>
        </p:nvSpPr>
        <p:spPr>
          <a:xfrm>
            <a:off x="4485409" y="2126955"/>
            <a:ext cx="45823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Problems: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All the negative values become zero immediately which decreases the ability of the model to fit or train from the data properly. That means any negative input given to the </a:t>
            </a:r>
            <a:r>
              <a:rPr lang="en-US" dirty="0" err="1"/>
              <a:t>ReLU</a:t>
            </a:r>
            <a:r>
              <a:rPr lang="en-US" dirty="0"/>
              <a:t> activation function turns the value into zero immediately in the graph, which in turns affects the resulting graph by not mapping the negative values appropriately.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A03DA-9434-CBDD-009A-B1FF8BD91781}"/>
                  </a:ext>
                </a:extLst>
              </p:cNvPr>
              <p:cNvSpPr txBox="1"/>
              <p:nvPr/>
            </p:nvSpPr>
            <p:spPr>
              <a:xfrm>
                <a:off x="2602667" y="1598052"/>
                <a:ext cx="2199409" cy="504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200" b="1" i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A03DA-9434-CBDD-009A-B1FF8BD91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667" y="1598052"/>
                <a:ext cx="2199409" cy="504305"/>
              </a:xfrm>
              <a:prstGeom prst="rect">
                <a:avLst/>
              </a:prstGeom>
              <a:blipFill>
                <a:blip r:embed="rId2"/>
                <a:stretch>
                  <a:fillRect t="-175904" b="-256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B4831F3-33C4-6A79-3C7F-D151615D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2" y="2159860"/>
            <a:ext cx="4143953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66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76F41-D800-52AA-029E-E4CA3902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C4C0F9-7670-0AF8-77D9-27BFB210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194C1-80E5-0493-9BF5-4C56008A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Different Types Activation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EEDC1-EB92-185F-8F89-57B0E2640FD2}"/>
              </a:ext>
            </a:extLst>
          </p:cNvPr>
          <p:cNvSpPr txBox="1"/>
          <p:nvPr/>
        </p:nvSpPr>
        <p:spPr>
          <a:xfrm>
            <a:off x="381000" y="862963"/>
            <a:ext cx="815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 err="1"/>
              <a:t>Softmax</a:t>
            </a:r>
            <a:r>
              <a:rPr lang="en-US" sz="1400" b="1" dirty="0"/>
              <a:t>: </a:t>
            </a:r>
            <a:r>
              <a:rPr lang="en-US" sz="1400" dirty="0"/>
              <a:t>Usually, the </a:t>
            </a:r>
            <a:r>
              <a:rPr lang="en-US" sz="1400" dirty="0" err="1"/>
              <a:t>softmax</a:t>
            </a:r>
            <a:r>
              <a:rPr lang="en-US" sz="1400" dirty="0"/>
              <a:t> function is used in the output layer of a neural network. Classification neural networks typically employ the </a:t>
            </a:r>
            <a:r>
              <a:rPr lang="en-US" sz="1400" dirty="0" err="1"/>
              <a:t>softmax</a:t>
            </a:r>
            <a:r>
              <a:rPr lang="en-US" sz="1400" dirty="0"/>
              <a:t> function. The neuron that has the highest value claims the input as a member of its class. Because it is a preferable method, the </a:t>
            </a:r>
            <a:r>
              <a:rPr lang="en-US" sz="1400" dirty="0" err="1"/>
              <a:t>softmax</a:t>
            </a:r>
            <a:r>
              <a:rPr lang="en-US" sz="1400" dirty="0"/>
              <a:t> activation function forces the output of the neural network to represent the probability that the input falls into each of the classes. Without the </a:t>
            </a:r>
            <a:r>
              <a:rPr lang="en-US" sz="1400" dirty="0" err="1"/>
              <a:t>softmax</a:t>
            </a:r>
            <a:r>
              <a:rPr lang="en-US" sz="1400" dirty="0"/>
              <a:t>, the neuron's outputs are simply numeric values, with the highest indicating the winning class.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2B26D9-FF50-4B4C-BB81-C1607D43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12755"/>
            <a:ext cx="2164709" cy="8827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FAA57A-13A8-45ED-AEE9-578C23987519}"/>
              </a:ext>
            </a:extLst>
          </p:cNvPr>
          <p:cNvSpPr txBox="1"/>
          <p:nvPr/>
        </p:nvSpPr>
        <p:spPr>
          <a:xfrm>
            <a:off x="384387" y="2895543"/>
            <a:ext cx="7924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Here, the Z represents the values from the neurons of the output layer. The exponential acts as the non-linear function. Later these values are divided by the sum of exponential values in order to normalize and then convert them into probabilities.</a:t>
            </a:r>
          </a:p>
          <a:p>
            <a:pPr algn="just"/>
            <a:r>
              <a:rPr lang="en-US" sz="1400" dirty="0"/>
              <a:t>Note that, when the number of classes is two, it becomes the same as the sigmoid activation function. In other words, sigmoid is simply a variant of the </a:t>
            </a:r>
            <a:r>
              <a:rPr lang="en-US" sz="1400" dirty="0" err="1"/>
              <a:t>Softmax</a:t>
            </a:r>
            <a:r>
              <a:rPr lang="en-US" sz="1400" dirty="0"/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40561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F730F-ABB8-CDF3-F17A-9E613CC5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0566A-2C3E-60F4-90BA-BF43D9168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D3B62-BCD8-D1A1-1B21-7A21BB63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Recall of Feed Forward Propagation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F1EB5-05F7-D571-E048-4184BD8F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6242"/>
            <a:ext cx="5113465" cy="36636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0A9E69-54E0-0593-8AC3-7371BC342C5B}"/>
              </a:ext>
            </a:extLst>
          </p:cNvPr>
          <p:cNvSpPr txBox="1"/>
          <p:nvPr/>
        </p:nvSpPr>
        <p:spPr>
          <a:xfrm>
            <a:off x="5410200" y="1352550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weighted sum for each neuron and pass through an activation function to trigger the neuron. The value of each neuron of hidden layer before activation is given below: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5B3A8-BCE9-4C78-AAD5-BA8C0BED1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57" y="3624820"/>
            <a:ext cx="4474970" cy="11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73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CA0DA-8A7E-B825-1717-3ABF4B76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F04E43-19BB-A469-17C2-1CF75C6B9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1C02D-2B31-D7B8-DFD5-A5F0B3FD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Apply Sigmoid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E94B48-5081-7007-58FD-627C0ED0CD99}"/>
                  </a:ext>
                </a:extLst>
              </p:cNvPr>
              <p:cNvSpPr txBox="1"/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E94B48-5081-7007-58FD-627C0ED0C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077BDB2-C321-4723-A48E-3C0874DCB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9" y="1734708"/>
            <a:ext cx="392512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78F2E-65C6-2B64-D0A4-89298874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215AF0-2140-58E6-5A1D-F2D353228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22169-BDF9-6E72-307A-13CA5C00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Apply Sigmoid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64F96-0E95-9874-5B90-9AB7DB073E0E}"/>
                  </a:ext>
                </a:extLst>
              </p:cNvPr>
              <p:cNvSpPr txBox="1"/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64F96-0E95-9874-5B90-9AB7DB07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90D7F1A-C5D9-9372-B531-B767F3763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968" y="964406"/>
            <a:ext cx="3742349" cy="2674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68F90-8CEB-4B6C-8284-D1112B878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19" y="1734708"/>
            <a:ext cx="392512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2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D8A1A-E9B4-DCD9-5960-2CE71CD8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592232-8C30-8D86-79D7-D2EBD3EC2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05025-12BF-1F8E-2B69-AD2064F5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Apply Sigmoid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D2DC4F-14E3-F4AF-B8D3-35C8D3D20849}"/>
                  </a:ext>
                </a:extLst>
              </p:cNvPr>
              <p:cNvSpPr txBox="1"/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D2DC4F-14E3-F4AF-B8D3-35C8D3D20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913242"/>
                <a:ext cx="2362200" cy="688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A48DE50-2DA8-A340-07A7-4F4B93F88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968" y="964406"/>
            <a:ext cx="3742349" cy="26741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2BF9BA-2D77-A60F-C88F-FDBBF3DF0160}"/>
                  </a:ext>
                </a:extLst>
              </p:cNvPr>
              <p:cNvSpPr txBox="1"/>
              <p:nvPr/>
            </p:nvSpPr>
            <p:spPr>
              <a:xfrm>
                <a:off x="5007993" y="3972633"/>
                <a:ext cx="3831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Output node value:</a:t>
                </a:r>
              </a:p>
              <a:p>
                <a:endParaRPr lang="en-US" sz="11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= 0.73 ∗ 0.3 + 0.79 ∗ 0.5 + 0.69 ∗ 0.9 = 1.235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2BF9BA-2D77-A60F-C88F-FDBBF3DF0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993" y="3972633"/>
                <a:ext cx="3831207" cy="646331"/>
              </a:xfrm>
              <a:prstGeom prst="rect">
                <a:avLst/>
              </a:prstGeom>
              <a:blipFill>
                <a:blip r:embed="rId5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40A7FDD-FBBB-40E1-ABD0-88997C480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919" y="1734708"/>
            <a:ext cx="392512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70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A8277-B0AA-D751-BF77-A84C1BAC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DE449B-5CF0-557C-7F1A-F3DFACD8E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3C4F4-32D4-8F40-41BF-17CE2C3F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Loss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0BA2A-1853-1BB6-4033-669195224EC9}"/>
              </a:ext>
            </a:extLst>
          </p:cNvPr>
          <p:cNvSpPr txBox="1"/>
          <p:nvPr/>
        </p:nvSpPr>
        <p:spPr>
          <a:xfrm>
            <a:off x="381000" y="81915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Loss values </a:t>
            </a:r>
            <a:r>
              <a:rPr lang="en-US" dirty="0"/>
              <a:t>(alternatively called cost functions) are the values that we optimize for in a neural network. Goal of training → </a:t>
            </a:r>
            <a:r>
              <a:rPr lang="en-US" b="1" dirty="0"/>
              <a:t>Minimize the loss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1E00D-982F-4C3A-BE60-F999ABF8E8EF}"/>
              </a:ext>
            </a:extLst>
          </p:cNvPr>
          <p:cNvSpPr txBox="1"/>
          <p:nvPr/>
        </p:nvSpPr>
        <p:spPr>
          <a:xfrm>
            <a:off x="457200" y="158115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Loss Calculation for Continuous variable:</a:t>
            </a:r>
          </a:p>
          <a:p>
            <a:pPr algn="just"/>
            <a:r>
              <a:rPr lang="en-US" dirty="0"/>
              <a:t>Typically when the loss value is continuous its calculated as the mean square of the difference in actual and predicted value also known as </a:t>
            </a:r>
            <a:r>
              <a:rPr lang="en-US" b="1" i="1" dirty="0"/>
              <a:t>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BAE38-5AAC-483F-A0F0-E978E4D693AC}"/>
                  </a:ext>
                </a:extLst>
              </p:cNvPr>
              <p:cNvSpPr txBox="1"/>
              <p:nvPr/>
            </p:nvSpPr>
            <p:spPr>
              <a:xfrm>
                <a:off x="2753410" y="2620149"/>
                <a:ext cx="5715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In the preceding equation, 𝑦 is the actual output.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/>
                  <a:t> is the prediction computed by the network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BAE38-5AAC-483F-A0F0-E978E4D6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10" y="2620149"/>
                <a:ext cx="5715000" cy="584775"/>
              </a:xfrm>
              <a:prstGeom prst="rect">
                <a:avLst/>
              </a:prstGeom>
              <a:blipFill>
                <a:blip r:embed="rId3"/>
                <a:stretch>
                  <a:fillRect l="-640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A82FC8C-AA8C-4074-A47A-8CE11E464C37}"/>
              </a:ext>
            </a:extLst>
          </p:cNvPr>
          <p:cNvSpPr txBox="1"/>
          <p:nvPr/>
        </p:nvSpPr>
        <p:spPr>
          <a:xfrm>
            <a:off x="457200" y="3394329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Loss Calculation for Categorical value: </a:t>
            </a:r>
            <a:r>
              <a:rPr lang="en-US" dirty="0"/>
              <a:t>We will discuss in prediction of categorical data prediction.</a:t>
            </a:r>
            <a:endParaRPr lang="en-US" b="1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93FCCD-D68F-4E63-8AB5-A64C1C1D1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51" y="2639021"/>
            <a:ext cx="1813649" cy="6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17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B1477-E0FC-E072-75CC-E024A9D0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240D3A-3011-B61D-10E1-171EF0F1B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BB263-4E23-E9F1-352F-DFAD5E69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Loss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9AF50-F168-5579-F60C-ACF33523700B}"/>
              </a:ext>
            </a:extLst>
          </p:cNvPr>
          <p:cNvSpPr txBox="1"/>
          <p:nvPr/>
        </p:nvSpPr>
        <p:spPr>
          <a:xfrm>
            <a:off x="381000" y="81915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Loss values </a:t>
            </a:r>
            <a:r>
              <a:rPr lang="en-US" dirty="0"/>
              <a:t>(alternatively called cost functions) are the values that we optimize for in a neural network. Goal of training → </a:t>
            </a:r>
            <a:r>
              <a:rPr lang="en-US" b="1" dirty="0"/>
              <a:t>Minimize the loss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C5D3-B5D6-ECB2-ED3D-BC58F397CD75}"/>
              </a:ext>
            </a:extLst>
          </p:cNvPr>
          <p:cNvSpPr txBox="1"/>
          <p:nvPr/>
        </p:nvSpPr>
        <p:spPr>
          <a:xfrm>
            <a:off x="457200" y="158115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Loss Calculation for Continuous variable:</a:t>
            </a:r>
          </a:p>
          <a:p>
            <a:pPr algn="just"/>
            <a:r>
              <a:rPr lang="en-US" dirty="0"/>
              <a:t>Typically when the loss value is continuous its calculated as the mean square of the difference in actual and predicted value also known as </a:t>
            </a:r>
            <a:r>
              <a:rPr lang="en-US" b="1" i="1" dirty="0"/>
              <a:t>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8840DD-457D-2E73-0223-2ECA5567ABC8}"/>
                  </a:ext>
                </a:extLst>
              </p:cNvPr>
              <p:cNvSpPr txBox="1"/>
              <p:nvPr/>
            </p:nvSpPr>
            <p:spPr>
              <a:xfrm>
                <a:off x="2753410" y="2620149"/>
                <a:ext cx="5715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In the preceding equation, 𝑦 is the actual output.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/>
                  <a:t> is the prediction computed by the network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8840DD-457D-2E73-0223-2ECA5567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10" y="2620149"/>
                <a:ext cx="5715000" cy="584775"/>
              </a:xfrm>
              <a:prstGeom prst="rect">
                <a:avLst/>
              </a:prstGeom>
              <a:blipFill>
                <a:blip r:embed="rId2"/>
                <a:stretch>
                  <a:fillRect l="-640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B87708-AB12-27A5-B2B1-EDF22E1B2B89}"/>
              </a:ext>
            </a:extLst>
          </p:cNvPr>
          <p:cNvSpPr txBox="1"/>
          <p:nvPr/>
        </p:nvSpPr>
        <p:spPr>
          <a:xfrm>
            <a:off x="457200" y="3394329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Loss Calculation for Categorical value: </a:t>
            </a:r>
            <a:r>
              <a:rPr lang="en-US" dirty="0"/>
              <a:t>We will discuss in prediction of categorical data prediction.</a:t>
            </a:r>
            <a:endParaRPr lang="en-US" b="1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60C04-0F63-9B4A-4D22-DA0D9D3E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51" y="2639021"/>
            <a:ext cx="1813649" cy="639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EAE550-4BE0-4C83-9038-2DB8C3131735}"/>
              </a:ext>
            </a:extLst>
          </p:cNvPr>
          <p:cNvSpPr txBox="1"/>
          <p:nvPr/>
        </p:nvSpPr>
        <p:spPr>
          <a:xfrm>
            <a:off x="301869" y="4317659"/>
            <a:ext cx="4577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our case: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044645-4AE7-4908-9166-C894C3725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4" y="4284052"/>
            <a:ext cx="3143955" cy="46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97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A8277-B0AA-D751-BF77-A84C1BAC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DE449B-5CF0-557C-7F1A-F3DFACD8E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3C4F4-32D4-8F40-41BF-17CE2C3F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Implementation of Feed Forward and Loss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26FBB-2B6B-4D99-87EC-B99A80A9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7" y="1439249"/>
            <a:ext cx="5036368" cy="24455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2028DC-CAC8-4161-A4C2-9A3F2BCEB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869" y="1242514"/>
            <a:ext cx="3513562" cy="28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68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A8277-B0AA-D751-BF77-A84C1BAC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DE449B-5CF0-557C-7F1A-F3DFACD8E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3C4F4-32D4-8F40-41BF-17CE2C3F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Implementation of Feed Forward and Loss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AAA16-76E8-49DD-B6D0-7EFE7FCFF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57209"/>
            <a:ext cx="8305800" cy="15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2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1429</Words>
  <Application>Microsoft Office PowerPoint</Application>
  <PresentationFormat>On-screen Show (16:9)</PresentationFormat>
  <Paragraphs>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Tahoma</vt:lpstr>
      <vt:lpstr>Wingdings</vt:lpstr>
      <vt:lpstr>Office Theme</vt:lpstr>
      <vt:lpstr>ANN Building Blocks Feed Forward</vt:lpstr>
      <vt:lpstr>Feed Forward Propagation</vt:lpstr>
      <vt:lpstr>Feed Forward Propagation</vt:lpstr>
      <vt:lpstr>Feed Forward Propagation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Different Types Activation Functions</vt:lpstr>
      <vt:lpstr>Recall of Feed Forward Propagation</vt:lpstr>
      <vt:lpstr>Apply Sigmoid Activation</vt:lpstr>
      <vt:lpstr>Apply Sigmoid Activation</vt:lpstr>
      <vt:lpstr>Apply Sigmoid Activation</vt:lpstr>
      <vt:lpstr>Loss Values</vt:lpstr>
      <vt:lpstr>Loss Values</vt:lpstr>
      <vt:lpstr>Implementation of Feed Forward and Loss</vt:lpstr>
      <vt:lpstr>Implementation of Feed Forward and Loss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Image Classification with Linear Classifiers</dc:title>
  <cp:lastModifiedBy>Tanvir Ahmed</cp:lastModifiedBy>
  <cp:revision>10</cp:revision>
  <dcterms:created xsi:type="dcterms:W3CDTF">2026-01-16T14:01:30Z</dcterms:created>
  <dcterms:modified xsi:type="dcterms:W3CDTF">2026-02-16T08:35:21Z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