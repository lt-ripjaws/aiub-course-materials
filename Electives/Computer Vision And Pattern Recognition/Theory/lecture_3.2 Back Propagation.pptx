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8" r:id="rId2"/>
    <p:sldId id="434" r:id="rId3"/>
    <p:sldId id="374" r:id="rId4"/>
    <p:sldId id="395" r:id="rId5"/>
    <p:sldId id="381" r:id="rId6"/>
    <p:sldId id="419" r:id="rId7"/>
    <p:sldId id="385" r:id="rId8"/>
    <p:sldId id="392" r:id="rId9"/>
    <p:sldId id="433" r:id="rId10"/>
    <p:sldId id="417" r:id="rId11"/>
    <p:sldId id="418" r:id="rId12"/>
    <p:sldId id="420" r:id="rId13"/>
    <p:sldId id="421" r:id="rId14"/>
    <p:sldId id="422" r:id="rId15"/>
    <p:sldId id="423" r:id="rId16"/>
    <p:sldId id="424" r:id="rId17"/>
    <p:sldId id="425" r:id="rId18"/>
    <p:sldId id="426" r:id="rId19"/>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7AC60A-5669-4BBB-B9D0-08EF27E00CF8}" v="14" dt="2026-02-18T03:10:37.605"/>
    <p1510:client id="{AA3E9919-545E-4FC7-9FD2-3E977CE98C22}" v="813" dt="2026-02-17T04:37:35.17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38" d="100"/>
          <a:sy n="138" d="100"/>
        </p:scale>
        <p:origin x="834" y="120"/>
      </p:cViewPr>
      <p:guideLst>
        <p:guide orient="horz" pos="2880"/>
        <p:guide pos="216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ir Ahmed" userId="5fa9bf89-1556-4927-a8e9-24c5d464f299" providerId="ADAL" clId="{51FA6BC9-7989-4C4F-B601-B4A054E056FB}"/>
    <pc:docChg chg="undo redo custSel addSld delSld modSld">
      <pc:chgData name="Tanvir Ahmed" userId="5fa9bf89-1556-4927-a8e9-24c5d464f299" providerId="ADAL" clId="{51FA6BC9-7989-4C4F-B601-B4A054E056FB}" dt="2026-02-16T14:28:07.157" v="877" actId="20577"/>
      <pc:docMkLst>
        <pc:docMk/>
      </pc:docMkLst>
      <pc:sldChg chg="modSp mod">
        <pc:chgData name="Tanvir Ahmed" userId="5fa9bf89-1556-4927-a8e9-24c5d464f299" providerId="ADAL" clId="{51FA6BC9-7989-4C4F-B601-B4A054E056FB}" dt="2026-02-14T16:27:30.779" v="512" actId="20577"/>
        <pc:sldMkLst>
          <pc:docMk/>
          <pc:sldMk cId="700707328" sldId="358"/>
        </pc:sldMkLst>
        <pc:spChg chg="mod">
          <ac:chgData name="Tanvir Ahmed" userId="5fa9bf89-1556-4927-a8e9-24c5d464f299" providerId="ADAL" clId="{51FA6BC9-7989-4C4F-B601-B4A054E056FB}" dt="2026-02-14T16:27:30.779" v="512" actId="20577"/>
          <ac:spMkLst>
            <pc:docMk/>
            <pc:sldMk cId="700707328" sldId="358"/>
            <ac:spMk id="2" creationId="{00000000-0000-0000-0000-000000000000}"/>
          </ac:spMkLst>
        </pc:spChg>
      </pc:sldChg>
      <pc:sldChg chg="modAnim">
        <pc:chgData name="Tanvir Ahmed" userId="5fa9bf89-1556-4927-a8e9-24c5d464f299" providerId="ADAL" clId="{51FA6BC9-7989-4C4F-B601-B4A054E056FB}" dt="2026-02-16T13:54:29.467" v="695"/>
        <pc:sldMkLst>
          <pc:docMk/>
          <pc:sldMk cId="2165923773" sldId="374"/>
        </pc:sldMkLst>
      </pc:sldChg>
      <pc:sldChg chg="modAnim">
        <pc:chgData name="Tanvir Ahmed" userId="5fa9bf89-1556-4927-a8e9-24c5d464f299" providerId="ADAL" clId="{51FA6BC9-7989-4C4F-B601-B4A054E056FB}" dt="2026-02-16T13:27:07.296" v="614"/>
        <pc:sldMkLst>
          <pc:docMk/>
          <pc:sldMk cId="2080196477" sldId="381"/>
        </pc:sldMkLst>
      </pc:sldChg>
      <pc:sldChg chg="modAnim">
        <pc:chgData name="Tanvir Ahmed" userId="5fa9bf89-1556-4927-a8e9-24c5d464f299" providerId="ADAL" clId="{51FA6BC9-7989-4C4F-B601-B4A054E056FB}" dt="2026-02-16T13:56:19.254" v="698"/>
        <pc:sldMkLst>
          <pc:docMk/>
          <pc:sldMk cId="3748803015" sldId="385"/>
        </pc:sldMkLst>
      </pc:sldChg>
      <pc:sldChg chg="modSp mod modAnim">
        <pc:chgData name="Tanvir Ahmed" userId="5fa9bf89-1556-4927-a8e9-24c5d464f299" providerId="ADAL" clId="{51FA6BC9-7989-4C4F-B601-B4A054E056FB}" dt="2026-02-16T14:01:33.564" v="727"/>
        <pc:sldMkLst>
          <pc:docMk/>
          <pc:sldMk cId="2538134248" sldId="392"/>
        </pc:sldMkLst>
        <pc:spChg chg="mod">
          <ac:chgData name="Tanvir Ahmed" userId="5fa9bf89-1556-4927-a8e9-24c5d464f299" providerId="ADAL" clId="{51FA6BC9-7989-4C4F-B601-B4A054E056FB}" dt="2026-02-16T13:59:13.117" v="709" actId="1076"/>
          <ac:spMkLst>
            <pc:docMk/>
            <pc:sldMk cId="2538134248" sldId="392"/>
            <ac:spMk id="11" creationId="{F65FE4A2-307D-4363-72A5-EB8C034E1876}"/>
          </ac:spMkLst>
        </pc:spChg>
      </pc:sldChg>
      <pc:sldChg chg="modAnim">
        <pc:chgData name="Tanvir Ahmed" userId="5fa9bf89-1556-4927-a8e9-24c5d464f299" providerId="ADAL" clId="{51FA6BC9-7989-4C4F-B601-B4A054E056FB}" dt="2026-02-16T13:25:36.078" v="607"/>
        <pc:sldMkLst>
          <pc:docMk/>
          <pc:sldMk cId="4080165371" sldId="395"/>
        </pc:sldMkLst>
      </pc:sldChg>
      <pc:sldChg chg="addSp modSp mod modAnim">
        <pc:chgData name="Tanvir Ahmed" userId="5fa9bf89-1556-4927-a8e9-24c5d464f299" providerId="ADAL" clId="{51FA6BC9-7989-4C4F-B601-B4A054E056FB}" dt="2026-02-16T14:28:07.157" v="877" actId="20577"/>
        <pc:sldMkLst>
          <pc:docMk/>
          <pc:sldMk cId="3785344789" sldId="417"/>
        </pc:sldMkLst>
        <pc:spChg chg="mod">
          <ac:chgData name="Tanvir Ahmed" userId="5fa9bf89-1556-4927-a8e9-24c5d464f299" providerId="ADAL" clId="{51FA6BC9-7989-4C4F-B601-B4A054E056FB}" dt="2026-02-16T14:26:49.593" v="865" actId="14100"/>
          <ac:spMkLst>
            <pc:docMk/>
            <pc:sldMk cId="3785344789" sldId="417"/>
            <ac:spMk id="2" creationId="{6D16A369-5B1A-71A9-D941-FC6B010E410A}"/>
          </ac:spMkLst>
        </pc:spChg>
        <pc:spChg chg="mod">
          <ac:chgData name="Tanvir Ahmed" userId="5fa9bf89-1556-4927-a8e9-24c5d464f299" providerId="ADAL" clId="{51FA6BC9-7989-4C4F-B601-B4A054E056FB}" dt="2026-02-16T14:28:07.157" v="877" actId="20577"/>
          <ac:spMkLst>
            <pc:docMk/>
            <pc:sldMk cId="3785344789" sldId="417"/>
            <ac:spMk id="9" creationId="{03C70611-E0FB-3ADE-98E2-F6FE0D421A1E}"/>
          </ac:spMkLst>
        </pc:spChg>
        <pc:spChg chg="add mod">
          <ac:chgData name="Tanvir Ahmed" userId="5fa9bf89-1556-4927-a8e9-24c5d464f299" providerId="ADAL" clId="{51FA6BC9-7989-4C4F-B601-B4A054E056FB}" dt="2026-02-16T14:03:34.715" v="736" actId="14100"/>
          <ac:spMkLst>
            <pc:docMk/>
            <pc:sldMk cId="3785344789" sldId="417"/>
            <ac:spMk id="26" creationId="{A222D47D-6471-4D8A-9841-B6AF836ADFC1}"/>
          </ac:spMkLst>
        </pc:spChg>
      </pc:sldChg>
      <pc:sldChg chg="addSp modSp mod modAnim">
        <pc:chgData name="Tanvir Ahmed" userId="5fa9bf89-1556-4927-a8e9-24c5d464f299" providerId="ADAL" clId="{51FA6BC9-7989-4C4F-B601-B4A054E056FB}" dt="2026-02-16T13:33:10.456" v="632"/>
        <pc:sldMkLst>
          <pc:docMk/>
          <pc:sldMk cId="1710491251" sldId="419"/>
        </pc:sldMkLst>
        <pc:spChg chg="mod">
          <ac:chgData name="Tanvir Ahmed" userId="5fa9bf89-1556-4927-a8e9-24c5d464f299" providerId="ADAL" clId="{51FA6BC9-7989-4C4F-B601-B4A054E056FB}" dt="2026-02-16T13:32:17.459" v="626" actId="21"/>
          <ac:spMkLst>
            <pc:docMk/>
            <pc:sldMk cId="1710491251" sldId="419"/>
            <ac:spMk id="3" creationId="{C4D10275-5B66-5781-C45A-23267A3EB473}"/>
          </ac:spMkLst>
        </pc:spChg>
        <pc:spChg chg="add mod">
          <ac:chgData name="Tanvir Ahmed" userId="5fa9bf89-1556-4927-a8e9-24c5d464f299" providerId="ADAL" clId="{51FA6BC9-7989-4C4F-B601-B4A054E056FB}" dt="2026-02-16T13:32:39.651" v="631" actId="1076"/>
          <ac:spMkLst>
            <pc:docMk/>
            <pc:sldMk cId="1710491251" sldId="419"/>
            <ac:spMk id="4" creationId="{DAA635A0-7717-4CE0-AC08-166A5C15D745}"/>
          </ac:spMkLst>
        </pc:spChg>
      </pc:sldChg>
      <pc:sldChg chg="addSp delSp modSp mod modAnim">
        <pc:chgData name="Tanvir Ahmed" userId="5fa9bf89-1556-4927-a8e9-24c5d464f299" providerId="ADAL" clId="{51FA6BC9-7989-4C4F-B601-B4A054E056FB}" dt="2026-02-16T13:48:06.869" v="692"/>
        <pc:sldMkLst>
          <pc:docMk/>
          <pc:sldMk cId="3160162932" sldId="433"/>
        </pc:sldMkLst>
        <pc:spChg chg="add mod">
          <ac:chgData name="Tanvir Ahmed" userId="5fa9bf89-1556-4927-a8e9-24c5d464f299" providerId="ADAL" clId="{51FA6BC9-7989-4C4F-B601-B4A054E056FB}" dt="2026-02-16T13:47:44.875" v="689" actId="13822"/>
          <ac:spMkLst>
            <pc:docMk/>
            <pc:sldMk cId="3160162932" sldId="433"/>
            <ac:spMk id="12" creationId="{F062CC73-2D4D-4066-8720-819BB068093C}"/>
          </ac:spMkLst>
        </pc:spChg>
        <pc:spChg chg="add mod">
          <ac:chgData name="Tanvir Ahmed" userId="5fa9bf89-1556-4927-a8e9-24c5d464f299" providerId="ADAL" clId="{51FA6BC9-7989-4C4F-B601-B4A054E056FB}" dt="2026-02-16T13:47:54.159" v="691" actId="13822"/>
          <ac:spMkLst>
            <pc:docMk/>
            <pc:sldMk cId="3160162932" sldId="433"/>
            <ac:spMk id="18" creationId="{DD5092EE-D63E-4559-8124-095E862921DC}"/>
          </ac:spMkLst>
        </pc:spChg>
      </pc:sldChg>
    </pc:docChg>
  </pc:docChgLst>
  <pc:docChgLst>
    <pc:chgData name="Tanvir Ahmed" userId="5fa9bf89-1556-4927-a8e9-24c5d464f299" providerId="ADAL" clId="{AE83358B-5FE0-4F9E-9137-F39B1506DA04}"/>
    <pc:docChg chg="undo redo custSel addSld delSld modSld sldOrd">
      <pc:chgData name="Tanvir Ahmed" userId="5fa9bf89-1556-4927-a8e9-24c5d464f299" providerId="ADAL" clId="{AE83358B-5FE0-4F9E-9137-F39B1506DA04}" dt="2026-02-17T04:57:05.041" v="2132" actId="20577"/>
      <pc:docMkLst>
        <pc:docMk/>
      </pc:docMkLst>
      <pc:sldChg chg="modSp mod">
        <pc:chgData name="Tanvir Ahmed" userId="5fa9bf89-1556-4927-a8e9-24c5d464f299" providerId="ADAL" clId="{AE83358B-5FE0-4F9E-9137-F39B1506DA04}" dt="2026-02-15T05:51:10.646" v="23" actId="20577"/>
        <pc:sldMkLst>
          <pc:docMk/>
          <pc:sldMk cId="700707328" sldId="358"/>
        </pc:sldMkLst>
        <pc:spChg chg="mod">
          <ac:chgData name="Tanvir Ahmed" userId="5fa9bf89-1556-4927-a8e9-24c5d464f299" providerId="ADAL" clId="{AE83358B-5FE0-4F9E-9137-F39B1506DA04}" dt="2026-02-15T05:51:10.646" v="23" actId="20577"/>
          <ac:spMkLst>
            <pc:docMk/>
            <pc:sldMk cId="700707328" sldId="358"/>
            <ac:spMk id="2" creationId="{00000000-0000-0000-0000-000000000000}"/>
          </ac:spMkLst>
        </pc:spChg>
        <pc:graphicFrameChg chg="modGraphic">
          <ac:chgData name="Tanvir Ahmed" userId="5fa9bf89-1556-4927-a8e9-24c5d464f299" providerId="ADAL" clId="{AE83358B-5FE0-4F9E-9137-F39B1506DA04}" dt="2026-02-15T05:50:59.402" v="4" actId="20577"/>
          <ac:graphicFrameMkLst>
            <pc:docMk/>
            <pc:sldMk cId="700707328" sldId="358"/>
            <ac:graphicFrameMk id="7" creationId="{29FF08AD-7519-4C4A-8E0D-640DF5BB5E58}"/>
          </ac:graphicFrameMkLst>
        </pc:graphicFrameChg>
      </pc:sldChg>
      <pc:sldChg chg="addSp delSp modSp add mod">
        <pc:chgData name="Tanvir Ahmed" userId="5fa9bf89-1556-4927-a8e9-24c5d464f299" providerId="ADAL" clId="{AE83358B-5FE0-4F9E-9137-F39B1506DA04}" dt="2026-02-15T06:01:43.892" v="156" actId="20577"/>
        <pc:sldMkLst>
          <pc:docMk/>
          <pc:sldMk cId="2165923773" sldId="374"/>
        </pc:sldMkLst>
        <pc:spChg chg="mod">
          <ac:chgData name="Tanvir Ahmed" userId="5fa9bf89-1556-4927-a8e9-24c5d464f299" providerId="ADAL" clId="{AE83358B-5FE0-4F9E-9137-F39B1506DA04}" dt="2026-02-15T05:55:28.475" v="92" actId="20577"/>
          <ac:spMkLst>
            <pc:docMk/>
            <pc:sldMk cId="2165923773" sldId="374"/>
            <ac:spMk id="2" creationId="{965710AF-34D0-DDAA-8B7D-6E5EEEA9D06F}"/>
          </ac:spMkLst>
        </pc:spChg>
        <pc:spChg chg="add mod">
          <ac:chgData name="Tanvir Ahmed" userId="5fa9bf89-1556-4927-a8e9-24c5d464f299" providerId="ADAL" clId="{AE83358B-5FE0-4F9E-9137-F39B1506DA04}" dt="2026-02-15T06:01:43.892" v="156" actId="20577"/>
          <ac:spMkLst>
            <pc:docMk/>
            <pc:sldMk cId="2165923773" sldId="374"/>
            <ac:spMk id="3" creationId="{A3A492E8-877F-4369-558A-27ED9A96EEC1}"/>
          </ac:spMkLst>
        </pc:spChg>
      </pc:sldChg>
      <pc:sldChg chg="modSp add mod">
        <pc:chgData name="Tanvir Ahmed" userId="5fa9bf89-1556-4927-a8e9-24c5d464f299" providerId="ADAL" clId="{AE83358B-5FE0-4F9E-9137-F39B1506DA04}" dt="2026-02-15T07:51:19.216" v="572" actId="20577"/>
        <pc:sldMkLst>
          <pc:docMk/>
          <pc:sldMk cId="2080196477" sldId="381"/>
        </pc:sldMkLst>
        <pc:spChg chg="mod">
          <ac:chgData name="Tanvir Ahmed" userId="5fa9bf89-1556-4927-a8e9-24c5d464f299" providerId="ADAL" clId="{AE83358B-5FE0-4F9E-9137-F39B1506DA04}" dt="2026-02-15T07:51:19.216" v="572" actId="20577"/>
          <ac:spMkLst>
            <pc:docMk/>
            <pc:sldMk cId="2080196477" sldId="381"/>
            <ac:spMk id="24" creationId="{46165CF8-1B1E-35C3-4AD2-2C8D168B138A}"/>
          </ac:spMkLst>
        </pc:spChg>
      </pc:sldChg>
      <pc:sldChg chg="addSp delSp modSp add mod">
        <pc:chgData name="Tanvir Ahmed" userId="5fa9bf89-1556-4927-a8e9-24c5d464f299" providerId="ADAL" clId="{AE83358B-5FE0-4F9E-9137-F39B1506DA04}" dt="2026-02-15T09:35:23.652" v="818" actId="1076"/>
        <pc:sldMkLst>
          <pc:docMk/>
          <pc:sldMk cId="3748803015" sldId="385"/>
        </pc:sldMkLst>
        <pc:spChg chg="mod">
          <ac:chgData name="Tanvir Ahmed" userId="5fa9bf89-1556-4927-a8e9-24c5d464f299" providerId="ADAL" clId="{AE83358B-5FE0-4F9E-9137-F39B1506DA04}" dt="2026-02-15T09:30:15.668" v="779" actId="20577"/>
          <ac:spMkLst>
            <pc:docMk/>
            <pc:sldMk cId="3748803015" sldId="385"/>
            <ac:spMk id="2" creationId="{7EC4B15D-4C91-5289-8666-0C34803182AB}"/>
          </ac:spMkLst>
        </pc:spChg>
        <pc:spChg chg="add mod">
          <ac:chgData name="Tanvir Ahmed" userId="5fa9bf89-1556-4927-a8e9-24c5d464f299" providerId="ADAL" clId="{AE83358B-5FE0-4F9E-9137-F39B1506DA04}" dt="2026-02-15T09:35:23.652" v="818" actId="1076"/>
          <ac:spMkLst>
            <pc:docMk/>
            <pc:sldMk cId="3748803015" sldId="385"/>
            <ac:spMk id="4" creationId="{85E5A3EA-6A22-6B44-58A5-AA61C6A77EA9}"/>
          </ac:spMkLst>
        </pc:spChg>
        <pc:spChg chg="add mod">
          <ac:chgData name="Tanvir Ahmed" userId="5fa9bf89-1556-4927-a8e9-24c5d464f299" providerId="ADAL" clId="{AE83358B-5FE0-4F9E-9137-F39B1506DA04}" dt="2026-02-15T09:35:18.239" v="817" actId="1076"/>
          <ac:spMkLst>
            <pc:docMk/>
            <pc:sldMk cId="3748803015" sldId="385"/>
            <ac:spMk id="6" creationId="{8D287BA1-F984-6972-AE31-0DB5C454FD7B}"/>
          </ac:spMkLst>
        </pc:spChg>
      </pc:sldChg>
      <pc:sldChg chg="add">
        <pc:chgData name="Tanvir Ahmed" userId="5fa9bf89-1556-4927-a8e9-24c5d464f299" providerId="ADAL" clId="{AE83358B-5FE0-4F9E-9137-F39B1506DA04}" dt="2026-02-15T10:24:07.074" v="1162" actId="2890"/>
        <pc:sldMkLst>
          <pc:docMk/>
          <pc:sldMk cId="2538134248" sldId="392"/>
        </pc:sldMkLst>
      </pc:sldChg>
      <pc:sldChg chg="add">
        <pc:chgData name="Tanvir Ahmed" userId="5fa9bf89-1556-4927-a8e9-24c5d464f299" providerId="ADAL" clId="{AE83358B-5FE0-4F9E-9137-F39B1506DA04}" dt="2026-02-16T09:29:45.236" v="1302" actId="2890"/>
        <pc:sldMkLst>
          <pc:docMk/>
          <pc:sldMk cId="1710491251" sldId="419"/>
        </pc:sldMkLst>
      </pc:sldChg>
      <pc:sldChg chg="addSp delSp modSp add mod">
        <pc:chgData name="Tanvir Ahmed" userId="5fa9bf89-1556-4927-a8e9-24c5d464f299" providerId="ADAL" clId="{AE83358B-5FE0-4F9E-9137-F39B1506DA04}" dt="2026-02-17T04:57:01.180" v="2130" actId="20577"/>
        <pc:sldMkLst>
          <pc:docMk/>
          <pc:sldMk cId="3661282924" sldId="420"/>
        </pc:sldMkLst>
        <pc:spChg chg="mod">
          <ac:chgData name="Tanvir Ahmed" userId="5fa9bf89-1556-4927-a8e9-24c5d464f299" providerId="ADAL" clId="{AE83358B-5FE0-4F9E-9137-F39B1506DA04}" dt="2026-02-16T09:31:37.979" v="1341" actId="20577"/>
          <ac:spMkLst>
            <pc:docMk/>
            <pc:sldMk cId="3661282924" sldId="420"/>
            <ac:spMk id="2" creationId="{FE0C773D-1E31-0F59-17F3-DD04BF059899}"/>
          </ac:spMkLst>
        </pc:spChg>
        <pc:spChg chg="add mod">
          <ac:chgData name="Tanvir Ahmed" userId="5fa9bf89-1556-4927-a8e9-24c5d464f299" providerId="ADAL" clId="{AE83358B-5FE0-4F9E-9137-F39B1506DA04}" dt="2026-02-16T09:36:50.893" v="1410" actId="164"/>
          <ac:spMkLst>
            <pc:docMk/>
            <pc:sldMk cId="3661282924" sldId="420"/>
            <ac:spMk id="3" creationId="{D353D503-9167-A45B-8090-3ADEAB62CF05}"/>
          </ac:spMkLst>
        </pc:spChg>
        <pc:spChg chg="add mod">
          <ac:chgData name="Tanvir Ahmed" userId="5fa9bf89-1556-4927-a8e9-24c5d464f299" providerId="ADAL" clId="{AE83358B-5FE0-4F9E-9137-F39B1506DA04}" dt="2026-02-16T09:36:50.893" v="1410" actId="164"/>
          <ac:spMkLst>
            <pc:docMk/>
            <pc:sldMk cId="3661282924" sldId="420"/>
            <ac:spMk id="4" creationId="{E44DF7DB-860A-4511-5CC3-2C275F0DED08}"/>
          </ac:spMkLst>
        </pc:spChg>
        <pc:spChg chg="add mod">
          <ac:chgData name="Tanvir Ahmed" userId="5fa9bf89-1556-4927-a8e9-24c5d464f299" providerId="ADAL" clId="{AE83358B-5FE0-4F9E-9137-F39B1506DA04}" dt="2026-02-16T09:36:50.893" v="1410" actId="164"/>
          <ac:spMkLst>
            <pc:docMk/>
            <pc:sldMk cId="3661282924" sldId="420"/>
            <ac:spMk id="8" creationId="{60BE94BF-46F1-26F6-B097-AB0AE36C0412}"/>
          </ac:spMkLst>
        </pc:spChg>
        <pc:spChg chg="add mod">
          <ac:chgData name="Tanvir Ahmed" userId="5fa9bf89-1556-4927-a8e9-24c5d464f299" providerId="ADAL" clId="{AE83358B-5FE0-4F9E-9137-F39B1506DA04}" dt="2026-02-16T09:36:50.893" v="1410" actId="164"/>
          <ac:spMkLst>
            <pc:docMk/>
            <pc:sldMk cId="3661282924" sldId="420"/>
            <ac:spMk id="13" creationId="{6B7F5CC8-864F-3C35-E2DD-589A045290A7}"/>
          </ac:spMkLst>
        </pc:spChg>
        <pc:spChg chg="add mod">
          <ac:chgData name="Tanvir Ahmed" userId="5fa9bf89-1556-4927-a8e9-24c5d464f299" providerId="ADAL" clId="{AE83358B-5FE0-4F9E-9137-F39B1506DA04}" dt="2026-02-16T09:38:08.428" v="1456" actId="1076"/>
          <ac:spMkLst>
            <pc:docMk/>
            <pc:sldMk cId="3661282924" sldId="420"/>
            <ac:spMk id="19" creationId="{25BD5CC1-C45C-3356-DBE1-80822CF7AB06}"/>
          </ac:spMkLst>
        </pc:spChg>
        <pc:grpChg chg="add mod">
          <ac:chgData name="Tanvir Ahmed" userId="5fa9bf89-1556-4927-a8e9-24c5d464f299" providerId="ADAL" clId="{AE83358B-5FE0-4F9E-9137-F39B1506DA04}" dt="2026-02-16T09:36:56.266" v="1411" actId="1076"/>
          <ac:grpSpMkLst>
            <pc:docMk/>
            <pc:sldMk cId="3661282924" sldId="420"/>
            <ac:grpSpMk id="18" creationId="{FD9735ED-4B3B-65CB-37E4-E28BF15CFC0F}"/>
          </ac:grpSpMkLst>
        </pc:grpChg>
        <pc:graphicFrameChg chg="add mod modGraphic">
          <ac:chgData name="Tanvir Ahmed" userId="5fa9bf89-1556-4927-a8e9-24c5d464f299" providerId="ADAL" clId="{AE83358B-5FE0-4F9E-9137-F39B1506DA04}" dt="2026-02-17T04:57:01.180" v="2130" actId="20577"/>
          <ac:graphicFrameMkLst>
            <pc:docMk/>
            <pc:sldMk cId="3661282924" sldId="420"/>
            <ac:graphicFrameMk id="16" creationId="{293CC110-1DA7-7B9B-DDB0-5F1248F52836}"/>
          </ac:graphicFrameMkLst>
        </pc:graphicFrameChg>
        <pc:cxnChg chg="add mod">
          <ac:chgData name="Tanvir Ahmed" userId="5fa9bf89-1556-4927-a8e9-24c5d464f299" providerId="ADAL" clId="{AE83358B-5FE0-4F9E-9137-F39B1506DA04}" dt="2026-02-16T09:36:50.893" v="1410" actId="164"/>
          <ac:cxnSpMkLst>
            <pc:docMk/>
            <pc:sldMk cId="3661282924" sldId="420"/>
            <ac:cxnSpMk id="12" creationId="{F79493D7-94E1-0038-E065-B8FA8648F601}"/>
          </ac:cxnSpMkLst>
        </pc:cxnChg>
      </pc:sldChg>
      <pc:sldChg chg="modSp add mod">
        <pc:chgData name="Tanvir Ahmed" userId="5fa9bf89-1556-4927-a8e9-24c5d464f299" providerId="ADAL" clId="{AE83358B-5FE0-4F9E-9137-F39B1506DA04}" dt="2026-02-17T04:57:05.041" v="2132" actId="20577"/>
        <pc:sldMkLst>
          <pc:docMk/>
          <pc:sldMk cId="2428984253" sldId="421"/>
        </pc:sldMkLst>
        <pc:graphicFrameChg chg="modGraphic">
          <ac:chgData name="Tanvir Ahmed" userId="5fa9bf89-1556-4927-a8e9-24c5d464f299" providerId="ADAL" clId="{AE83358B-5FE0-4F9E-9137-F39B1506DA04}" dt="2026-02-17T04:57:05.041" v="2132" actId="20577"/>
          <ac:graphicFrameMkLst>
            <pc:docMk/>
            <pc:sldMk cId="2428984253" sldId="421"/>
            <ac:graphicFrameMk id="16" creationId="{025C5A18-839B-6DCA-CC61-9C170ADF8102}"/>
          </ac:graphicFrameMkLst>
        </pc:graphicFrameChg>
      </pc:sldChg>
      <pc:sldChg chg="addSp delSp modSp add mod">
        <pc:chgData name="Tanvir Ahmed" userId="5fa9bf89-1556-4927-a8e9-24c5d464f299" providerId="ADAL" clId="{AE83358B-5FE0-4F9E-9137-F39B1506DA04}" dt="2026-02-16T10:01:13.574" v="1498"/>
        <pc:sldMkLst>
          <pc:docMk/>
          <pc:sldMk cId="3340503276" sldId="422"/>
        </pc:sldMkLst>
        <pc:spChg chg="mod">
          <ac:chgData name="Tanvir Ahmed" userId="5fa9bf89-1556-4927-a8e9-24c5d464f299" providerId="ADAL" clId="{AE83358B-5FE0-4F9E-9137-F39B1506DA04}" dt="2026-02-16T09:59:28.073" v="1488" actId="20577"/>
          <ac:spMkLst>
            <pc:docMk/>
            <pc:sldMk cId="3340503276" sldId="422"/>
            <ac:spMk id="2" creationId="{07D7E1CB-0296-E0B7-F2FB-B40082E98458}"/>
          </ac:spMkLst>
        </pc:spChg>
        <pc:spChg chg="add mod">
          <ac:chgData name="Tanvir Ahmed" userId="5fa9bf89-1556-4927-a8e9-24c5d464f299" providerId="ADAL" clId="{AE83358B-5FE0-4F9E-9137-F39B1506DA04}" dt="2026-02-16T09:59:54.949" v="1493" actId="1076"/>
          <ac:spMkLst>
            <pc:docMk/>
            <pc:sldMk cId="3340503276" sldId="422"/>
            <ac:spMk id="6" creationId="{D4E3C4C1-BB8E-AD8F-A703-FA6804437C5F}"/>
          </ac:spMkLst>
        </pc:spChg>
        <pc:spChg chg="add mod">
          <ac:chgData name="Tanvir Ahmed" userId="5fa9bf89-1556-4927-a8e9-24c5d464f299" providerId="ADAL" clId="{AE83358B-5FE0-4F9E-9137-F39B1506DA04}" dt="2026-02-16T10:00:36.287" v="1497" actId="13822"/>
          <ac:spMkLst>
            <pc:docMk/>
            <pc:sldMk cId="3340503276" sldId="422"/>
            <ac:spMk id="10" creationId="{D3504D5D-272E-9810-5F4A-D77C722BE7DE}"/>
          </ac:spMkLst>
        </pc:spChg>
        <pc:picChg chg="add mod">
          <ac:chgData name="Tanvir Ahmed" userId="5fa9bf89-1556-4927-a8e9-24c5d464f299" providerId="ADAL" clId="{AE83358B-5FE0-4F9E-9137-F39B1506DA04}" dt="2026-02-16T10:01:13.574" v="1498"/>
          <ac:picMkLst>
            <pc:docMk/>
            <pc:sldMk cId="3340503276" sldId="422"/>
            <ac:picMk id="5" creationId="{C7F8392B-A0F7-392C-AE34-CC9291F79BF5}"/>
          </ac:picMkLst>
        </pc:picChg>
      </pc:sldChg>
      <pc:sldChg chg="addSp delSp modSp add mod">
        <pc:chgData name="Tanvir Ahmed" userId="5fa9bf89-1556-4927-a8e9-24c5d464f299" providerId="ADAL" clId="{AE83358B-5FE0-4F9E-9137-F39B1506DA04}" dt="2026-02-16T11:14:02.386" v="2094" actId="1035"/>
        <pc:sldMkLst>
          <pc:docMk/>
          <pc:sldMk cId="32533692" sldId="423"/>
        </pc:sldMkLst>
        <pc:spChg chg="mod">
          <ac:chgData name="Tanvir Ahmed" userId="5fa9bf89-1556-4927-a8e9-24c5d464f299" providerId="ADAL" clId="{AE83358B-5FE0-4F9E-9137-F39B1506DA04}" dt="2026-02-16T11:14:02.386" v="2094" actId="1035"/>
          <ac:spMkLst>
            <pc:docMk/>
            <pc:sldMk cId="32533692" sldId="423"/>
            <ac:spMk id="2" creationId="{25845827-A539-5BC3-D493-2339FED2B2E1}"/>
          </ac:spMkLst>
        </pc:spChg>
        <pc:spChg chg="add mod">
          <ac:chgData name="Tanvir Ahmed" userId="5fa9bf89-1556-4927-a8e9-24c5d464f299" providerId="ADAL" clId="{AE83358B-5FE0-4F9E-9137-F39B1506DA04}" dt="2026-02-16T11:14:02.386" v="2094" actId="1035"/>
          <ac:spMkLst>
            <pc:docMk/>
            <pc:sldMk cId="32533692" sldId="423"/>
            <ac:spMk id="3" creationId="{8D4506E0-226B-9EB8-7BE6-B223EA818219}"/>
          </ac:spMkLst>
        </pc:spChg>
        <pc:spChg chg="add mod">
          <ac:chgData name="Tanvir Ahmed" userId="5fa9bf89-1556-4927-a8e9-24c5d464f299" providerId="ADAL" clId="{AE83358B-5FE0-4F9E-9137-F39B1506DA04}" dt="2026-02-16T11:14:02.386" v="2094" actId="1035"/>
          <ac:spMkLst>
            <pc:docMk/>
            <pc:sldMk cId="32533692" sldId="423"/>
            <ac:spMk id="4" creationId="{453A9877-A6C5-D9B3-E34A-D4EE9C010D6F}"/>
          </ac:spMkLst>
        </pc:spChg>
        <pc:spChg chg="add mod">
          <ac:chgData name="Tanvir Ahmed" userId="5fa9bf89-1556-4927-a8e9-24c5d464f299" providerId="ADAL" clId="{AE83358B-5FE0-4F9E-9137-F39B1506DA04}" dt="2026-02-16T11:14:02.386" v="2094" actId="1035"/>
          <ac:spMkLst>
            <pc:docMk/>
            <pc:sldMk cId="32533692" sldId="423"/>
            <ac:spMk id="7" creationId="{755C15F1-78E9-23B3-8812-AD87FA86AA84}"/>
          </ac:spMkLst>
        </pc:spChg>
        <pc:picChg chg="add mod">
          <ac:chgData name="Tanvir Ahmed" userId="5fa9bf89-1556-4927-a8e9-24c5d464f299" providerId="ADAL" clId="{AE83358B-5FE0-4F9E-9137-F39B1506DA04}" dt="2026-02-16T11:14:02.386" v="2094" actId="1035"/>
          <ac:picMkLst>
            <pc:docMk/>
            <pc:sldMk cId="32533692" sldId="423"/>
            <ac:picMk id="1026" creationId="{73185A54-2479-0DE9-1A14-F0CFA01B0247}"/>
          </ac:picMkLst>
        </pc:picChg>
        <pc:picChg chg="add mod">
          <ac:chgData name="Tanvir Ahmed" userId="5fa9bf89-1556-4927-a8e9-24c5d464f299" providerId="ADAL" clId="{AE83358B-5FE0-4F9E-9137-F39B1506DA04}" dt="2026-02-16T11:14:02.386" v="2094" actId="1035"/>
          <ac:picMkLst>
            <pc:docMk/>
            <pc:sldMk cId="32533692" sldId="423"/>
            <ac:picMk id="1036" creationId="{6F5E1AC1-D414-6F9E-D4CF-49A7D5B4C6A2}"/>
          </ac:picMkLst>
        </pc:picChg>
        <pc:picChg chg="add mod">
          <ac:chgData name="Tanvir Ahmed" userId="5fa9bf89-1556-4927-a8e9-24c5d464f299" providerId="ADAL" clId="{AE83358B-5FE0-4F9E-9137-F39B1506DA04}" dt="2026-02-16T11:14:02.386" v="2094" actId="1035"/>
          <ac:picMkLst>
            <pc:docMk/>
            <pc:sldMk cId="32533692" sldId="423"/>
            <ac:picMk id="1038" creationId="{A0064D82-84B7-AB49-80C8-3C36D36B3AFA}"/>
          </ac:picMkLst>
        </pc:picChg>
      </pc:sldChg>
      <pc:sldChg chg="addSp delSp modSp add mod">
        <pc:chgData name="Tanvir Ahmed" userId="5fa9bf89-1556-4927-a8e9-24c5d464f299" providerId="ADAL" clId="{AE83358B-5FE0-4F9E-9137-F39B1506DA04}" dt="2026-02-16T10:21:26.105" v="1690" actId="20577"/>
        <pc:sldMkLst>
          <pc:docMk/>
          <pc:sldMk cId="2625103703" sldId="424"/>
        </pc:sldMkLst>
        <pc:spChg chg="add mod">
          <ac:chgData name="Tanvir Ahmed" userId="5fa9bf89-1556-4927-a8e9-24c5d464f299" providerId="ADAL" clId="{AE83358B-5FE0-4F9E-9137-F39B1506DA04}" dt="2026-02-16T10:21:26.105" v="1690" actId="20577"/>
          <ac:spMkLst>
            <pc:docMk/>
            <pc:sldMk cId="2625103703" sldId="424"/>
            <ac:spMk id="5" creationId="{6EB05AD1-B557-589D-95B3-A9AFA7564532}"/>
          </ac:spMkLst>
        </pc:spChg>
        <pc:picChg chg="add mod">
          <ac:chgData name="Tanvir Ahmed" userId="5fa9bf89-1556-4927-a8e9-24c5d464f299" providerId="ADAL" clId="{AE83358B-5FE0-4F9E-9137-F39B1506DA04}" dt="2026-02-16T10:20:36.138" v="1642" actId="1076"/>
          <ac:picMkLst>
            <pc:docMk/>
            <pc:sldMk cId="2625103703" sldId="424"/>
            <ac:picMk id="2050" creationId="{31E8243E-64EE-81A0-F29D-F04E43E03638}"/>
          </ac:picMkLst>
        </pc:picChg>
      </pc:sldChg>
      <pc:sldChg chg="addSp delSp modSp add mod">
        <pc:chgData name="Tanvir Ahmed" userId="5fa9bf89-1556-4927-a8e9-24c5d464f299" providerId="ADAL" clId="{AE83358B-5FE0-4F9E-9137-F39B1506DA04}" dt="2026-02-16T10:21:52.868" v="1697" actId="20577"/>
        <pc:sldMkLst>
          <pc:docMk/>
          <pc:sldMk cId="3986864554" sldId="425"/>
        </pc:sldMkLst>
        <pc:spChg chg="mod">
          <ac:chgData name="Tanvir Ahmed" userId="5fa9bf89-1556-4927-a8e9-24c5d464f299" providerId="ADAL" clId="{AE83358B-5FE0-4F9E-9137-F39B1506DA04}" dt="2026-02-16T10:21:52.868" v="1697" actId="20577"/>
          <ac:spMkLst>
            <pc:docMk/>
            <pc:sldMk cId="3986864554" sldId="425"/>
            <ac:spMk id="5" creationId="{C008F9EC-8F15-ACF0-9A0B-68B351E1EE10}"/>
          </ac:spMkLst>
        </pc:spChg>
        <pc:picChg chg="add mod">
          <ac:chgData name="Tanvir Ahmed" userId="5fa9bf89-1556-4927-a8e9-24c5d464f299" providerId="ADAL" clId="{AE83358B-5FE0-4F9E-9137-F39B1506DA04}" dt="2026-02-16T10:21:50.010" v="1695" actId="1076"/>
          <ac:picMkLst>
            <pc:docMk/>
            <pc:sldMk cId="3986864554" sldId="425"/>
            <ac:picMk id="3074" creationId="{112104F2-33AF-1955-A036-A590BCFC3501}"/>
          </ac:picMkLst>
        </pc:picChg>
      </pc:sldChg>
      <pc:sldChg chg="addSp delSp modSp add mod">
        <pc:chgData name="Tanvir Ahmed" userId="5fa9bf89-1556-4927-a8e9-24c5d464f299" providerId="ADAL" clId="{AE83358B-5FE0-4F9E-9137-F39B1506DA04}" dt="2026-02-16T11:13:04.754" v="2090" actId="1035"/>
        <pc:sldMkLst>
          <pc:docMk/>
          <pc:sldMk cId="3590293435" sldId="426"/>
        </pc:sldMkLst>
        <pc:spChg chg="mod">
          <ac:chgData name="Tanvir Ahmed" userId="5fa9bf89-1556-4927-a8e9-24c5d464f299" providerId="ADAL" clId="{AE83358B-5FE0-4F9E-9137-F39B1506DA04}" dt="2026-02-16T10:22:00.437" v="1699" actId="20577"/>
          <ac:spMkLst>
            <pc:docMk/>
            <pc:sldMk cId="3590293435" sldId="426"/>
            <ac:spMk id="5" creationId="{5B4AFD45-3C80-0A7B-CDBD-8FC65076FDA5}"/>
          </ac:spMkLst>
        </pc:spChg>
        <pc:picChg chg="add mod">
          <ac:chgData name="Tanvir Ahmed" userId="5fa9bf89-1556-4927-a8e9-24c5d464f299" providerId="ADAL" clId="{AE83358B-5FE0-4F9E-9137-F39B1506DA04}" dt="2026-02-16T11:13:04.754" v="2090" actId="1035"/>
          <ac:picMkLst>
            <pc:docMk/>
            <pc:sldMk cId="3590293435" sldId="426"/>
            <ac:picMk id="4098" creationId="{D29A67F1-0434-41DF-B580-4222BD71BD0E}"/>
          </ac:picMkLst>
        </pc:picChg>
      </pc:sldChg>
      <pc:sldChg chg="modSp add">
        <pc:chgData name="Tanvir Ahmed" userId="5fa9bf89-1556-4927-a8e9-24c5d464f299" providerId="ADAL" clId="{AE83358B-5FE0-4F9E-9137-F39B1506DA04}" dt="2026-02-17T04:37:35.176" v="2128" actId="20577"/>
        <pc:sldMkLst>
          <pc:docMk/>
          <pc:sldMk cId="3160162932" sldId="433"/>
        </pc:sldMkLst>
        <pc:spChg chg="mod">
          <ac:chgData name="Tanvir Ahmed" userId="5fa9bf89-1556-4927-a8e9-24c5d464f299" providerId="ADAL" clId="{AE83358B-5FE0-4F9E-9137-F39B1506DA04}" dt="2026-02-17T04:37:35.176" v="2128" actId="20577"/>
          <ac:spMkLst>
            <pc:docMk/>
            <pc:sldMk cId="3160162932" sldId="433"/>
            <ac:spMk id="15" creationId="{FD0EF79E-B857-AC4A-8D55-E41A477EE288}"/>
          </ac:spMkLst>
        </pc:spChg>
      </pc:sldChg>
      <pc:sldChg chg="modSp add">
        <pc:chgData name="Tanvir Ahmed" userId="5fa9bf89-1556-4927-a8e9-24c5d464f299" providerId="ADAL" clId="{AE83358B-5FE0-4F9E-9137-F39B1506DA04}" dt="2026-02-16T11:18:20.820" v="2126" actId="20577"/>
        <pc:sldMkLst>
          <pc:docMk/>
          <pc:sldMk cId="972860571" sldId="434"/>
        </pc:sldMkLst>
        <pc:spChg chg="mod">
          <ac:chgData name="Tanvir Ahmed" userId="5fa9bf89-1556-4927-a8e9-24c5d464f299" providerId="ADAL" clId="{AE83358B-5FE0-4F9E-9137-F39B1506DA04}" dt="2026-02-16T11:18:20.820" v="2126" actId="20577"/>
          <ac:spMkLst>
            <pc:docMk/>
            <pc:sldMk cId="972860571" sldId="434"/>
            <ac:spMk id="3" creationId="{481A0892-5655-FADE-1B33-C3FFAAD25675}"/>
          </ac:spMkLst>
        </pc:spChg>
      </pc:sldChg>
    </pc:docChg>
  </pc:docChgLst>
  <pc:docChgLst>
    <pc:chgData name="Tanvir Ahmed" userId="5fa9bf89-1556-4927-a8e9-24c5d464f299" providerId="ADAL" clId="{1AA4345A-BCE0-4C06-BB87-746FC5FA3BB4}"/>
    <pc:docChg chg="undo custSel addSld delSld modSld sldOrd">
      <pc:chgData name="Tanvir Ahmed" userId="5fa9bf89-1556-4927-a8e9-24c5d464f299" providerId="ADAL" clId="{1AA4345A-BCE0-4C06-BB87-746FC5FA3BB4}" dt="2026-02-18T03:11:40.522" v="2778" actId="1038"/>
      <pc:docMkLst>
        <pc:docMk/>
      </pc:docMkLst>
      <pc:sldChg chg="modSp add mod">
        <pc:chgData name="Tanvir Ahmed" userId="5fa9bf89-1556-4927-a8e9-24c5d464f299" providerId="ADAL" clId="{1AA4345A-BCE0-4C06-BB87-746FC5FA3BB4}" dt="2026-02-14T13:50:43.840" v="1026" actId="20577"/>
        <pc:sldMkLst>
          <pc:docMk/>
          <pc:sldMk cId="700707328" sldId="358"/>
        </pc:sldMkLst>
        <pc:spChg chg="mod">
          <ac:chgData name="Tanvir Ahmed" userId="5fa9bf89-1556-4927-a8e9-24c5d464f299" providerId="ADAL" clId="{1AA4345A-BCE0-4C06-BB87-746FC5FA3BB4}" dt="2026-02-14T13:50:43.840" v="1026" actId="20577"/>
          <ac:spMkLst>
            <pc:docMk/>
            <pc:sldMk cId="700707328" sldId="358"/>
            <ac:spMk id="2" creationId="{00000000-0000-0000-0000-000000000000}"/>
          </ac:spMkLst>
        </pc:spChg>
        <pc:graphicFrameChg chg="modGraphic">
          <ac:chgData name="Tanvir Ahmed" userId="5fa9bf89-1556-4927-a8e9-24c5d464f299" providerId="ADAL" clId="{1AA4345A-BCE0-4C06-BB87-746FC5FA3BB4}" dt="2026-02-14T13:50:33.611" v="1009" actId="20577"/>
          <ac:graphicFrameMkLst>
            <pc:docMk/>
            <pc:sldMk cId="700707328" sldId="358"/>
            <ac:graphicFrameMk id="7" creationId="{29FF08AD-7519-4C4A-8E0D-640DF5BB5E58}"/>
          </ac:graphicFrameMkLst>
        </pc:graphicFrameChg>
      </pc:sldChg>
      <pc:sldChg chg="addSp delSp modSp mod">
        <pc:chgData name="Tanvir Ahmed" userId="5fa9bf89-1556-4927-a8e9-24c5d464f299" providerId="ADAL" clId="{1AA4345A-BCE0-4C06-BB87-746FC5FA3BB4}" dt="2026-02-15T14:19:20.419" v="1855" actId="1076"/>
        <pc:sldMkLst>
          <pc:docMk/>
          <pc:sldMk cId="3748803015" sldId="385"/>
        </pc:sldMkLst>
        <pc:spChg chg="add del mod">
          <ac:chgData name="Tanvir Ahmed" userId="5fa9bf89-1556-4927-a8e9-24c5d464f299" providerId="ADAL" clId="{1AA4345A-BCE0-4C06-BB87-746FC5FA3BB4}" dt="2026-02-15T14:19:15.124" v="1854"/>
          <ac:spMkLst>
            <pc:docMk/>
            <pc:sldMk cId="3748803015" sldId="385"/>
            <ac:spMk id="2" creationId="{7EC4B15D-4C91-5289-8666-0C34803182AB}"/>
          </ac:spMkLst>
        </pc:spChg>
        <pc:spChg chg="mod">
          <ac:chgData name="Tanvir Ahmed" userId="5fa9bf89-1556-4927-a8e9-24c5d464f299" providerId="ADAL" clId="{1AA4345A-BCE0-4C06-BB87-746FC5FA3BB4}" dt="2026-02-15T14:19:12.816" v="1853" actId="21"/>
          <ac:spMkLst>
            <pc:docMk/>
            <pc:sldMk cId="3748803015" sldId="385"/>
            <ac:spMk id="4" creationId="{85E5A3EA-6A22-6B44-58A5-AA61C6A77EA9}"/>
          </ac:spMkLst>
        </pc:spChg>
        <pc:spChg chg="mod">
          <ac:chgData name="Tanvir Ahmed" userId="5fa9bf89-1556-4927-a8e9-24c5d464f299" providerId="ADAL" clId="{1AA4345A-BCE0-4C06-BB87-746FC5FA3BB4}" dt="2026-02-15T14:19:20.419" v="1855" actId="1076"/>
          <ac:spMkLst>
            <pc:docMk/>
            <pc:sldMk cId="3748803015" sldId="385"/>
            <ac:spMk id="6" creationId="{8D287BA1-F984-6972-AE31-0DB5C454FD7B}"/>
          </ac:spMkLst>
        </pc:spChg>
      </pc:sldChg>
      <pc:sldChg chg="addSp modSp mod modAnim">
        <pc:chgData name="Tanvir Ahmed" userId="5fa9bf89-1556-4927-a8e9-24c5d464f299" providerId="ADAL" clId="{1AA4345A-BCE0-4C06-BB87-746FC5FA3BB4}" dt="2026-02-18T03:11:40.522" v="2778" actId="1038"/>
        <pc:sldMkLst>
          <pc:docMk/>
          <pc:sldMk cId="2538134248" sldId="392"/>
        </pc:sldMkLst>
        <pc:spChg chg="add mod">
          <ac:chgData name="Tanvir Ahmed" userId="5fa9bf89-1556-4927-a8e9-24c5d464f299" providerId="ADAL" clId="{1AA4345A-BCE0-4C06-BB87-746FC5FA3BB4}" dt="2026-02-18T03:10:53.553" v="2773" actId="1036"/>
          <ac:spMkLst>
            <pc:docMk/>
            <pc:sldMk cId="2538134248" sldId="392"/>
            <ac:spMk id="4" creationId="{B9F96E0A-730D-1E67-AF6D-22EA096CA204}"/>
          </ac:spMkLst>
        </pc:spChg>
        <pc:spChg chg="mod">
          <ac:chgData name="Tanvir Ahmed" userId="5fa9bf89-1556-4927-a8e9-24c5d464f299" providerId="ADAL" clId="{1AA4345A-BCE0-4C06-BB87-746FC5FA3BB4}" dt="2026-02-18T03:08:45.900" v="2744" actId="14100"/>
          <ac:spMkLst>
            <pc:docMk/>
            <pc:sldMk cId="2538134248" sldId="392"/>
            <ac:spMk id="7" creationId="{1891CBE8-DB62-CB2A-2FC4-39A0C2D5A930}"/>
          </ac:spMkLst>
        </pc:spChg>
        <pc:spChg chg="add mod">
          <ac:chgData name="Tanvir Ahmed" userId="5fa9bf89-1556-4927-a8e9-24c5d464f299" providerId="ADAL" clId="{1AA4345A-BCE0-4C06-BB87-746FC5FA3BB4}" dt="2026-02-18T03:10:53.553" v="2773" actId="1036"/>
          <ac:spMkLst>
            <pc:docMk/>
            <pc:sldMk cId="2538134248" sldId="392"/>
            <ac:spMk id="12" creationId="{7366F995-225D-F3C3-D865-D6CB9819704D}"/>
          </ac:spMkLst>
        </pc:spChg>
        <pc:spChg chg="mod">
          <ac:chgData name="Tanvir Ahmed" userId="5fa9bf89-1556-4927-a8e9-24c5d464f299" providerId="ADAL" clId="{1AA4345A-BCE0-4C06-BB87-746FC5FA3BB4}" dt="2026-02-18T03:11:40.522" v="2778" actId="1038"/>
          <ac:spMkLst>
            <pc:docMk/>
            <pc:sldMk cId="2538134248" sldId="392"/>
            <ac:spMk id="13" creationId="{1C10E4C7-EB70-868C-8600-8D613EF636F5}"/>
          </ac:spMkLst>
        </pc:spChg>
      </pc:sldChg>
      <pc:sldChg chg="modSp add mod">
        <pc:chgData name="Tanvir Ahmed" userId="5fa9bf89-1556-4927-a8e9-24c5d464f299" providerId="ADAL" clId="{1AA4345A-BCE0-4C06-BB87-746FC5FA3BB4}" dt="2026-02-17T02:25:12.204" v="2742" actId="1035"/>
        <pc:sldMkLst>
          <pc:docMk/>
          <pc:sldMk cId="4080165371" sldId="395"/>
        </pc:sldMkLst>
        <pc:spChg chg="mod">
          <ac:chgData name="Tanvir Ahmed" userId="5fa9bf89-1556-4927-a8e9-24c5d464f299" providerId="ADAL" clId="{1AA4345A-BCE0-4C06-BB87-746FC5FA3BB4}" dt="2026-02-17T02:25:12.204" v="2742" actId="1035"/>
          <ac:spMkLst>
            <pc:docMk/>
            <pc:sldMk cId="4080165371" sldId="395"/>
            <ac:spMk id="3" creationId="{6204A4DD-0B4F-B40C-54F6-D3FE6504A1E4}"/>
          </ac:spMkLst>
        </pc:spChg>
        <pc:spChg chg="mod">
          <ac:chgData name="Tanvir Ahmed" userId="5fa9bf89-1556-4927-a8e9-24c5d464f299" providerId="ADAL" clId="{1AA4345A-BCE0-4C06-BB87-746FC5FA3BB4}" dt="2026-02-15T15:59:04.236" v="2728"/>
          <ac:spMkLst>
            <pc:docMk/>
            <pc:sldMk cId="4080165371" sldId="395"/>
            <ac:spMk id="8" creationId="{1D686D4D-6CC3-6E57-43C0-1E0757F15597}"/>
          </ac:spMkLst>
        </pc:spChg>
        <pc:picChg chg="mod modCrop">
          <ac:chgData name="Tanvir Ahmed" userId="5fa9bf89-1556-4927-a8e9-24c5d464f299" providerId="ADAL" clId="{1AA4345A-BCE0-4C06-BB87-746FC5FA3BB4}" dt="2026-02-17T02:25:05.901" v="2740" actId="1076"/>
          <ac:picMkLst>
            <pc:docMk/>
            <pc:sldMk cId="4080165371" sldId="395"/>
            <ac:picMk id="5" creationId="{12A6531D-AAB9-E3DF-6119-9354F9D56AFF}"/>
          </ac:picMkLst>
        </pc:picChg>
      </pc:sldChg>
      <pc:sldChg chg="add">
        <pc:chgData name="Tanvir Ahmed" userId="5fa9bf89-1556-4927-a8e9-24c5d464f299" providerId="ADAL" clId="{1AA4345A-BCE0-4C06-BB87-746FC5FA3BB4}" dt="2026-02-15T15:12:20.679" v="2531" actId="2890"/>
        <pc:sldMkLst>
          <pc:docMk/>
          <pc:sldMk cId="3785344789" sldId="417"/>
        </pc:sldMkLst>
      </pc:sldChg>
      <pc:sldChg chg="addSp delSp modSp add mod setBg delDesignElem">
        <pc:chgData name="Tanvir Ahmed" userId="5fa9bf89-1556-4927-a8e9-24c5d464f299" providerId="ADAL" clId="{1AA4345A-BCE0-4C06-BB87-746FC5FA3BB4}" dt="2026-02-15T15:55:58.193" v="2727" actId="13822"/>
        <pc:sldMkLst>
          <pc:docMk/>
          <pc:sldMk cId="3887013199" sldId="418"/>
        </pc:sldMkLst>
        <pc:spChg chg="mod">
          <ac:chgData name="Tanvir Ahmed" userId="5fa9bf89-1556-4927-a8e9-24c5d464f299" providerId="ADAL" clId="{1AA4345A-BCE0-4C06-BB87-746FC5FA3BB4}" dt="2026-02-15T15:45:58.052" v="2583" actId="20577"/>
          <ac:spMkLst>
            <pc:docMk/>
            <pc:sldMk cId="3887013199" sldId="418"/>
            <ac:spMk id="2" creationId="{E32D5A5F-B1BC-AB67-1194-D196789EB3D9}"/>
          </ac:spMkLst>
        </pc:spChg>
        <pc:spChg chg="add mod">
          <ac:chgData name="Tanvir Ahmed" userId="5fa9bf89-1556-4927-a8e9-24c5d464f299" providerId="ADAL" clId="{1AA4345A-BCE0-4C06-BB87-746FC5FA3BB4}" dt="2026-02-15T15:49:56.588" v="2621" actId="1076"/>
          <ac:spMkLst>
            <pc:docMk/>
            <pc:sldMk cId="3887013199" sldId="418"/>
            <ac:spMk id="11" creationId="{712A21E6-7073-968E-3D8D-CB8224377930}"/>
          </ac:spMkLst>
        </pc:spChg>
        <pc:spChg chg="add mod">
          <ac:chgData name="Tanvir Ahmed" userId="5fa9bf89-1556-4927-a8e9-24c5d464f299" providerId="ADAL" clId="{1AA4345A-BCE0-4C06-BB87-746FC5FA3BB4}" dt="2026-02-15T15:55:34.492" v="2725" actId="13822"/>
          <ac:spMkLst>
            <pc:docMk/>
            <pc:sldMk cId="3887013199" sldId="418"/>
            <ac:spMk id="15" creationId="{8BCCA0DF-A039-D3AA-611C-F823A2555E9E}"/>
          </ac:spMkLst>
        </pc:spChg>
        <pc:picChg chg="add mod">
          <ac:chgData name="Tanvir Ahmed" userId="5fa9bf89-1556-4927-a8e9-24c5d464f299" providerId="ADAL" clId="{1AA4345A-BCE0-4C06-BB87-746FC5FA3BB4}" dt="2026-02-15T15:49:00.156" v="2602" actId="1076"/>
          <ac:picMkLst>
            <pc:docMk/>
            <pc:sldMk cId="3887013199" sldId="418"/>
            <ac:picMk id="5" creationId="{A3772479-C5EA-90A0-92AC-541B191CF5EB}"/>
          </ac:picMkLst>
        </pc:picChg>
        <pc:picChg chg="add mod">
          <ac:chgData name="Tanvir Ahmed" userId="5fa9bf89-1556-4927-a8e9-24c5d464f299" providerId="ADAL" clId="{1AA4345A-BCE0-4C06-BB87-746FC5FA3BB4}" dt="2026-02-15T15:49:02.746" v="2603" actId="1076"/>
          <ac:picMkLst>
            <pc:docMk/>
            <pc:sldMk cId="3887013199" sldId="418"/>
            <ac:picMk id="7" creationId="{1562C2F3-D898-A41B-F13F-5EEEFAE65344}"/>
          </ac:picMkLst>
        </pc:picChg>
        <pc:picChg chg="add mod">
          <ac:chgData name="Tanvir Ahmed" userId="5fa9bf89-1556-4927-a8e9-24c5d464f299" providerId="ADAL" clId="{1AA4345A-BCE0-4C06-BB87-746FC5FA3BB4}" dt="2026-02-15T15:51:42.501" v="2627"/>
          <ac:picMkLst>
            <pc:docMk/>
            <pc:sldMk cId="3887013199" sldId="418"/>
            <ac:picMk id="14" creationId="{F638645C-7CC3-9BBD-30D1-CDB3116F1175}"/>
          </ac:picMkLst>
        </pc:picChg>
        <pc:cxnChg chg="add mod">
          <ac:chgData name="Tanvir Ahmed" userId="5fa9bf89-1556-4927-a8e9-24c5d464f299" providerId="ADAL" clId="{1AA4345A-BCE0-4C06-BB87-746FC5FA3BB4}" dt="2026-02-15T15:49:31.799" v="2605" actId="13822"/>
          <ac:cxnSpMkLst>
            <pc:docMk/>
            <pc:sldMk cId="3887013199" sldId="418"/>
            <ac:cxnSpMk id="9" creationId="{1C76323B-3E9E-2F8A-0D46-64BFE3F23061}"/>
          </ac:cxnSpMkLst>
        </pc:cxnChg>
        <pc:cxnChg chg="add mod">
          <ac:chgData name="Tanvir Ahmed" userId="5fa9bf89-1556-4927-a8e9-24c5d464f299" providerId="ADAL" clId="{1AA4345A-BCE0-4C06-BB87-746FC5FA3BB4}" dt="2026-02-15T15:55:58.193" v="2727" actId="13822"/>
          <ac:cxnSpMkLst>
            <pc:docMk/>
            <pc:sldMk cId="3887013199" sldId="418"/>
            <ac:cxnSpMk id="17" creationId="{A275CBFE-4CDF-8F7C-447A-4DBA7C9A7ED9}"/>
          </ac:cxnSpMkLst>
        </pc:cxn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8" name="bg object 18"/>
          <p:cNvPicPr/>
          <p:nvPr/>
        </p:nvPicPr>
        <p:blipFill>
          <a:blip r:embed="rId2" cstate="print"/>
          <a:stretch>
            <a:fillRect/>
          </a:stretch>
        </p:blipFill>
        <p:spPr>
          <a:xfrm>
            <a:off x="2009775" y="723900"/>
            <a:ext cx="5124450" cy="3419475"/>
          </a:xfrm>
          <a:prstGeom prst="rect">
            <a:avLst/>
          </a:prstGeom>
        </p:spPr>
      </p:pic>
      <p:sp>
        <p:nvSpPr>
          <p:cNvPr id="19" name="bg object 19"/>
          <p:cNvSpPr/>
          <p:nvPr/>
        </p:nvSpPr>
        <p:spPr>
          <a:xfrm>
            <a:off x="4100576" y="623951"/>
            <a:ext cx="951865" cy="2238375"/>
          </a:xfrm>
          <a:custGeom>
            <a:avLst/>
            <a:gdLst/>
            <a:ahLst/>
            <a:cxnLst/>
            <a:rect l="l" t="t" r="r" b="b"/>
            <a:pathLst>
              <a:path w="951864" h="2238375">
                <a:moveTo>
                  <a:pt x="0" y="0"/>
                </a:moveTo>
                <a:lnTo>
                  <a:pt x="49392" y="30001"/>
                </a:lnTo>
                <a:lnTo>
                  <a:pt x="116722" y="65391"/>
                </a:lnTo>
                <a:lnTo>
                  <a:pt x="155755" y="85117"/>
                </a:lnTo>
                <a:lnTo>
                  <a:pt x="197644" y="106202"/>
                </a:lnTo>
                <a:lnTo>
                  <a:pt x="241844" y="128651"/>
                </a:lnTo>
                <a:lnTo>
                  <a:pt x="287814" y="152467"/>
                </a:lnTo>
                <a:lnTo>
                  <a:pt x="335010" y="177653"/>
                </a:lnTo>
                <a:lnTo>
                  <a:pt x="382889" y="204216"/>
                </a:lnTo>
                <a:lnTo>
                  <a:pt x="430907" y="232157"/>
                </a:lnTo>
                <a:lnTo>
                  <a:pt x="478523" y="261481"/>
                </a:lnTo>
                <a:lnTo>
                  <a:pt x="525193" y="292193"/>
                </a:lnTo>
                <a:lnTo>
                  <a:pt x="570374" y="324296"/>
                </a:lnTo>
                <a:lnTo>
                  <a:pt x="613523" y="357794"/>
                </a:lnTo>
                <a:lnTo>
                  <a:pt x="654096" y="392692"/>
                </a:lnTo>
                <a:lnTo>
                  <a:pt x="691552" y="428992"/>
                </a:lnTo>
                <a:lnTo>
                  <a:pt x="725346" y="466700"/>
                </a:lnTo>
                <a:lnTo>
                  <a:pt x="754936" y="505819"/>
                </a:lnTo>
                <a:lnTo>
                  <a:pt x="779779" y="546353"/>
                </a:lnTo>
                <a:lnTo>
                  <a:pt x="798813" y="583729"/>
                </a:lnTo>
                <a:lnTo>
                  <a:pt x="817099" y="623918"/>
                </a:lnTo>
                <a:lnTo>
                  <a:pt x="834560" y="666657"/>
                </a:lnTo>
                <a:lnTo>
                  <a:pt x="851119" y="711681"/>
                </a:lnTo>
                <a:lnTo>
                  <a:pt x="866698" y="758727"/>
                </a:lnTo>
                <a:lnTo>
                  <a:pt x="881220" y="807529"/>
                </a:lnTo>
                <a:lnTo>
                  <a:pt x="894606" y="857824"/>
                </a:lnTo>
                <a:lnTo>
                  <a:pt x="906780" y="909347"/>
                </a:lnTo>
                <a:lnTo>
                  <a:pt x="917664" y="961833"/>
                </a:lnTo>
                <a:lnTo>
                  <a:pt x="927180" y="1015020"/>
                </a:lnTo>
                <a:lnTo>
                  <a:pt x="935251" y="1068642"/>
                </a:lnTo>
                <a:lnTo>
                  <a:pt x="941799" y="1122435"/>
                </a:lnTo>
                <a:lnTo>
                  <a:pt x="946747" y="1176134"/>
                </a:lnTo>
                <a:lnTo>
                  <a:pt x="950017" y="1229476"/>
                </a:lnTo>
                <a:lnTo>
                  <a:pt x="951532" y="1282196"/>
                </a:lnTo>
                <a:lnTo>
                  <a:pt x="951215" y="1334030"/>
                </a:lnTo>
                <a:lnTo>
                  <a:pt x="948987" y="1384714"/>
                </a:lnTo>
                <a:lnTo>
                  <a:pt x="944771" y="1433983"/>
                </a:lnTo>
                <a:lnTo>
                  <a:pt x="938489" y="1481573"/>
                </a:lnTo>
                <a:lnTo>
                  <a:pt x="930065" y="1527219"/>
                </a:lnTo>
                <a:lnTo>
                  <a:pt x="919420" y="1570658"/>
                </a:lnTo>
                <a:lnTo>
                  <a:pt x="906477" y="1611626"/>
                </a:lnTo>
                <a:lnTo>
                  <a:pt x="891159" y="1649857"/>
                </a:lnTo>
                <a:lnTo>
                  <a:pt x="871047" y="1687844"/>
                </a:lnTo>
                <a:lnTo>
                  <a:pt x="845594" y="1724899"/>
                </a:lnTo>
                <a:lnTo>
                  <a:pt x="815321" y="1761000"/>
                </a:lnTo>
                <a:lnTo>
                  <a:pt x="780752" y="1796129"/>
                </a:lnTo>
                <a:lnTo>
                  <a:pt x="742408" y="1830263"/>
                </a:lnTo>
                <a:lnTo>
                  <a:pt x="700813" y="1863382"/>
                </a:lnTo>
                <a:lnTo>
                  <a:pt x="656490" y="1895465"/>
                </a:lnTo>
                <a:lnTo>
                  <a:pt x="609960" y="1926492"/>
                </a:lnTo>
                <a:lnTo>
                  <a:pt x="561746" y="1956443"/>
                </a:lnTo>
                <a:lnTo>
                  <a:pt x="512372" y="1985295"/>
                </a:lnTo>
                <a:lnTo>
                  <a:pt x="462359" y="2013029"/>
                </a:lnTo>
                <a:lnTo>
                  <a:pt x="412230" y="2039624"/>
                </a:lnTo>
                <a:lnTo>
                  <a:pt x="362509" y="2065059"/>
                </a:lnTo>
                <a:lnTo>
                  <a:pt x="313717" y="2089314"/>
                </a:lnTo>
                <a:lnTo>
                  <a:pt x="266377" y="2112367"/>
                </a:lnTo>
                <a:lnTo>
                  <a:pt x="221011" y="2134199"/>
                </a:lnTo>
                <a:lnTo>
                  <a:pt x="178144" y="2154789"/>
                </a:lnTo>
                <a:lnTo>
                  <a:pt x="138296" y="2174115"/>
                </a:lnTo>
                <a:lnTo>
                  <a:pt x="101991" y="2192157"/>
                </a:lnTo>
                <a:lnTo>
                  <a:pt x="69751" y="2208895"/>
                </a:lnTo>
                <a:lnTo>
                  <a:pt x="42099" y="2224308"/>
                </a:lnTo>
                <a:lnTo>
                  <a:pt x="19558" y="2238375"/>
                </a:lnTo>
              </a:path>
            </a:pathLst>
          </a:custGeom>
          <a:ln w="28575">
            <a:solidFill>
              <a:srgbClr val="000000"/>
            </a:solidFill>
          </a:ln>
        </p:spPr>
        <p:txBody>
          <a:bodyPr wrap="square" lIns="0" tIns="0" rIns="0" bIns="0" rtlCol="0"/>
          <a:lstStyle/>
          <a:p>
            <a:endParaRPr/>
          </a:p>
        </p:txBody>
      </p:sp>
      <p:sp>
        <p:nvSpPr>
          <p:cNvPr id="20" name="bg object 20"/>
          <p:cNvSpPr/>
          <p:nvPr/>
        </p:nvSpPr>
        <p:spPr>
          <a:xfrm>
            <a:off x="1494409" y="1944623"/>
            <a:ext cx="1370965" cy="1442085"/>
          </a:xfrm>
          <a:custGeom>
            <a:avLst/>
            <a:gdLst/>
            <a:ahLst/>
            <a:cxnLst/>
            <a:rect l="l" t="t" r="r" b="b"/>
            <a:pathLst>
              <a:path w="1370964" h="1442085">
                <a:moveTo>
                  <a:pt x="1008253" y="976249"/>
                </a:moveTo>
                <a:lnTo>
                  <a:pt x="1000531" y="968883"/>
                </a:lnTo>
                <a:lnTo>
                  <a:pt x="938911" y="910082"/>
                </a:lnTo>
                <a:lnTo>
                  <a:pt x="930529" y="937361"/>
                </a:lnTo>
                <a:lnTo>
                  <a:pt x="171958" y="703961"/>
                </a:lnTo>
                <a:lnTo>
                  <a:pt x="163436" y="731266"/>
                </a:lnTo>
                <a:lnTo>
                  <a:pt x="922147" y="964666"/>
                </a:lnTo>
                <a:lnTo>
                  <a:pt x="913765" y="991997"/>
                </a:lnTo>
                <a:lnTo>
                  <a:pt x="1008253" y="976249"/>
                </a:lnTo>
                <a:close/>
              </a:path>
              <a:path w="1370964" h="1442085">
                <a:moveTo>
                  <a:pt x="1030605" y="1437640"/>
                </a:moveTo>
                <a:lnTo>
                  <a:pt x="1017473" y="1421765"/>
                </a:lnTo>
                <a:lnTo>
                  <a:pt x="969518" y="1363726"/>
                </a:lnTo>
                <a:lnTo>
                  <a:pt x="957961" y="1389824"/>
                </a:lnTo>
                <a:lnTo>
                  <a:pt x="11557" y="971296"/>
                </a:lnTo>
                <a:lnTo>
                  <a:pt x="0" y="997331"/>
                </a:lnTo>
                <a:lnTo>
                  <a:pt x="946391" y="1415986"/>
                </a:lnTo>
                <a:lnTo>
                  <a:pt x="934847" y="1442085"/>
                </a:lnTo>
                <a:lnTo>
                  <a:pt x="1030605" y="1437640"/>
                </a:lnTo>
                <a:close/>
              </a:path>
              <a:path w="1370964" h="1442085">
                <a:moveTo>
                  <a:pt x="1370838" y="22352"/>
                </a:moveTo>
                <a:lnTo>
                  <a:pt x="1277620" y="0"/>
                </a:lnTo>
                <a:lnTo>
                  <a:pt x="1284071" y="27736"/>
                </a:lnTo>
                <a:lnTo>
                  <a:pt x="40640" y="317119"/>
                </a:lnTo>
                <a:lnTo>
                  <a:pt x="47117" y="344932"/>
                </a:lnTo>
                <a:lnTo>
                  <a:pt x="1290574" y="55676"/>
                </a:lnTo>
                <a:lnTo>
                  <a:pt x="1297051" y="83439"/>
                </a:lnTo>
                <a:lnTo>
                  <a:pt x="1368221" y="24511"/>
                </a:lnTo>
                <a:lnTo>
                  <a:pt x="1370838" y="22352"/>
                </a:lnTo>
                <a:close/>
              </a:path>
            </a:pathLst>
          </a:custGeom>
          <a:solidFill>
            <a:srgbClr val="000000"/>
          </a:solidFill>
        </p:spPr>
        <p:txBody>
          <a:bodyPr wrap="square" lIns="0" tIns="0" rIns="0" bIns="0" rtlCol="0"/>
          <a:lstStyle/>
          <a:p>
            <a:endParaRPr/>
          </a:p>
        </p:txBody>
      </p:sp>
      <p:sp>
        <p:nvSpPr>
          <p:cNvPr id="2" name="Holder 2"/>
          <p:cNvSpPr>
            <a:spLocks noGrp="1"/>
          </p:cNvSpPr>
          <p:nvPr>
            <p:ph type="ctrTitle"/>
          </p:nvPr>
        </p:nvSpPr>
        <p:spPr>
          <a:xfrm>
            <a:off x="2322576" y="179387"/>
            <a:ext cx="2036445" cy="391795"/>
          </a:xfrm>
          <a:prstGeom prst="rect">
            <a:avLst/>
          </a:prstGeom>
        </p:spPr>
        <p:txBody>
          <a:bodyPr wrap="square" lIns="0" tIns="0" rIns="0" bIns="0">
            <a:spAutoFit/>
          </a:bodyPr>
          <a:lstStyle>
            <a:lvl1pPr>
              <a:defRPr sz="2750" b="0" i="0">
                <a:solidFill>
                  <a:schemeClr val="tx1"/>
                </a:solidFill>
                <a:latin typeface="Tahoma"/>
                <a:cs typeface="Tahoma"/>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400" b="0" i="0">
                <a:solidFill>
                  <a:schemeClr val="hlink"/>
                </a:solidFill>
                <a:latin typeface="Tahoma"/>
                <a:cs typeface="Tahoma"/>
              </a:defRPr>
            </a:lvl1pPr>
          </a:lstStyle>
          <a:p>
            <a:endParaRPr/>
          </a:p>
        </p:txBody>
      </p:sp>
      <p:sp>
        <p:nvSpPr>
          <p:cNvPr id="5" name="Holder 5"/>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400" b="0" i="0">
                <a:solidFill>
                  <a:schemeClr val="hlink"/>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Holder 5"/>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6" name="Holder 6"/>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7" name="Holder 7"/>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4" name="Holder 4"/>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5" name="Holder 5"/>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3" name="Holder 3"/>
          <p:cNvSpPr>
            <a:spLocks noGrp="1"/>
          </p:cNvSpPr>
          <p:nvPr>
            <p:ph type="dt" sz="half" idx="6"/>
          </p:nvPr>
        </p:nvSpPr>
        <p:spPr/>
        <p:txBody>
          <a:bodyPr lIns="0" tIns="0" rIns="0" bIns="0"/>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4" name="Holder 4"/>
          <p:cNvSpPr>
            <a:spLocks noGrp="1"/>
          </p:cNvSpPr>
          <p:nvPr>
            <p:ph type="sldNum" sz="quarter" idx="7"/>
          </p:nvPr>
        </p:nvSpPr>
        <p:spPr/>
        <p:txBody>
          <a:bodyPr lIns="0" tIns="0" rIns="0" bIns="0"/>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3969130" y="4887723"/>
            <a:ext cx="1478279" cy="192360"/>
          </a:xfrm>
        </p:spPr>
        <p:txBody>
          <a:bodyPr/>
          <a:lstStyle/>
          <a:p>
            <a:fld id="{4251665B-C24A-4702-B522-6A4334602E03}" type="datetimeFigureOut">
              <a:rPr lang="en-US" smtClean="0"/>
              <a:t>2/18/2026</a:t>
            </a:fld>
            <a:endParaRPr lang="en-US"/>
          </a:p>
        </p:txBody>
      </p:sp>
      <p:sp>
        <p:nvSpPr>
          <p:cNvPr id="5" name="Footer Placeholder 4"/>
          <p:cNvSpPr>
            <a:spLocks noGrp="1"/>
          </p:cNvSpPr>
          <p:nvPr>
            <p:ph type="ftr" sz="quarter" idx="11"/>
          </p:nvPr>
        </p:nvSpPr>
        <p:spPr>
          <a:xfrm>
            <a:off x="7640319" y="4874974"/>
            <a:ext cx="1210945" cy="276999"/>
          </a:xfrm>
        </p:spPr>
        <p:txBody>
          <a:bodyPr/>
          <a:lstStyle/>
          <a:p>
            <a:endParaRPr lang="en-US"/>
          </a:p>
        </p:txBody>
      </p:sp>
      <p:sp>
        <p:nvSpPr>
          <p:cNvPr id="6" name="Slide Number Placeholder 5"/>
          <p:cNvSpPr>
            <a:spLocks noGrp="1"/>
          </p:cNvSpPr>
          <p:nvPr>
            <p:ph type="sldNum" sz="quarter" idx="12"/>
          </p:nvPr>
        </p:nvSpPr>
        <p:spPr>
          <a:xfrm>
            <a:off x="5621654" y="4874974"/>
            <a:ext cx="318135" cy="276999"/>
          </a:xfrm>
        </p:spPr>
        <p:txBody>
          <a:bodyPr/>
          <a:lstStyle/>
          <a:p>
            <a:fld id="{5FD889E0-CAB2-4699-909D-B9A88D47ACBE}" type="slidenum">
              <a:rPr lang="en-US" smtClean="0"/>
              <a:t>‹#›</a:t>
            </a:fld>
            <a:endParaRPr lang="en-US"/>
          </a:p>
        </p:txBody>
      </p:sp>
      <p:sp>
        <p:nvSpPr>
          <p:cNvPr id="7" name="Rectangle 6"/>
          <p:cNvSpPr/>
          <p:nvPr/>
        </p:nvSpPr>
        <p:spPr>
          <a:xfrm>
            <a:off x="284165" y="333550"/>
            <a:ext cx="8574087" cy="1101328"/>
          </a:xfrm>
          <a:prstGeom prst="rect">
            <a:avLst/>
          </a:prstGeom>
          <a:solidFill>
            <a:schemeClr val="tx1">
              <a:lumMod val="85000"/>
              <a:lumOff val="15000"/>
              <a:alpha val="85000"/>
            </a:schemeClr>
          </a:solidFill>
        </p:spPr>
        <p:txBody>
          <a:bodyPr vert="horz" lIns="68580" tIns="34290" rIns="137160" bIns="274320" rtlCol="0" anchor="b" anchorCtr="0">
            <a:normAutofit/>
          </a:bodyPr>
          <a:lstStyle/>
          <a:p>
            <a:pPr algn="l" defTabSz="685766" rtl="0" eaLnBrk="1" latinLnBrk="0" hangingPunct="1">
              <a:spcBef>
                <a:spcPct val="0"/>
              </a:spcBef>
              <a:buNone/>
            </a:pPr>
            <a:endParaRPr sz="3150" kern="1200">
              <a:solidFill>
                <a:schemeClr val="bg1"/>
              </a:solidFill>
              <a:latin typeface="+mj-lt"/>
              <a:ea typeface="+mj-ea"/>
              <a:cs typeface="+mj-cs"/>
            </a:endParaRPr>
          </a:p>
        </p:txBody>
      </p:sp>
      <p:grpSp>
        <p:nvGrpSpPr>
          <p:cNvPr id="8" name="Group 16"/>
          <p:cNvGrpSpPr/>
          <p:nvPr/>
        </p:nvGrpSpPr>
        <p:grpSpPr>
          <a:xfrm>
            <a:off x="284165" y="1429910"/>
            <a:ext cx="8576373" cy="103058"/>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grpSp>
      <p:sp>
        <p:nvSpPr>
          <p:cNvPr id="2" name="Title 1"/>
          <p:cNvSpPr>
            <a:spLocks noGrp="1"/>
          </p:cNvSpPr>
          <p:nvPr>
            <p:ph type="ctrTitle"/>
          </p:nvPr>
        </p:nvSpPr>
        <p:spPr>
          <a:xfrm>
            <a:off x="421341" y="336754"/>
            <a:ext cx="7808976" cy="816102"/>
          </a:xfrm>
          <a:noFill/>
        </p:spPr>
        <p:txBody>
          <a:bodyPr vert="horz" lIns="91440" tIns="45720" rIns="91440" bIns="45720" rtlCol="0" anchor="b" anchorCtr="0">
            <a:normAutofit/>
          </a:bodyPr>
          <a:lstStyle>
            <a:lvl1pPr marL="0" algn="l" defTabSz="685766" rtl="0" eaLnBrk="1" latinLnBrk="0" hangingPunct="1">
              <a:lnSpc>
                <a:spcPts val="3450"/>
              </a:lnSpc>
              <a:spcBef>
                <a:spcPct val="0"/>
              </a:spcBef>
              <a:buNone/>
              <a:defRPr sz="315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149320"/>
            <a:ext cx="7754112" cy="363474"/>
          </a:xfrm>
        </p:spPr>
        <p:txBody>
          <a:bodyPr vert="horz" lIns="91440" tIns="45720" rIns="91440" bIns="45720" rtlCol="0">
            <a:normAutofit/>
          </a:bodyPr>
          <a:lstStyle>
            <a:lvl1pPr marL="0" indent="0" algn="l" defTabSz="685766" rtl="0" eaLnBrk="1" latinLnBrk="0" hangingPunct="1">
              <a:lnSpc>
                <a:spcPct val="100000"/>
              </a:lnSpc>
              <a:spcBef>
                <a:spcPts val="0"/>
              </a:spcBef>
              <a:buClr>
                <a:schemeClr val="bg1">
                  <a:lumMod val="65000"/>
                </a:schemeClr>
              </a:buClr>
              <a:buSzPct val="90000"/>
              <a:buFont typeface="Wingdings" pitchFamily="2" charset="2"/>
              <a:buNone/>
              <a:defRPr sz="1350" kern="1200">
                <a:solidFill>
                  <a:schemeClr val="bg1"/>
                </a:solidFill>
                <a:latin typeface="+mn-lt"/>
                <a:ea typeface="+mn-ea"/>
                <a:cs typeface="+mn-cs"/>
              </a:defRPr>
            </a:lvl1pPr>
            <a:lvl2pPr marL="342884" indent="0" algn="ctr">
              <a:buNone/>
              <a:defRPr>
                <a:solidFill>
                  <a:schemeClr val="tx1">
                    <a:tint val="75000"/>
                  </a:schemeClr>
                </a:solidFill>
              </a:defRPr>
            </a:lvl2pPr>
            <a:lvl3pPr marL="685766" indent="0" algn="ctr">
              <a:buNone/>
              <a:defRPr>
                <a:solidFill>
                  <a:schemeClr val="tx1">
                    <a:tint val="75000"/>
                  </a:schemeClr>
                </a:solidFill>
              </a:defRPr>
            </a:lvl3pPr>
            <a:lvl4pPr marL="1028649" indent="0" algn="ctr">
              <a:buNone/>
              <a:defRPr>
                <a:solidFill>
                  <a:schemeClr val="tx1">
                    <a:tint val="75000"/>
                  </a:schemeClr>
                </a:solidFill>
              </a:defRPr>
            </a:lvl4pPr>
            <a:lvl5pPr marL="1371532" indent="0" algn="ctr">
              <a:buNone/>
              <a:defRPr>
                <a:solidFill>
                  <a:schemeClr val="tx1">
                    <a:tint val="75000"/>
                  </a:schemeClr>
                </a:solidFill>
              </a:defRPr>
            </a:lvl5pPr>
            <a:lvl6pPr marL="1714415" indent="0" algn="ctr">
              <a:buNone/>
              <a:defRPr>
                <a:solidFill>
                  <a:schemeClr val="tx1">
                    <a:tint val="75000"/>
                  </a:schemeClr>
                </a:solidFill>
              </a:defRPr>
            </a:lvl6pPr>
            <a:lvl7pPr marL="2057297" indent="0" algn="ctr">
              <a:buNone/>
              <a:defRPr>
                <a:solidFill>
                  <a:schemeClr val="tx1">
                    <a:tint val="75000"/>
                  </a:schemeClr>
                </a:solidFill>
              </a:defRPr>
            </a:lvl7pPr>
            <a:lvl8pPr marL="2400180" indent="0" algn="ctr">
              <a:buNone/>
              <a:defRPr>
                <a:solidFill>
                  <a:schemeClr val="tx1">
                    <a:tint val="75000"/>
                  </a:schemeClr>
                </a:solidFill>
              </a:defRPr>
            </a:lvl8pPr>
            <a:lvl9pPr marL="2743064" indent="0" algn="ctr">
              <a:buNone/>
              <a:defRPr>
                <a:solidFill>
                  <a:schemeClr val="tx1">
                    <a:tint val="75000"/>
                  </a:schemeClr>
                </a:solidFill>
              </a:defRPr>
            </a:lvl9pPr>
          </a:lstStyle>
          <a:p>
            <a:r>
              <a:rPr lang="fi-FI"/>
              <a:t>Click to edit Master subtitle style</a:t>
            </a:r>
            <a:endParaRPr/>
          </a:p>
        </p:txBody>
      </p:sp>
      <p:sp>
        <p:nvSpPr>
          <p:cNvPr id="13" name="Rectangle 12"/>
          <p:cNvSpPr/>
          <p:nvPr/>
        </p:nvSpPr>
        <p:spPr>
          <a:xfrm>
            <a:off x="284165" y="4670298"/>
            <a:ext cx="8574087" cy="130302"/>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35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344929"/>
            <a:ext cx="1419654" cy="1071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54058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0842" y="136143"/>
            <a:ext cx="8362315" cy="449580"/>
          </a:xfrm>
          <a:prstGeom prst="rect">
            <a:avLst/>
          </a:prstGeom>
        </p:spPr>
        <p:txBody>
          <a:bodyPr wrap="square" lIns="0" tIns="0" rIns="0" bIns="0">
            <a:spAutoFit/>
          </a:bodyPr>
          <a:lstStyle>
            <a:lvl1pPr>
              <a:defRPr sz="2750" b="0" i="0">
                <a:solidFill>
                  <a:schemeClr val="tx1"/>
                </a:solidFill>
                <a:latin typeface="Tahoma"/>
                <a:cs typeface="Tahoma"/>
              </a:defRPr>
            </a:lvl1pPr>
          </a:lstStyle>
          <a:p>
            <a:endParaRPr/>
          </a:p>
        </p:txBody>
      </p:sp>
      <p:sp>
        <p:nvSpPr>
          <p:cNvPr id="3" name="Holder 3"/>
          <p:cNvSpPr>
            <a:spLocks noGrp="1"/>
          </p:cNvSpPr>
          <p:nvPr>
            <p:ph type="body" idx="1"/>
          </p:nvPr>
        </p:nvSpPr>
        <p:spPr>
          <a:xfrm>
            <a:off x="4357370" y="2125979"/>
            <a:ext cx="4449445" cy="1127125"/>
          </a:xfrm>
          <a:prstGeom prst="rect">
            <a:avLst/>
          </a:prstGeom>
        </p:spPr>
        <p:txBody>
          <a:bodyPr wrap="square" lIns="0" tIns="0" rIns="0" bIns="0">
            <a:spAutoFit/>
          </a:bodyPr>
          <a:lstStyle>
            <a:lvl1pPr>
              <a:defRPr sz="2400" b="0" i="0">
                <a:solidFill>
                  <a:schemeClr val="hlink"/>
                </a:solidFill>
                <a:latin typeface="Tahoma"/>
                <a:cs typeface="Tahoma"/>
              </a:defRPr>
            </a:lvl1pPr>
          </a:lstStyle>
          <a:p>
            <a:endParaRPr/>
          </a:p>
        </p:txBody>
      </p:sp>
      <p:sp>
        <p:nvSpPr>
          <p:cNvPr id="4" name="Holder 4"/>
          <p:cNvSpPr>
            <a:spLocks noGrp="1"/>
          </p:cNvSpPr>
          <p:nvPr>
            <p:ph type="ftr" sz="quarter" idx="5"/>
          </p:nvPr>
        </p:nvSpPr>
        <p:spPr>
          <a:xfrm>
            <a:off x="78739" y="4802992"/>
            <a:ext cx="3215004" cy="313689"/>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2700">
              <a:lnSpc>
                <a:spcPct val="100000"/>
              </a:lnSpc>
              <a:spcBef>
                <a:spcPts val="70"/>
              </a:spcBef>
            </a:pPr>
            <a:r>
              <a:rPr spc="-30" dirty="0"/>
              <a:t>Stanford</a:t>
            </a:r>
            <a:r>
              <a:rPr spc="-195" dirty="0"/>
              <a:t> </a:t>
            </a:r>
            <a:r>
              <a:rPr spc="-85" dirty="0"/>
              <a:t>CS231n</a:t>
            </a:r>
            <a:r>
              <a:rPr spc="-180" dirty="0"/>
              <a:t> </a:t>
            </a:r>
            <a:r>
              <a:rPr spc="-35" dirty="0"/>
              <a:t>10</a:t>
            </a:r>
            <a:r>
              <a:rPr sz="1800" spc="-52" baseline="25462" dirty="0"/>
              <a:t>th</a:t>
            </a:r>
            <a:r>
              <a:rPr sz="1800" spc="44" baseline="25462" dirty="0"/>
              <a:t> </a:t>
            </a:r>
            <a:r>
              <a:rPr sz="1800" spc="-30" dirty="0"/>
              <a:t>Anniversary</a:t>
            </a:r>
            <a:endParaRPr sz="1800"/>
          </a:p>
        </p:txBody>
      </p:sp>
      <p:sp>
        <p:nvSpPr>
          <p:cNvPr id="5" name="Holder 5"/>
          <p:cNvSpPr>
            <a:spLocks noGrp="1"/>
          </p:cNvSpPr>
          <p:nvPr>
            <p:ph type="dt" sz="half" idx="6"/>
          </p:nvPr>
        </p:nvSpPr>
        <p:spPr>
          <a:xfrm>
            <a:off x="7882001" y="4802992"/>
            <a:ext cx="1191895" cy="313689"/>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2700">
              <a:lnSpc>
                <a:spcPct val="100000"/>
              </a:lnSpc>
              <a:spcBef>
                <a:spcPts val="70"/>
              </a:spcBef>
            </a:pPr>
            <a:r>
              <a:rPr spc="-10" dirty="0"/>
              <a:t>April</a:t>
            </a:r>
            <a:r>
              <a:rPr spc="-229" dirty="0"/>
              <a:t> </a:t>
            </a:r>
            <a:r>
              <a:rPr spc="-105" dirty="0"/>
              <a:t>3,</a:t>
            </a:r>
            <a:r>
              <a:rPr spc="-170" dirty="0"/>
              <a:t> </a:t>
            </a:r>
            <a:r>
              <a:rPr spc="-75" dirty="0"/>
              <a:t>2025</a:t>
            </a:r>
          </a:p>
        </p:txBody>
      </p:sp>
      <p:sp>
        <p:nvSpPr>
          <p:cNvPr id="6" name="Holder 6"/>
          <p:cNvSpPr>
            <a:spLocks noGrp="1"/>
          </p:cNvSpPr>
          <p:nvPr>
            <p:ph type="sldNum" sz="quarter" idx="7"/>
          </p:nvPr>
        </p:nvSpPr>
        <p:spPr>
          <a:xfrm>
            <a:off x="5328920" y="4275625"/>
            <a:ext cx="1477645" cy="841057"/>
          </a:xfrm>
          <a:prstGeom prst="rect">
            <a:avLst/>
          </a:prstGeom>
        </p:spPr>
        <p:txBody>
          <a:bodyPr wrap="square" lIns="0" tIns="0" rIns="0" bIns="0">
            <a:spAutoFit/>
          </a:bodyPr>
          <a:lstStyle>
            <a:lvl1pPr>
              <a:defRPr sz="1800" b="0" i="0">
                <a:solidFill>
                  <a:schemeClr val="bg1"/>
                </a:solidFill>
                <a:latin typeface="Tahoma"/>
                <a:cs typeface="Tahoma"/>
              </a:defRPr>
            </a:lvl1pPr>
          </a:lstStyle>
          <a:p>
            <a:pPr marL="1198245">
              <a:lnSpc>
                <a:spcPct val="100000"/>
              </a:lnSpc>
              <a:spcBef>
                <a:spcPts val="7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181.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23.png"/><Relationship Id="rId21" Type="http://schemas.openxmlformats.org/officeDocument/2006/relationships/image" Target="../media/image39.png"/><Relationship Id="rId7" Type="http://schemas.openxmlformats.org/officeDocument/2006/relationships/image" Target="../media/image250.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image" Target="../media/image180.png"/><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40.png"/><Relationship Id="rId11" Type="http://schemas.openxmlformats.org/officeDocument/2006/relationships/image" Target="../media/image29.png"/><Relationship Id="rId24" Type="http://schemas.openxmlformats.org/officeDocument/2006/relationships/image" Target="../media/image42.png"/><Relationship Id="rId5" Type="http://schemas.openxmlformats.org/officeDocument/2006/relationships/image" Target="../media/image230.png"/><Relationship Id="rId15" Type="http://schemas.openxmlformats.org/officeDocument/2006/relationships/image" Target="../media/image33.png"/><Relationship Id="rId23" Type="http://schemas.openxmlformats.org/officeDocument/2006/relationships/image" Target="../media/image41.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0.png"/><Relationship Id="rId9" Type="http://schemas.openxmlformats.org/officeDocument/2006/relationships/image" Target="../media/image27.png"/><Relationship Id="rId14" Type="http://schemas.openxmlformats.org/officeDocument/2006/relationships/image" Target="../media/image32.png"/><Relationship Id="rId22"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hyperlink" Target="https://colab.research.google.com/drive/1JTb7xyRkpQ5YfNb2XVuIuajVrlxSef2l?usp=sharin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colab.research.google.com/drive/1W_OBipIZ4YhkIxePaw2Exhki1KcRR5VS?usp=sharin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9678" y="311518"/>
            <a:ext cx="6768460" cy="727487"/>
          </a:xfrm>
        </p:spPr>
        <p:txBody>
          <a:bodyPr anchor="ctr">
            <a:noAutofit/>
          </a:bodyPr>
          <a:lstStyle/>
          <a:p>
            <a:r>
              <a:rPr lang="en-US" sz="2000" dirty="0"/>
              <a:t>Back Propagation</a:t>
            </a:r>
          </a:p>
        </p:txBody>
      </p:sp>
      <p:sp>
        <p:nvSpPr>
          <p:cNvPr id="3" name="Subtitle 2"/>
          <p:cNvSpPr>
            <a:spLocks noGrp="1"/>
          </p:cNvSpPr>
          <p:nvPr>
            <p:ph type="subTitle" idx="1"/>
          </p:nvPr>
        </p:nvSpPr>
        <p:spPr>
          <a:xfrm>
            <a:off x="299680" y="1039003"/>
            <a:ext cx="2092132" cy="363474"/>
          </a:xfrm>
        </p:spPr>
        <p:txBody>
          <a:bodyPr>
            <a:normAutofit/>
          </a:bodyPr>
          <a:lstStyle/>
          <a:p>
            <a:r>
              <a:rPr lang="en-US"/>
              <a:t>Course Code: CSC 4254</a:t>
            </a:r>
          </a:p>
        </p:txBody>
      </p:sp>
      <p:sp>
        <p:nvSpPr>
          <p:cNvPr id="4" name="TextBox 3"/>
          <p:cNvSpPr txBox="1"/>
          <p:nvPr/>
        </p:nvSpPr>
        <p:spPr>
          <a:xfrm>
            <a:off x="1187770" y="2243282"/>
            <a:ext cx="6768461" cy="553998"/>
          </a:xfrm>
          <a:prstGeom prst="rect">
            <a:avLst/>
          </a:prstGeom>
          <a:noFill/>
        </p:spPr>
        <p:txBody>
          <a:bodyPr wrap="square" rtlCol="0">
            <a:spAutoFit/>
          </a:bodyPr>
          <a:lstStyle/>
          <a:p>
            <a:pPr algn="ctr"/>
            <a:r>
              <a:rPr lang="en-US" sz="1500" b="1">
                <a:solidFill>
                  <a:srgbClr val="0070C0"/>
                </a:solidFill>
                <a:latin typeface="Arial" panose="020B0604020202020204" pitchFamily="34" charset="0"/>
                <a:cs typeface="Arial" panose="020B0604020202020204" pitchFamily="34" charset="0"/>
              </a:rPr>
              <a:t>Dept. of Computer Science</a:t>
            </a:r>
          </a:p>
          <a:p>
            <a:pPr algn="ctr"/>
            <a:r>
              <a:rPr lang="en-US" sz="1500" b="1">
                <a:solidFill>
                  <a:srgbClr val="0070C0"/>
                </a:solidFill>
                <a:latin typeface="Arial" panose="020B0604020202020204" pitchFamily="34" charset="0"/>
                <a:cs typeface="Arial" panose="020B0604020202020204" pitchFamily="34" charset="0"/>
              </a:rPr>
              <a:t>Faculty of Science and Technology</a:t>
            </a:r>
            <a:endParaRPr lang="en-US" b="1">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762091828"/>
              </p:ext>
            </p:extLst>
          </p:nvPr>
        </p:nvGraphicFramePr>
        <p:xfrm>
          <a:off x="477611" y="3741024"/>
          <a:ext cx="8188780" cy="624305"/>
        </p:xfrm>
        <a:graphic>
          <a:graphicData uri="http://schemas.openxmlformats.org/drawingml/2006/table">
            <a:tbl>
              <a:tblPr firstRow="1" bandRow="1">
                <a:tableStyleId>{D7AC3CCA-C797-4891-BE02-D94E43425B78}</a:tableStyleId>
              </a:tblPr>
              <a:tblGrid>
                <a:gridCol w="1457065">
                  <a:extLst>
                    <a:ext uri="{9D8B030D-6E8A-4147-A177-3AD203B41FA5}">
                      <a16:colId xmlns:a16="http://schemas.microsoft.com/office/drawing/2014/main" val="3905988420"/>
                    </a:ext>
                  </a:extLst>
                </a:gridCol>
                <a:gridCol w="1373073">
                  <a:extLst>
                    <a:ext uri="{9D8B030D-6E8A-4147-A177-3AD203B41FA5}">
                      <a16:colId xmlns:a16="http://schemas.microsoft.com/office/drawing/2014/main" val="2889894460"/>
                    </a:ext>
                  </a:extLst>
                </a:gridCol>
                <a:gridCol w="1206252">
                  <a:extLst>
                    <a:ext uri="{9D8B030D-6E8A-4147-A177-3AD203B41FA5}">
                      <a16:colId xmlns:a16="http://schemas.microsoft.com/office/drawing/2014/main" val="3023211198"/>
                    </a:ext>
                  </a:extLst>
                </a:gridCol>
                <a:gridCol w="1178355">
                  <a:extLst>
                    <a:ext uri="{9D8B030D-6E8A-4147-A177-3AD203B41FA5}">
                      <a16:colId xmlns:a16="http://schemas.microsoft.com/office/drawing/2014/main" val="1762131981"/>
                    </a:ext>
                  </a:extLst>
                </a:gridCol>
                <a:gridCol w="1157014">
                  <a:extLst>
                    <a:ext uri="{9D8B030D-6E8A-4147-A177-3AD203B41FA5}">
                      <a16:colId xmlns:a16="http://schemas.microsoft.com/office/drawing/2014/main" val="445458238"/>
                    </a:ext>
                  </a:extLst>
                </a:gridCol>
                <a:gridCol w="1817021">
                  <a:extLst>
                    <a:ext uri="{9D8B030D-6E8A-4147-A177-3AD203B41FA5}">
                      <a16:colId xmlns:a16="http://schemas.microsoft.com/office/drawing/2014/main" val="1508364941"/>
                    </a:ext>
                  </a:extLst>
                </a:gridCol>
              </a:tblGrid>
              <a:tr h="338555">
                <a:tc>
                  <a:txBody>
                    <a:bodyPr/>
                    <a:lstStyle/>
                    <a:p>
                      <a:r>
                        <a:rPr lang="en-US" sz="1400" dirty="0"/>
                        <a:t>Lecture No:</a:t>
                      </a:r>
                    </a:p>
                  </a:txBody>
                  <a:tcPr marL="68580" marR="68580" marT="34290" marB="34290"/>
                </a:tc>
                <a:tc>
                  <a:txBody>
                    <a:bodyPr/>
                    <a:lstStyle/>
                    <a:p>
                      <a:r>
                        <a:rPr lang="en-US" sz="1400" dirty="0"/>
                        <a:t>6</a:t>
                      </a:r>
                    </a:p>
                  </a:txBody>
                  <a:tcPr marL="68580" marR="68580" marT="34290" marB="34290"/>
                </a:tc>
                <a:tc>
                  <a:txBody>
                    <a:bodyPr/>
                    <a:lstStyle/>
                    <a:p>
                      <a:r>
                        <a:rPr lang="en-US" sz="1400"/>
                        <a:t>Week No:</a:t>
                      </a:r>
                    </a:p>
                  </a:txBody>
                  <a:tcPr marL="68580" marR="68580" marT="34290" marB="34290"/>
                </a:tc>
                <a:tc>
                  <a:txBody>
                    <a:bodyPr/>
                    <a:lstStyle/>
                    <a:p>
                      <a:r>
                        <a:rPr lang="en-US" sz="1400" dirty="0"/>
                        <a:t>3</a:t>
                      </a:r>
                    </a:p>
                  </a:txBody>
                  <a:tcPr marL="68580" marR="68580" marT="34290" marB="34290"/>
                </a:tc>
                <a:tc>
                  <a:txBody>
                    <a:bodyPr/>
                    <a:lstStyle/>
                    <a:p>
                      <a:r>
                        <a:rPr lang="en-US" sz="1400"/>
                        <a:t>Semester:</a:t>
                      </a:r>
                    </a:p>
                  </a:txBody>
                  <a:tcPr marL="68580" marR="68580" marT="34290" marB="34290"/>
                </a:tc>
                <a:tc>
                  <a:txBody>
                    <a:bodyPr/>
                    <a:lstStyle/>
                    <a:p>
                      <a:endParaRPr lang="en-US" sz="1400"/>
                    </a:p>
                  </a:txBody>
                  <a:tcPr marL="68580" marR="68580" marT="34290" marB="34290"/>
                </a:tc>
                <a:extLst>
                  <a:ext uri="{0D108BD9-81ED-4DB2-BD59-A6C34878D82A}">
                    <a16:rowId xmlns:a16="http://schemas.microsoft.com/office/drawing/2014/main" val="2197040212"/>
                  </a:ext>
                </a:extLst>
              </a:tr>
              <a:tr h="285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mn-lt"/>
                          <a:ea typeface="+mn-ea"/>
                          <a:cs typeface="+mn-cs"/>
                        </a:rPr>
                        <a:t>Lecturer:</a:t>
                      </a:r>
                    </a:p>
                  </a:txBody>
                  <a:tcPr marL="68580" marR="68580" marT="34290" marB="34290"/>
                </a:tc>
                <a:tc gridSpan="5">
                  <a:txBody>
                    <a:bodyPr/>
                    <a:lstStyle/>
                    <a:p>
                      <a:endParaRPr lang="en-US" sz="1400" i="1" dirty="0"/>
                    </a:p>
                  </a:txBody>
                  <a:tcPr marL="68580" marR="68580" marT="34290" marB="34290"/>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2006351" y="1048169"/>
            <a:ext cx="4019309" cy="363474"/>
          </a:xfrm>
          <a:prstGeom prst="rect">
            <a:avLst/>
          </a:prstGeom>
        </p:spPr>
        <p:txBody>
          <a:bodyPr vert="horz" lIns="68580" tIns="34290" rIns="68580" bIns="3429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buClr>
                <a:prstClr val="white">
                  <a:lumMod val="65000"/>
                </a:prstClr>
              </a:buClr>
            </a:pPr>
            <a:r>
              <a:rPr lang="en-US" sz="1350">
                <a:solidFill>
                  <a:prstClr val="white"/>
                </a:solidFill>
                <a:latin typeface="Calibri"/>
              </a:rPr>
              <a:t>Course Title: Computer Vision &amp; Pattern Recognition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2FB86D-F341-2884-BB11-EE509214DE8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461DAEB-BD85-B133-3DF6-DF976FB6E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B0AE8E-BE99-9298-DFEC-866102A40DF0}"/>
              </a:ext>
            </a:extLst>
          </p:cNvPr>
          <p:cNvSpPr>
            <a:spLocks noGrp="1"/>
          </p:cNvSpPr>
          <p:nvPr>
            <p:ph type="title"/>
          </p:nvPr>
        </p:nvSpPr>
        <p:spPr>
          <a:xfrm>
            <a:off x="756138" y="130524"/>
            <a:ext cx="7631723" cy="833882"/>
          </a:xfrm>
        </p:spPr>
        <p:txBody>
          <a:bodyPr anchor="ctr">
            <a:normAutofit/>
          </a:bodyPr>
          <a:lstStyle/>
          <a:p>
            <a:pPr algn="ctr"/>
            <a:r>
              <a:rPr lang="en-US" sz="3000" dirty="0"/>
              <a:t>Feed Forward Output</a:t>
            </a:r>
          </a:p>
        </p:txBody>
      </p:sp>
      <p:pic>
        <p:nvPicPr>
          <p:cNvPr id="6" name="Picture 5">
            <a:extLst>
              <a:ext uri="{FF2B5EF4-FFF2-40B4-BE49-F238E27FC236}">
                <a16:creationId xmlns:a16="http://schemas.microsoft.com/office/drawing/2014/main" id="{57D70660-9EFD-3D4A-8873-40D77DFC166F}"/>
              </a:ext>
            </a:extLst>
          </p:cNvPr>
          <p:cNvPicPr>
            <a:picLocks noChangeAspect="1"/>
          </p:cNvPicPr>
          <p:nvPr/>
        </p:nvPicPr>
        <p:blipFill>
          <a:blip r:embed="rId2"/>
          <a:stretch>
            <a:fillRect/>
          </a:stretch>
        </p:blipFill>
        <p:spPr>
          <a:xfrm>
            <a:off x="255845" y="845503"/>
            <a:ext cx="4316154" cy="3084164"/>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291D566-AD25-FDD3-2A3E-57032C5E2209}"/>
                  </a:ext>
                </a:extLst>
              </p:cNvPr>
              <p:cNvSpPr txBox="1"/>
              <p:nvPr/>
            </p:nvSpPr>
            <p:spPr>
              <a:xfrm>
                <a:off x="4046764" y="1213833"/>
                <a:ext cx="5097236" cy="892552"/>
              </a:xfrm>
              <a:prstGeom prst="rect">
                <a:avLst/>
              </a:prstGeom>
              <a:noFill/>
            </p:spPr>
            <p:txBody>
              <a:bodyPr wrap="square" rtlCol="0">
                <a:spAutoFit/>
              </a:bodyPr>
              <a:lstStyle/>
              <a:p>
                <a:r>
                  <a:rPr lang="en-US" sz="1600" dirty="0">
                    <a:latin typeface="Tahoma" panose="020B0604030504040204" pitchFamily="34" charset="0"/>
                    <a:ea typeface="Tahoma" panose="020B0604030504040204" pitchFamily="34" charset="0"/>
                    <a:cs typeface="Tahoma" panose="020B0604030504040204" pitchFamily="34" charset="0"/>
                  </a:rPr>
                  <a:t>Output node value:</a:t>
                </a:r>
              </a:p>
              <a:p>
                <a:endParaRPr lang="en-US" sz="1600" dirty="0">
                  <a:latin typeface="Cambria" panose="02040503050406030204" pitchFamily="18" charset="0"/>
                  <a:ea typeface="Cambria" panose="02040503050406030204" pitchFamily="18" charset="0"/>
                </a:endParaRPr>
              </a:p>
              <a:p>
                <a14:m>
                  <m:oMath xmlns:m="http://schemas.openxmlformats.org/officeDocument/2006/math">
                    <m:acc>
                      <m:accPr>
                        <m:chr m:val="̂"/>
                        <m:ctrlPr>
                          <a:rPr lang="en-US" sz="2000" i="1" dirty="0" smtClean="0">
                            <a:latin typeface="Cambria Math" panose="02040503050406030204" pitchFamily="18" charset="0"/>
                            <a:ea typeface="Cambria" panose="02040503050406030204" pitchFamily="18" charset="0"/>
                          </a:rPr>
                        </m:ctrlPr>
                      </m:accPr>
                      <m:e>
                        <m:r>
                          <a:rPr lang="en-US" sz="2000" i="1" dirty="0" smtClean="0">
                            <a:latin typeface="Cambria Math" panose="02040503050406030204" pitchFamily="18" charset="0"/>
                            <a:ea typeface="Cambria" panose="02040503050406030204" pitchFamily="18" charset="0"/>
                          </a:rPr>
                          <m:t>𝑦</m:t>
                        </m:r>
                      </m:e>
                    </m:acc>
                    <m:r>
                      <a:rPr lang="en-US" sz="2000" i="1" dirty="0" smtClean="0">
                        <a:latin typeface="Cambria Math" panose="02040503050406030204" pitchFamily="18" charset="0"/>
                        <a:ea typeface="Cambria" panose="02040503050406030204" pitchFamily="18" charset="0"/>
                      </a:rPr>
                      <m:t> </m:t>
                    </m:r>
                  </m:oMath>
                </a14:m>
                <a:r>
                  <a:rPr lang="en-US" sz="2000" dirty="0">
                    <a:latin typeface="Cambria" panose="02040503050406030204" pitchFamily="18" charset="0"/>
                    <a:ea typeface="Cambria" panose="02040503050406030204" pitchFamily="18" charset="0"/>
                  </a:rPr>
                  <a:t>= 0.73 ∗ 0.3 + 0.79 ∗ 0.5 + 0.69 ∗ 0.9 = 1.235</a:t>
                </a:r>
              </a:p>
            </p:txBody>
          </p:sp>
        </mc:Choice>
        <mc:Fallback xmlns="">
          <p:sp>
            <p:nvSpPr>
              <p:cNvPr id="8" name="TextBox 7">
                <a:extLst>
                  <a:ext uri="{FF2B5EF4-FFF2-40B4-BE49-F238E27FC236}">
                    <a16:creationId xmlns:a16="http://schemas.microsoft.com/office/drawing/2014/main" id="{9291D566-AD25-FDD3-2A3E-57032C5E2209}"/>
                  </a:ext>
                </a:extLst>
              </p:cNvPr>
              <p:cNvSpPr txBox="1">
                <a:spLocks noRot="1" noChangeAspect="1" noMove="1" noResize="1" noEditPoints="1" noAdjustHandles="1" noChangeArrowheads="1" noChangeShapeType="1" noTextEdit="1"/>
              </p:cNvSpPr>
              <p:nvPr/>
            </p:nvSpPr>
            <p:spPr>
              <a:xfrm>
                <a:off x="4046764" y="1213833"/>
                <a:ext cx="5097236" cy="892552"/>
              </a:xfrm>
              <a:prstGeom prst="rect">
                <a:avLst/>
              </a:prstGeom>
              <a:blipFill>
                <a:blip r:embed="rId3"/>
                <a:stretch>
                  <a:fillRect l="-718" t="-2041" r="-1077" b="-1088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4C12645-87E4-9745-1B2F-CB50048C507D}"/>
              </a:ext>
            </a:extLst>
          </p:cNvPr>
          <p:cNvPicPr>
            <a:picLocks noChangeAspect="1"/>
          </p:cNvPicPr>
          <p:nvPr/>
        </p:nvPicPr>
        <p:blipFill>
          <a:blip r:embed="rId4"/>
          <a:stretch>
            <a:fillRect/>
          </a:stretch>
        </p:blipFill>
        <p:spPr>
          <a:xfrm>
            <a:off x="4570857" y="2647950"/>
            <a:ext cx="3143955" cy="468627"/>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81A0892-5655-FADE-1B33-C3FFAAD25675}"/>
                  </a:ext>
                </a:extLst>
              </p:cNvPr>
              <p:cNvSpPr txBox="1"/>
              <p:nvPr/>
            </p:nvSpPr>
            <p:spPr>
              <a:xfrm>
                <a:off x="4724400" y="2218551"/>
                <a:ext cx="27052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𝑒𝑟𝑟𝑜𝑟</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r>
                        <a:rPr lang="en-US" b="0" i="1" smtClean="0">
                          <a:latin typeface="Cambria Math" panose="02040503050406030204" pitchFamily="18" charset="0"/>
                        </a:rPr>
                        <m:t>=−1.235</m:t>
                      </m:r>
                    </m:oMath>
                  </m:oMathPara>
                </a14:m>
                <a:endParaRPr lang="en-US" dirty="0"/>
              </a:p>
            </p:txBody>
          </p:sp>
        </mc:Choice>
        <mc:Fallback xmlns="">
          <p:sp>
            <p:nvSpPr>
              <p:cNvPr id="3" name="TextBox 2">
                <a:extLst>
                  <a:ext uri="{FF2B5EF4-FFF2-40B4-BE49-F238E27FC236}">
                    <a16:creationId xmlns:a16="http://schemas.microsoft.com/office/drawing/2014/main" id="{481A0892-5655-FADE-1B33-C3FFAAD25675}"/>
                  </a:ext>
                </a:extLst>
              </p:cNvPr>
              <p:cNvSpPr txBox="1">
                <a:spLocks noRot="1" noChangeAspect="1" noMove="1" noResize="1" noEditPoints="1" noAdjustHandles="1" noChangeArrowheads="1" noChangeShapeType="1" noTextEdit="1"/>
              </p:cNvSpPr>
              <p:nvPr/>
            </p:nvSpPr>
            <p:spPr>
              <a:xfrm>
                <a:off x="4724400" y="2218551"/>
                <a:ext cx="2705292" cy="276999"/>
              </a:xfrm>
              <a:prstGeom prst="rect">
                <a:avLst/>
              </a:prstGeom>
              <a:blipFill>
                <a:blip r:embed="rId5"/>
                <a:stretch>
                  <a:fillRect l="-676" t="-24444" r="-1577" b="-28889"/>
                </a:stretch>
              </a:blipFill>
            </p:spPr>
            <p:txBody>
              <a:bodyPr/>
              <a:lstStyle/>
              <a:p>
                <a:r>
                  <a:rPr lang="en-US">
                    <a:noFill/>
                  </a:rPr>
                  <a:t> </a:t>
                </a:r>
              </a:p>
            </p:txBody>
          </p:sp>
        </mc:Fallback>
      </mc:AlternateContent>
    </p:spTree>
    <p:extLst>
      <p:ext uri="{BB962C8B-B14F-4D97-AF65-F5344CB8AC3E}">
        <p14:creationId xmlns:p14="http://schemas.microsoft.com/office/powerpoint/2010/main" val="972860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88CA43-E244-6113-248C-59DE2C64A07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3C330F-EE41-216D-8F3C-3658FA7CB3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5710AF-34D0-DDAA-8B7D-6E5EEEA9D06F}"/>
              </a:ext>
            </a:extLst>
          </p:cNvPr>
          <p:cNvSpPr>
            <a:spLocks noGrp="1"/>
          </p:cNvSpPr>
          <p:nvPr>
            <p:ph type="title"/>
          </p:nvPr>
        </p:nvSpPr>
        <p:spPr>
          <a:xfrm>
            <a:off x="756138" y="130524"/>
            <a:ext cx="7631723" cy="833882"/>
          </a:xfrm>
        </p:spPr>
        <p:txBody>
          <a:bodyPr anchor="ctr">
            <a:normAutofit/>
          </a:bodyPr>
          <a:lstStyle/>
          <a:p>
            <a:pPr algn="ctr"/>
            <a:r>
              <a:rPr lang="en-US" sz="3000" dirty="0"/>
              <a:t>Back Propagation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3A492E8-877F-4369-558A-27ED9A96EEC1}"/>
                  </a:ext>
                </a:extLst>
              </p:cNvPr>
              <p:cNvSpPr txBox="1"/>
              <p:nvPr/>
            </p:nvSpPr>
            <p:spPr>
              <a:xfrm>
                <a:off x="304800" y="921125"/>
                <a:ext cx="8534400" cy="3546548"/>
              </a:xfrm>
              <a:prstGeom prst="rect">
                <a:avLst/>
              </a:prstGeom>
              <a:noFill/>
            </p:spPr>
            <p:txBody>
              <a:bodyPr wrap="square" rtlCol="0">
                <a:spAutoFit/>
              </a:bodyPr>
              <a:lstStyle/>
              <a:p>
                <a:pPr algn="just"/>
                <a:r>
                  <a:rPr lang="en-US" dirty="0"/>
                  <a:t>In feedforward propagation, we connected the input layer to the hidden layer, which was then connected to the output layer. In the first iteration, we initialized weights randomly and then calculated the loss resulting from those weight values. In backpropagation, we take the reverse approach. We start with the loss value obtained in feedforward propagation and update the weights of the network in such a way that the loss value is minimized as much as possible.</a:t>
                </a:r>
              </a:p>
              <a:p>
                <a:pPr algn="just"/>
                <a:r>
                  <a:rPr lang="en-US" dirty="0"/>
                  <a:t>The loss value is reduced as we perform the following steps:</a:t>
                </a:r>
              </a:p>
              <a:p>
                <a:pPr marL="285750" indent="-285750" algn="just">
                  <a:buFont typeface="Arial" panose="020B0604020202020204" pitchFamily="34" charset="0"/>
                  <a:buChar char="•"/>
                </a:pPr>
                <a:r>
                  <a:rPr lang="en-US" dirty="0"/>
                  <a:t>Change each weight within the neural network by a small amount – one at a time.</a:t>
                </a:r>
              </a:p>
              <a:p>
                <a:pPr marL="285750" indent="-285750" algn="just">
                  <a:buFont typeface="Arial" panose="020B0604020202020204" pitchFamily="34" charset="0"/>
                  <a:buChar char="•"/>
                </a:pPr>
                <a:r>
                  <a:rPr lang="en-US" dirty="0"/>
                  <a:t>Measure the change in loss </a:t>
                </a: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oMath>
                </a14:m>
                <a:r>
                  <a:rPr lang="en-US" dirty="0"/>
                  <a:t> when the weight value is changed </a:t>
                </a:r>
                <a14:m>
                  <m:oMath xmlns:m="http://schemas.openxmlformats.org/officeDocument/2006/math">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oMath>
                </a14:m>
                <a:endParaRPr lang="en-US" dirty="0"/>
              </a:p>
              <a:p>
                <a:pPr marL="285750" indent="-285750" algn="just">
                  <a:buFont typeface="Arial" panose="020B0604020202020204" pitchFamily="34" charset="0"/>
                  <a:buChar char="•"/>
                </a:pPr>
                <a:r>
                  <a:rPr lang="en-US" dirty="0"/>
                  <a:t>Update the weight by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𝑘</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𝐿</m:t>
                        </m:r>
                      </m:num>
                      <m:den>
                        <m:r>
                          <a:rPr lang="en-US" b="0"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𝑊</m:t>
                        </m:r>
                      </m:den>
                    </m:f>
                  </m:oMath>
                </a14:m>
                <a:r>
                  <a:rPr lang="en-US" dirty="0"/>
                  <a:t>, where k is a positive value and is a hyperparameter known as the </a:t>
                </a:r>
                <a:r>
                  <a:rPr lang="en-US" b="1" dirty="0"/>
                  <a:t>learning rate</a:t>
                </a:r>
                <a:r>
                  <a:rPr lang="en-US" dirty="0"/>
                  <a:t>.</a:t>
                </a:r>
              </a:p>
            </p:txBody>
          </p:sp>
        </mc:Choice>
        <mc:Fallback xmlns="">
          <p:sp>
            <p:nvSpPr>
              <p:cNvPr id="3" name="TextBox 2">
                <a:extLst>
                  <a:ext uri="{FF2B5EF4-FFF2-40B4-BE49-F238E27FC236}">
                    <a16:creationId xmlns:a16="http://schemas.microsoft.com/office/drawing/2014/main" id="{A3A492E8-877F-4369-558A-27ED9A96EEC1}"/>
                  </a:ext>
                </a:extLst>
              </p:cNvPr>
              <p:cNvSpPr txBox="1">
                <a:spLocks noRot="1" noChangeAspect="1" noMove="1" noResize="1" noEditPoints="1" noAdjustHandles="1" noChangeArrowheads="1" noChangeShapeType="1" noTextEdit="1"/>
              </p:cNvSpPr>
              <p:nvPr/>
            </p:nvSpPr>
            <p:spPr>
              <a:xfrm>
                <a:off x="304800" y="921125"/>
                <a:ext cx="8534400" cy="3546548"/>
              </a:xfrm>
              <a:prstGeom prst="rect">
                <a:avLst/>
              </a:prstGeom>
              <a:blipFill>
                <a:blip r:embed="rId2"/>
                <a:stretch>
                  <a:fillRect l="-571" t="-859" r="-571" b="-1890"/>
                </a:stretch>
              </a:blipFill>
            </p:spPr>
            <p:txBody>
              <a:bodyPr/>
              <a:lstStyle/>
              <a:p>
                <a:r>
                  <a:rPr lang="en-US">
                    <a:noFill/>
                  </a:rPr>
                  <a:t> </a:t>
                </a:r>
              </a:p>
            </p:txBody>
          </p:sp>
        </mc:Fallback>
      </mc:AlternateContent>
    </p:spTree>
    <p:extLst>
      <p:ext uri="{BB962C8B-B14F-4D97-AF65-F5344CB8AC3E}">
        <p14:creationId xmlns:p14="http://schemas.microsoft.com/office/powerpoint/2010/main" val="2165923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0D64FA-EF3C-E9F2-4905-81F242C696B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D31B4FA-BF0A-69EB-927C-FEBE12316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FCA830-4FA0-BF29-5A2E-4390339EC5AD}"/>
              </a:ext>
            </a:extLst>
          </p:cNvPr>
          <p:cNvSpPr>
            <a:spLocks noGrp="1"/>
          </p:cNvSpPr>
          <p:nvPr>
            <p:ph type="title"/>
          </p:nvPr>
        </p:nvSpPr>
        <p:spPr>
          <a:xfrm>
            <a:off x="756138" y="130524"/>
            <a:ext cx="7631723" cy="833882"/>
          </a:xfrm>
        </p:spPr>
        <p:txBody>
          <a:bodyPr anchor="ctr">
            <a:normAutofit/>
          </a:bodyPr>
          <a:lstStyle/>
          <a:p>
            <a:pPr algn="ctr"/>
            <a:r>
              <a:rPr lang="en-US" sz="3000" dirty="0"/>
              <a:t>Gradient Descent</a:t>
            </a:r>
          </a:p>
        </p:txBody>
      </p:sp>
      <p:sp>
        <p:nvSpPr>
          <p:cNvPr id="3" name="TextBox 2">
            <a:extLst>
              <a:ext uri="{FF2B5EF4-FFF2-40B4-BE49-F238E27FC236}">
                <a16:creationId xmlns:a16="http://schemas.microsoft.com/office/drawing/2014/main" id="{6204A4DD-0B4F-B40C-54F6-D3FE6504A1E4}"/>
              </a:ext>
            </a:extLst>
          </p:cNvPr>
          <p:cNvSpPr txBox="1"/>
          <p:nvPr/>
        </p:nvSpPr>
        <p:spPr>
          <a:xfrm>
            <a:off x="304800" y="819150"/>
            <a:ext cx="8534400" cy="1477328"/>
          </a:xfrm>
          <a:prstGeom prst="rect">
            <a:avLst/>
          </a:prstGeom>
          <a:noFill/>
        </p:spPr>
        <p:txBody>
          <a:bodyPr wrap="square" rtlCol="0">
            <a:spAutoFit/>
          </a:bodyPr>
          <a:lstStyle/>
          <a:p>
            <a:pPr algn="just"/>
            <a:r>
              <a:rPr lang="en-US" dirty="0"/>
              <a:t>This whole process by which we update weights to reduce errors is called </a:t>
            </a:r>
            <a:r>
              <a:rPr lang="en-US" b="1" dirty="0"/>
              <a:t>gradient descent. </a:t>
            </a:r>
            <a:r>
              <a:rPr lang="en-US" dirty="0"/>
              <a:t>As mentioned, gradient stands for the difference (which is the difference in loss values when the weight value is updated by a small amount) and descent means to reduce. Alternatively, gradient stands for the slope (direction </a:t>
            </a:r>
          </a:p>
          <a:p>
            <a:pPr algn="just"/>
            <a:r>
              <a:rPr lang="en-US" dirty="0"/>
              <a:t>of loss drop) and descent means to move toward lower loss.	</a:t>
            </a:r>
          </a:p>
        </p:txBody>
      </p:sp>
      <p:pic>
        <p:nvPicPr>
          <p:cNvPr id="5" name="Picture 4">
            <a:extLst>
              <a:ext uri="{FF2B5EF4-FFF2-40B4-BE49-F238E27FC236}">
                <a16:creationId xmlns:a16="http://schemas.microsoft.com/office/drawing/2014/main" id="{12A6531D-AAB9-E3DF-6119-9354F9D56AFF}"/>
              </a:ext>
            </a:extLst>
          </p:cNvPr>
          <p:cNvPicPr>
            <a:picLocks noChangeAspect="1"/>
          </p:cNvPicPr>
          <p:nvPr/>
        </p:nvPicPr>
        <p:blipFill>
          <a:blip r:embed="rId2">
            <a:extLst>
              <a:ext uri="{28A0092B-C50C-407E-A947-70E740481C1C}">
                <a14:useLocalDpi xmlns:a14="http://schemas.microsoft.com/office/drawing/2010/main" val="0"/>
              </a:ext>
            </a:extLst>
          </a:blip>
          <a:srcRect l="13142" t="2635" r="17451"/>
          <a:stretch>
            <a:fillRect/>
          </a:stretch>
        </p:blipFill>
        <p:spPr>
          <a:xfrm>
            <a:off x="6324600" y="2266950"/>
            <a:ext cx="2817114" cy="263457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2F3B116-9CB1-1924-72A4-AC8313D7BA59}"/>
                  </a:ext>
                </a:extLst>
              </p:cNvPr>
              <p:cNvSpPr txBox="1"/>
              <p:nvPr/>
            </p:nvSpPr>
            <p:spPr>
              <a:xfrm>
                <a:off x="336839" y="2408812"/>
                <a:ext cx="6172200" cy="2027478"/>
              </a:xfrm>
              <a:prstGeom prst="rect">
                <a:avLst/>
              </a:prstGeom>
              <a:noFill/>
            </p:spPr>
            <p:txBody>
              <a:bodyPr wrap="square" rtlCol="0">
                <a:spAutoFit/>
              </a:bodyPr>
              <a:lstStyle/>
              <a:p>
                <a:pPr algn="just"/>
                <a:endParaRPr lang="en-US" dirty="0"/>
              </a:p>
              <a:p>
                <a:pPr algn="just"/>
                <a:r>
                  <a:rPr lang="en-US" dirty="0"/>
                  <a:t>Gradient ≈ change in loss / small change in weight (</a:t>
                </a:r>
                <a:r>
                  <a:rPr lang="en-US" b="1" dirty="0"/>
                  <a:t>numerical gradient (finite difference)</a:t>
                </a:r>
              </a:p>
              <a:p>
                <a:pPr algn="just"/>
                <a:r>
                  <a:rPr lang="en-US" sz="1800" b="0" dirty="0">
                    <a:ea typeface="Cambria Math" panose="02040503050406030204" pitchFamily="18" charset="0"/>
                  </a:rPr>
                  <a:t>  </a:t>
                </a:r>
              </a:p>
              <a:p>
                <a:pPr algn="just"/>
                <a:r>
                  <a:rPr lang="en-US" sz="2400" dirty="0">
                    <a:ea typeface="Cambria Math" panose="02040503050406030204" pitchFamily="18" charset="0"/>
                  </a:rPr>
                  <a:t>   </a:t>
                </a:r>
                <a14:m>
                  <m:oMath xmlns:m="http://schemas.openxmlformats.org/officeDocument/2006/math">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𝐿</m:t>
                        </m:r>
                      </m:num>
                      <m:den>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𝑊</m:t>
                        </m:r>
                      </m:den>
                    </m:f>
                  </m:oMath>
                </a14:m>
                <a:r>
                  <a:rPr lang="en-US" sz="2400" dirty="0"/>
                  <a:t>=</a:t>
                </a:r>
                <a14:m>
                  <m:oMath xmlns:m="http://schemas.openxmlformats.org/officeDocument/2006/math">
                    <m:f>
                      <m:fPr>
                        <m:ctrlPr>
                          <a:rPr lang="en-US" sz="2400" i="1" dirty="0" smtClean="0">
                            <a:latin typeface="Cambria Math" panose="02040503050406030204" pitchFamily="18" charset="0"/>
                          </a:rPr>
                        </m:ctrlPr>
                      </m:fPr>
                      <m:num>
                        <m:r>
                          <a:rPr lang="en-US" sz="2400" b="0" i="1" dirty="0" smtClean="0">
                            <a:latin typeface="Cambria Math" panose="02040503050406030204" pitchFamily="18" charset="0"/>
                          </a:rPr>
                          <m:t>𝐿</m:t>
                        </m:r>
                        <m:d>
                          <m:dPr>
                            <m:ctrlPr>
                              <a:rPr lang="en-US" sz="2400" b="0" i="1" dirty="0" smtClean="0">
                                <a:latin typeface="Cambria Math" panose="02040503050406030204" pitchFamily="18" charset="0"/>
                              </a:rPr>
                            </m:ctrlPr>
                          </m:dPr>
                          <m:e>
                            <m:r>
                              <a:rPr lang="en-US" sz="2400" b="0" i="1" dirty="0" smtClean="0">
                                <a:latin typeface="Cambria Math" panose="02040503050406030204" pitchFamily="18" charset="0"/>
                              </a:rPr>
                              <m:t>𝑤</m:t>
                            </m:r>
                            <m:r>
                              <a:rPr lang="en-US" sz="2400" b="0" i="1" dirty="0" smtClean="0">
                                <a:latin typeface="Cambria Math" panose="02040503050406030204" pitchFamily="18" charset="0"/>
                              </a:rPr>
                              <m:t>+</m:t>
                            </m:r>
                            <m:r>
                              <a:rPr lang="en-US" sz="2400" i="1" dirty="0" smtClean="0">
                                <a:latin typeface="Cambria Math" panose="02040503050406030204" pitchFamily="18" charset="0"/>
                                <a:ea typeface="Cambria Math" panose="02040503050406030204" pitchFamily="18" charset="0"/>
                              </a:rPr>
                              <m:t>𝜖</m:t>
                            </m:r>
                          </m:e>
                        </m:d>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𝐿</m:t>
                        </m:r>
                        <m:r>
                          <a:rPr lang="en-US" sz="2400" b="0" i="1" dirty="0" smtClean="0">
                            <a:latin typeface="Cambria Math" panose="02040503050406030204" pitchFamily="18" charset="0"/>
                            <a:ea typeface="Cambria Math" panose="02040503050406030204" pitchFamily="18" charset="0"/>
                          </a:rPr>
                          <m:t>(</m:t>
                        </m:r>
                        <m:r>
                          <a:rPr lang="en-US" sz="2400" b="0" i="1" dirty="0" smtClean="0">
                            <a:latin typeface="Cambria Math" panose="02040503050406030204" pitchFamily="18" charset="0"/>
                            <a:ea typeface="Cambria Math" panose="02040503050406030204" pitchFamily="18" charset="0"/>
                          </a:rPr>
                          <m:t>𝑤</m:t>
                        </m:r>
                        <m:r>
                          <a:rPr lang="en-US" sz="2400" b="0" i="1" dirty="0" smtClean="0">
                            <a:latin typeface="Cambria Math" panose="02040503050406030204" pitchFamily="18" charset="0"/>
                            <a:ea typeface="Cambria Math" panose="02040503050406030204" pitchFamily="18" charset="0"/>
                          </a:rPr>
                          <m:t>)</m:t>
                        </m:r>
                      </m:num>
                      <m:den>
                        <m:r>
                          <a:rPr lang="en-US" sz="2400" i="1" dirty="0" smtClean="0">
                            <a:latin typeface="Cambria Math" panose="02040503050406030204" pitchFamily="18" charset="0"/>
                            <a:ea typeface="Cambria Math" panose="02040503050406030204" pitchFamily="18" charset="0"/>
                          </a:rPr>
                          <m:t>𝜖</m:t>
                        </m:r>
                      </m:den>
                    </m:f>
                  </m:oMath>
                </a14:m>
                <a:endParaRPr lang="en-US" sz="2400" dirty="0"/>
              </a:p>
              <a:p>
                <a:endParaRPr lang="en-US" dirty="0"/>
              </a:p>
            </p:txBody>
          </p:sp>
        </mc:Choice>
        <mc:Fallback xmlns="">
          <p:sp>
            <p:nvSpPr>
              <p:cNvPr id="7" name="TextBox 6">
                <a:extLst>
                  <a:ext uri="{FF2B5EF4-FFF2-40B4-BE49-F238E27FC236}">
                    <a16:creationId xmlns:a16="http://schemas.microsoft.com/office/drawing/2014/main" id="{22F3B116-9CB1-1924-72A4-AC8313D7BA59}"/>
                  </a:ext>
                </a:extLst>
              </p:cNvPr>
              <p:cNvSpPr txBox="1">
                <a:spLocks noRot="1" noChangeAspect="1" noMove="1" noResize="1" noEditPoints="1" noAdjustHandles="1" noChangeArrowheads="1" noChangeShapeType="1" noTextEdit="1"/>
              </p:cNvSpPr>
              <p:nvPr/>
            </p:nvSpPr>
            <p:spPr>
              <a:xfrm>
                <a:off x="336839" y="2408812"/>
                <a:ext cx="6172200" cy="2027478"/>
              </a:xfrm>
              <a:prstGeom prst="rect">
                <a:avLst/>
              </a:prstGeom>
              <a:blipFill>
                <a:blip r:embed="rId3"/>
                <a:stretch>
                  <a:fillRect l="-790" r="-7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D686D4D-6CC3-6E57-43C0-1E0757F15597}"/>
                  </a:ext>
                </a:extLst>
              </p:cNvPr>
              <p:cNvSpPr txBox="1"/>
              <p:nvPr/>
            </p:nvSpPr>
            <p:spPr>
              <a:xfrm>
                <a:off x="3200400" y="3472395"/>
                <a:ext cx="3645478" cy="1231106"/>
              </a:xfrm>
              <a:prstGeom prst="rect">
                <a:avLst/>
              </a:prstGeom>
              <a:noFill/>
            </p:spPr>
            <p:txBody>
              <a:bodyPr wrap="square" rtlCol="0">
                <a:spAutoFit/>
              </a:bodyPr>
              <a:lstStyle/>
              <a:p>
                <a14:m>
                  <m:oMath xmlns:m="http://schemas.openxmlformats.org/officeDocument/2006/math">
                    <m:r>
                      <a:rPr lang="en-US" sz="2800" b="0" i="1" dirty="0" smtClean="0">
                        <a:latin typeface="Cambria Math" panose="02040503050406030204" pitchFamily="18" charset="0"/>
                      </a:rPr>
                      <m:t>𝑤</m:t>
                    </m:r>
                  </m:oMath>
                </a14:m>
                <a:r>
                  <a:rPr lang="en-US" dirty="0"/>
                  <a:t>= weight</a:t>
                </a:r>
                <a:endParaRPr lang="en-US" sz="2800" i="1" dirty="0">
                  <a:latin typeface="Cambria Math" panose="02040503050406030204" pitchFamily="18" charset="0"/>
                  <a:ea typeface="Cambria Math" panose="02040503050406030204" pitchFamily="18" charset="0"/>
                </a:endParaRPr>
              </a:p>
              <a:p>
                <a14:m>
                  <m:oMath xmlns:m="http://schemas.openxmlformats.org/officeDocument/2006/math">
                    <m:r>
                      <a:rPr lang="en-US" sz="2800" i="1" dirty="0" smtClean="0">
                        <a:latin typeface="Cambria Math" panose="02040503050406030204" pitchFamily="18" charset="0"/>
                        <a:ea typeface="Cambria Math" panose="02040503050406030204" pitchFamily="18" charset="0"/>
                      </a:rPr>
                      <m:t>𝜖</m:t>
                    </m:r>
                  </m:oMath>
                </a14:m>
                <a:r>
                  <a:rPr lang="en-US" dirty="0"/>
                  <a:t> = small changes in weight</a:t>
                </a:r>
                <a:endParaRPr lang="en-US" sz="2800" dirty="0"/>
              </a:p>
              <a:p>
                <a:r>
                  <a:rPr lang="en-US" dirty="0"/>
                  <a:t> </a:t>
                </a:r>
              </a:p>
            </p:txBody>
          </p:sp>
        </mc:Choice>
        <mc:Fallback xmlns="">
          <p:sp>
            <p:nvSpPr>
              <p:cNvPr id="8" name="TextBox 7">
                <a:extLst>
                  <a:ext uri="{FF2B5EF4-FFF2-40B4-BE49-F238E27FC236}">
                    <a16:creationId xmlns:a16="http://schemas.microsoft.com/office/drawing/2014/main" id="{1D686D4D-6CC3-6E57-43C0-1E0757F15597}"/>
                  </a:ext>
                </a:extLst>
              </p:cNvPr>
              <p:cNvSpPr txBox="1">
                <a:spLocks noRot="1" noChangeAspect="1" noMove="1" noResize="1" noEditPoints="1" noAdjustHandles="1" noChangeArrowheads="1" noChangeShapeType="1" noTextEdit="1"/>
              </p:cNvSpPr>
              <p:nvPr/>
            </p:nvSpPr>
            <p:spPr>
              <a:xfrm>
                <a:off x="3200400" y="3472395"/>
                <a:ext cx="3645478" cy="123110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016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007D97-4251-4B55-B126-9BC812337DD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009D2C-61DD-581A-C4BB-1C714F6AC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53D88-618B-99E6-4EBE-A0AE91F50374}"/>
              </a:ext>
            </a:extLst>
          </p:cNvPr>
          <p:cNvSpPr>
            <a:spLocks noGrp="1"/>
          </p:cNvSpPr>
          <p:nvPr>
            <p:ph type="title"/>
          </p:nvPr>
        </p:nvSpPr>
        <p:spPr>
          <a:xfrm>
            <a:off x="756138" y="130524"/>
            <a:ext cx="7631723" cy="833882"/>
          </a:xfrm>
        </p:spPr>
        <p:txBody>
          <a:bodyPr anchor="ctr">
            <a:normAutofit/>
          </a:bodyPr>
          <a:lstStyle/>
          <a:p>
            <a:pPr algn="ctr"/>
            <a:r>
              <a:rPr lang="en-US" sz="3000" dirty="0"/>
              <a:t>Update The Weights</a:t>
            </a:r>
          </a:p>
        </p:txBody>
      </p:sp>
      <p:sp>
        <p:nvSpPr>
          <p:cNvPr id="3" name="TextBox 2">
            <a:extLst>
              <a:ext uri="{FF2B5EF4-FFF2-40B4-BE49-F238E27FC236}">
                <a16:creationId xmlns:a16="http://schemas.microsoft.com/office/drawing/2014/main" id="{16BE904B-A18B-D70B-3E3A-D7C5F26B6A69}"/>
              </a:ext>
            </a:extLst>
          </p:cNvPr>
          <p:cNvSpPr txBox="1"/>
          <p:nvPr/>
        </p:nvSpPr>
        <p:spPr>
          <a:xfrm>
            <a:off x="304800" y="921125"/>
            <a:ext cx="8534400" cy="923330"/>
          </a:xfrm>
          <a:prstGeom prst="rect">
            <a:avLst/>
          </a:prstGeom>
          <a:noFill/>
        </p:spPr>
        <p:txBody>
          <a:bodyPr wrap="square" rtlCol="0">
            <a:spAutoFit/>
          </a:bodyPr>
          <a:lstStyle/>
          <a:p>
            <a:pPr algn="just"/>
            <a:r>
              <a:rPr lang="en-US" dirty="0"/>
              <a:t>Increase each weight and bias value by a very small amount (0.0001) and calculate the overall squared error loss value one at a time for each of the weight and bias updates.</a:t>
            </a:r>
          </a:p>
        </p:txBody>
      </p:sp>
      <p:pic>
        <p:nvPicPr>
          <p:cNvPr id="6" name="Picture 5">
            <a:extLst>
              <a:ext uri="{FF2B5EF4-FFF2-40B4-BE49-F238E27FC236}">
                <a16:creationId xmlns:a16="http://schemas.microsoft.com/office/drawing/2014/main" id="{143D9F51-BEF6-050C-A92E-D9F2DDAE5550}"/>
              </a:ext>
            </a:extLst>
          </p:cNvPr>
          <p:cNvPicPr>
            <a:picLocks noChangeAspect="1"/>
          </p:cNvPicPr>
          <p:nvPr/>
        </p:nvPicPr>
        <p:blipFill>
          <a:blip r:embed="rId2"/>
          <a:stretch>
            <a:fillRect/>
          </a:stretch>
        </p:blipFill>
        <p:spPr>
          <a:xfrm>
            <a:off x="3962400" y="1628426"/>
            <a:ext cx="4759523" cy="3384550"/>
          </a:xfrm>
          <a:prstGeom prst="rect">
            <a:avLst/>
          </a:prstGeom>
        </p:spPr>
      </p:pic>
      <p:cxnSp>
        <p:nvCxnSpPr>
          <p:cNvPr id="13" name="Straight Arrow Connector 12">
            <a:extLst>
              <a:ext uri="{FF2B5EF4-FFF2-40B4-BE49-F238E27FC236}">
                <a16:creationId xmlns:a16="http://schemas.microsoft.com/office/drawing/2014/main" id="{08624B86-69B5-884B-D42C-B98CD9AF5486}"/>
              </a:ext>
            </a:extLst>
          </p:cNvPr>
          <p:cNvCxnSpPr/>
          <p:nvPr/>
        </p:nvCxnSpPr>
        <p:spPr>
          <a:xfrm flipH="1" flipV="1">
            <a:off x="2286000" y="2114550"/>
            <a:ext cx="1828800" cy="7620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0042000F-2826-C2A2-BE7D-D844C972B3BD}"/>
              </a:ext>
            </a:extLst>
          </p:cNvPr>
          <p:cNvCxnSpPr/>
          <p:nvPr/>
        </p:nvCxnSpPr>
        <p:spPr>
          <a:xfrm flipH="1" flipV="1">
            <a:off x="2286000" y="2876550"/>
            <a:ext cx="2133600" cy="9906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Straight Arrow Connector 16">
            <a:extLst>
              <a:ext uri="{FF2B5EF4-FFF2-40B4-BE49-F238E27FC236}">
                <a16:creationId xmlns:a16="http://schemas.microsoft.com/office/drawing/2014/main" id="{E422523E-F4D9-100E-7533-24FE80AA5D4A}"/>
              </a:ext>
            </a:extLst>
          </p:cNvPr>
          <p:cNvCxnSpPr/>
          <p:nvPr/>
        </p:nvCxnSpPr>
        <p:spPr>
          <a:xfrm flipH="1" flipV="1">
            <a:off x="2272145" y="3486150"/>
            <a:ext cx="2057400" cy="6096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a:extLst>
              <a:ext uri="{FF2B5EF4-FFF2-40B4-BE49-F238E27FC236}">
                <a16:creationId xmlns:a16="http://schemas.microsoft.com/office/drawing/2014/main" id="{D7EE816B-50F3-045D-C5D4-C341976B035D}"/>
              </a:ext>
            </a:extLst>
          </p:cNvPr>
          <p:cNvCxnSpPr/>
          <p:nvPr/>
        </p:nvCxnSpPr>
        <p:spPr>
          <a:xfrm flipH="1" flipV="1">
            <a:off x="2286000" y="4095750"/>
            <a:ext cx="2133600" cy="2286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20" name="TextBox 19">
            <a:extLst>
              <a:ext uri="{FF2B5EF4-FFF2-40B4-BE49-F238E27FC236}">
                <a16:creationId xmlns:a16="http://schemas.microsoft.com/office/drawing/2014/main" id="{C614EA39-DC47-3D8A-268A-5A06F7C02461}"/>
              </a:ext>
            </a:extLst>
          </p:cNvPr>
          <p:cNvSpPr txBox="1"/>
          <p:nvPr/>
        </p:nvSpPr>
        <p:spPr>
          <a:xfrm>
            <a:off x="211038" y="1906480"/>
            <a:ext cx="1922561" cy="276999"/>
          </a:xfrm>
          <a:prstGeom prst="rect">
            <a:avLst/>
          </a:prstGeom>
          <a:noFill/>
          <a:ln>
            <a:solidFill>
              <a:schemeClr val="tx1"/>
            </a:solidFill>
          </a:ln>
        </p:spPr>
        <p:txBody>
          <a:bodyPr wrap="square" rtlCol="0">
            <a:spAutoFit/>
          </a:bodyPr>
          <a:lstStyle/>
          <a:p>
            <a:r>
              <a:rPr lang="en-US" sz="1200" dirty="0">
                <a:ln>
                  <a:solidFill>
                    <a:schemeClr val="tx1"/>
                  </a:solidFill>
                </a:ln>
              </a:rPr>
              <a:t>Loss at First Iteration</a:t>
            </a:r>
          </a:p>
        </p:txBody>
      </p:sp>
      <p:sp>
        <p:nvSpPr>
          <p:cNvPr id="21" name="TextBox 20">
            <a:extLst>
              <a:ext uri="{FF2B5EF4-FFF2-40B4-BE49-F238E27FC236}">
                <a16:creationId xmlns:a16="http://schemas.microsoft.com/office/drawing/2014/main" id="{DFB6775D-A536-1EAC-12FE-32DF4C49EB54}"/>
              </a:ext>
            </a:extLst>
          </p:cNvPr>
          <p:cNvSpPr txBox="1"/>
          <p:nvPr/>
        </p:nvSpPr>
        <p:spPr>
          <a:xfrm>
            <a:off x="195575" y="2698609"/>
            <a:ext cx="1922561" cy="276999"/>
          </a:xfrm>
          <a:prstGeom prst="rect">
            <a:avLst/>
          </a:prstGeom>
          <a:noFill/>
          <a:ln>
            <a:solidFill>
              <a:schemeClr val="tx1"/>
            </a:solidFill>
          </a:ln>
        </p:spPr>
        <p:txBody>
          <a:bodyPr wrap="square" rtlCol="0">
            <a:spAutoFit/>
          </a:bodyPr>
          <a:lstStyle/>
          <a:p>
            <a:r>
              <a:rPr lang="en-US" sz="1200" dirty="0">
                <a:ln>
                  <a:solidFill>
                    <a:schemeClr val="tx1"/>
                  </a:solidFill>
                </a:ln>
              </a:rPr>
              <a:t>Increment of small value</a:t>
            </a:r>
          </a:p>
        </p:txBody>
      </p:sp>
      <p:sp>
        <p:nvSpPr>
          <p:cNvPr id="22" name="TextBox 21">
            <a:extLst>
              <a:ext uri="{FF2B5EF4-FFF2-40B4-BE49-F238E27FC236}">
                <a16:creationId xmlns:a16="http://schemas.microsoft.com/office/drawing/2014/main" id="{5662265E-C48F-63F7-37D8-E3D50056A4E2}"/>
              </a:ext>
            </a:extLst>
          </p:cNvPr>
          <p:cNvSpPr txBox="1"/>
          <p:nvPr/>
        </p:nvSpPr>
        <p:spPr>
          <a:xfrm>
            <a:off x="152400" y="3320701"/>
            <a:ext cx="1965736" cy="461665"/>
          </a:xfrm>
          <a:prstGeom prst="rect">
            <a:avLst/>
          </a:prstGeom>
          <a:noFill/>
          <a:ln>
            <a:solidFill>
              <a:schemeClr val="tx1"/>
            </a:solidFill>
          </a:ln>
        </p:spPr>
        <p:txBody>
          <a:bodyPr wrap="square" rtlCol="0">
            <a:spAutoFit/>
          </a:bodyPr>
          <a:lstStyle/>
          <a:p>
            <a:r>
              <a:rPr lang="en-US" sz="1200" dirty="0">
                <a:ln>
                  <a:solidFill>
                    <a:schemeClr val="tx1"/>
                  </a:solidFill>
                </a:ln>
              </a:rPr>
              <a:t>Loss due to change in weight</a:t>
            </a:r>
          </a:p>
        </p:txBody>
      </p:sp>
      <p:sp>
        <p:nvSpPr>
          <p:cNvPr id="23" name="TextBox 22">
            <a:extLst>
              <a:ext uri="{FF2B5EF4-FFF2-40B4-BE49-F238E27FC236}">
                <a16:creationId xmlns:a16="http://schemas.microsoft.com/office/drawing/2014/main" id="{FB756827-B704-CEC1-519B-8A66CA32409C}"/>
              </a:ext>
            </a:extLst>
          </p:cNvPr>
          <p:cNvSpPr txBox="1"/>
          <p:nvPr/>
        </p:nvSpPr>
        <p:spPr>
          <a:xfrm>
            <a:off x="167866" y="3859126"/>
            <a:ext cx="1950270" cy="276999"/>
          </a:xfrm>
          <a:prstGeom prst="rect">
            <a:avLst/>
          </a:prstGeom>
          <a:noFill/>
          <a:ln>
            <a:solidFill>
              <a:schemeClr val="tx1"/>
            </a:solidFill>
          </a:ln>
        </p:spPr>
        <p:txBody>
          <a:bodyPr wrap="square" rtlCol="0">
            <a:spAutoFit/>
          </a:bodyPr>
          <a:lstStyle/>
          <a:p>
            <a:r>
              <a:rPr lang="en-US" sz="1200" dirty="0">
                <a:ln>
                  <a:solidFill>
                    <a:schemeClr val="tx1"/>
                  </a:solidFill>
                </a:ln>
              </a:rPr>
              <a:t>Numeric Gradient</a:t>
            </a:r>
          </a:p>
        </p:txBody>
      </p:sp>
      <p:sp>
        <p:nvSpPr>
          <p:cNvPr id="24" name="TextBox 23">
            <a:extLst>
              <a:ext uri="{FF2B5EF4-FFF2-40B4-BE49-F238E27FC236}">
                <a16:creationId xmlns:a16="http://schemas.microsoft.com/office/drawing/2014/main" id="{46165CF8-1B1E-35C3-4AD2-2C8D168B138A}"/>
              </a:ext>
            </a:extLst>
          </p:cNvPr>
          <p:cNvSpPr txBox="1"/>
          <p:nvPr/>
        </p:nvSpPr>
        <p:spPr>
          <a:xfrm>
            <a:off x="167866" y="4298373"/>
            <a:ext cx="1950270" cy="461665"/>
          </a:xfrm>
          <a:prstGeom prst="rect">
            <a:avLst/>
          </a:prstGeom>
          <a:noFill/>
          <a:ln>
            <a:solidFill>
              <a:schemeClr val="tx1"/>
            </a:solidFill>
          </a:ln>
        </p:spPr>
        <p:txBody>
          <a:bodyPr wrap="square" rtlCol="0">
            <a:spAutoFit/>
          </a:bodyPr>
          <a:lstStyle/>
          <a:p>
            <a:r>
              <a:rPr lang="en-US" sz="1200" dirty="0">
                <a:ln>
                  <a:solidFill>
                    <a:schemeClr val="tx1"/>
                  </a:solidFill>
                </a:ln>
              </a:rPr>
              <a:t>Update the weight considering learning rate</a:t>
            </a:r>
          </a:p>
        </p:txBody>
      </p:sp>
      <p:cxnSp>
        <p:nvCxnSpPr>
          <p:cNvPr id="26" name="Straight Arrow Connector 25">
            <a:extLst>
              <a:ext uri="{FF2B5EF4-FFF2-40B4-BE49-F238E27FC236}">
                <a16:creationId xmlns:a16="http://schemas.microsoft.com/office/drawing/2014/main" id="{05559161-6E88-50D1-D9FB-719CFB5BA85B}"/>
              </a:ext>
            </a:extLst>
          </p:cNvPr>
          <p:cNvCxnSpPr/>
          <p:nvPr/>
        </p:nvCxnSpPr>
        <p:spPr>
          <a:xfrm flipH="1" flipV="1">
            <a:off x="2209800" y="4429125"/>
            <a:ext cx="2209800" cy="762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8019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B374D8-0C98-FEA4-241C-A1F9BF7D463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2FF84B-DA74-74AA-EB53-55F356ADD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3098F-2170-EA33-109E-389850573B12}"/>
              </a:ext>
            </a:extLst>
          </p:cNvPr>
          <p:cNvSpPr>
            <a:spLocks noGrp="1"/>
          </p:cNvSpPr>
          <p:nvPr>
            <p:ph type="title"/>
          </p:nvPr>
        </p:nvSpPr>
        <p:spPr>
          <a:xfrm>
            <a:off x="756138" y="130524"/>
            <a:ext cx="7631723" cy="833882"/>
          </a:xfrm>
        </p:spPr>
        <p:txBody>
          <a:bodyPr anchor="ctr">
            <a:normAutofit/>
          </a:bodyPr>
          <a:lstStyle/>
          <a:p>
            <a:pPr algn="ctr"/>
            <a:r>
              <a:rPr lang="en-US" sz="3000" dirty="0"/>
              <a:t>Problems in this approach</a:t>
            </a:r>
          </a:p>
        </p:txBody>
      </p:sp>
      <p:sp>
        <p:nvSpPr>
          <p:cNvPr id="3" name="TextBox 2">
            <a:extLst>
              <a:ext uri="{FF2B5EF4-FFF2-40B4-BE49-F238E27FC236}">
                <a16:creationId xmlns:a16="http://schemas.microsoft.com/office/drawing/2014/main" id="{C4D10275-5B66-5781-C45A-23267A3EB473}"/>
              </a:ext>
            </a:extLst>
          </p:cNvPr>
          <p:cNvSpPr txBox="1"/>
          <p:nvPr/>
        </p:nvSpPr>
        <p:spPr>
          <a:xfrm>
            <a:off x="304800" y="921125"/>
            <a:ext cx="8534400" cy="2585323"/>
          </a:xfrm>
          <a:prstGeom prst="rect">
            <a:avLst/>
          </a:prstGeom>
          <a:noFill/>
        </p:spPr>
        <p:txBody>
          <a:bodyPr wrap="square" rtlCol="0">
            <a:spAutoFit/>
          </a:bodyPr>
          <a:lstStyle/>
          <a:p>
            <a:pPr algn="just"/>
            <a:r>
              <a:rPr lang="en-US" dirty="0"/>
              <a:t>we have calculated gradients of loss concerning weight by updating the weight by a small amount and then calculating the difference between the feedforward loss in the original scenario (when the weight was unchanged) and the feedforward loss after updating weights. </a:t>
            </a:r>
          </a:p>
          <a:p>
            <a:pPr algn="just"/>
            <a:r>
              <a:rPr lang="en-US" dirty="0"/>
              <a:t>One drawback of updating weight values in this manner is that when the network is large (with more weights to update), a large number of computations are needed to calculate loss values (and in fact, the computations are to be done twice </a:t>
            </a:r>
          </a:p>
          <a:p>
            <a:pPr algn="just"/>
            <a:r>
              <a:rPr lang="en-US" dirty="0"/>
              <a:t>– once where weight values are unchanged, and </a:t>
            </a:r>
          </a:p>
        </p:txBody>
      </p:sp>
      <p:pic>
        <p:nvPicPr>
          <p:cNvPr id="5" name="Picture 4">
            <a:extLst>
              <a:ext uri="{FF2B5EF4-FFF2-40B4-BE49-F238E27FC236}">
                <a16:creationId xmlns:a16="http://schemas.microsoft.com/office/drawing/2014/main" id="{531B2F92-42C1-2558-0A99-33120B07AA00}"/>
              </a:ext>
            </a:extLst>
          </p:cNvPr>
          <p:cNvPicPr>
            <a:picLocks noChangeAspect="1"/>
          </p:cNvPicPr>
          <p:nvPr/>
        </p:nvPicPr>
        <p:blipFill>
          <a:blip r:embed="rId2"/>
          <a:stretch>
            <a:fillRect/>
          </a:stretch>
        </p:blipFill>
        <p:spPr>
          <a:xfrm>
            <a:off x="5596487" y="3105150"/>
            <a:ext cx="2791374" cy="432562"/>
          </a:xfrm>
          <a:prstGeom prst="rect">
            <a:avLst/>
          </a:prstGeom>
        </p:spPr>
      </p:pic>
      <p:pic>
        <p:nvPicPr>
          <p:cNvPr id="8" name="Picture 7">
            <a:extLst>
              <a:ext uri="{FF2B5EF4-FFF2-40B4-BE49-F238E27FC236}">
                <a16:creationId xmlns:a16="http://schemas.microsoft.com/office/drawing/2014/main" id="{0223F1C7-0EC9-4878-EE20-BDFDFAF31271}"/>
              </a:ext>
            </a:extLst>
          </p:cNvPr>
          <p:cNvPicPr>
            <a:picLocks noChangeAspect="1"/>
          </p:cNvPicPr>
          <p:nvPr/>
        </p:nvPicPr>
        <p:blipFill>
          <a:blip r:embed="rId3"/>
          <a:stretch>
            <a:fillRect/>
          </a:stretch>
        </p:blipFill>
        <p:spPr>
          <a:xfrm>
            <a:off x="4648200" y="4060446"/>
            <a:ext cx="3758062" cy="549554"/>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45EC6C7-4A06-BA22-999A-A8EA0875998C}"/>
                  </a:ext>
                </a:extLst>
              </p:cNvPr>
              <p:cNvSpPr txBox="1"/>
              <p:nvPr/>
            </p:nvSpPr>
            <p:spPr>
              <a:xfrm>
                <a:off x="2740479" y="3921007"/>
                <a:ext cx="762000" cy="6190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𝑳</m:t>
                          </m:r>
                        </m:num>
                        <m:den>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𝑾</m:t>
                          </m:r>
                        </m:den>
                      </m:f>
                    </m:oMath>
                  </m:oMathPara>
                </a14:m>
                <a:endParaRPr lang="en-US" b="1" dirty="0"/>
              </a:p>
            </p:txBody>
          </p:sp>
        </mc:Choice>
        <mc:Fallback xmlns="">
          <p:sp>
            <p:nvSpPr>
              <p:cNvPr id="11" name="TextBox 10">
                <a:extLst>
                  <a:ext uri="{FF2B5EF4-FFF2-40B4-BE49-F238E27FC236}">
                    <a16:creationId xmlns:a16="http://schemas.microsoft.com/office/drawing/2014/main" id="{C45EC6C7-4A06-BA22-999A-A8EA0875998C}"/>
                  </a:ext>
                </a:extLst>
              </p:cNvPr>
              <p:cNvSpPr txBox="1">
                <a:spLocks noRot="1" noChangeAspect="1" noMove="1" noResize="1" noEditPoints="1" noAdjustHandles="1" noChangeArrowheads="1" noChangeShapeType="1" noTextEdit="1"/>
              </p:cNvSpPr>
              <p:nvPr/>
            </p:nvSpPr>
            <p:spPr>
              <a:xfrm>
                <a:off x="2740479" y="3921007"/>
                <a:ext cx="762000" cy="61901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F977C13-1B91-E745-B835-C5D3EB6A7424}"/>
                  </a:ext>
                </a:extLst>
              </p:cNvPr>
              <p:cNvSpPr txBox="1"/>
              <p:nvPr/>
            </p:nvSpPr>
            <p:spPr>
              <a:xfrm>
                <a:off x="737738" y="4429074"/>
                <a:ext cx="2064338" cy="7144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𝒘</m:t>
                          </m:r>
                        </m:e>
                        <m:sub>
                          <m:r>
                            <a:rPr lang="en-US" sz="1600" b="1" i="1" smtClean="0">
                              <a:latin typeface="Cambria Math" panose="02040503050406030204" pitchFamily="18" charset="0"/>
                            </a:rPr>
                            <m:t>𝒏𝒆𝒘</m:t>
                          </m:r>
                        </m:sub>
                      </m:sSub>
                      <m:r>
                        <a:rPr lang="en-US" sz="1600" b="1" i="1" smtClean="0">
                          <a:latin typeface="Cambria Math" panose="02040503050406030204" pitchFamily="18" charset="0"/>
                        </a:rPr>
                        <m:t>=</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𝒘</m:t>
                          </m:r>
                        </m:e>
                        <m:sub>
                          <m:r>
                            <a:rPr lang="en-US" sz="1600" b="1" i="1" smtClean="0">
                              <a:latin typeface="Cambria Math" panose="02040503050406030204" pitchFamily="18" charset="0"/>
                            </a:rPr>
                            <m:t>𝒐𝒍𝒅</m:t>
                          </m:r>
                          <m:r>
                            <a:rPr lang="en-US" sz="1600" b="1" i="1" smtClean="0">
                              <a:latin typeface="Cambria Math" panose="02040503050406030204" pitchFamily="18" charset="0"/>
                            </a:rPr>
                            <m:t> </m:t>
                          </m:r>
                        </m:sub>
                      </m:sSub>
                      <m:r>
                        <a:rPr lang="en-US" sz="1600" b="1" i="1" smtClean="0">
                          <a:latin typeface="Cambria Math" panose="02040503050406030204" pitchFamily="18" charset="0"/>
                        </a:rPr>
                        <m:t>− </m:t>
                      </m:r>
                      <m:r>
                        <a:rPr lang="en-US" sz="1600" b="1" i="1" smtClean="0">
                          <a:latin typeface="Cambria Math" panose="02040503050406030204" pitchFamily="18" charset="0"/>
                          <a:ea typeface="Cambria Math" panose="02040503050406030204" pitchFamily="18" charset="0"/>
                        </a:rPr>
                        <m:t>𝜿</m:t>
                      </m:r>
                      <m:f>
                        <m:fPr>
                          <m:ctrlPr>
                            <a:rPr lang="en-US" sz="1600" b="1" i="1" smtClean="0">
                              <a:latin typeface="Cambria Math" panose="02040503050406030204" pitchFamily="18" charset="0"/>
                              <a:ea typeface="Cambria Math" panose="02040503050406030204" pitchFamily="18" charset="0"/>
                            </a:rPr>
                          </m:ctrlPr>
                        </m:fPr>
                        <m:num>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𝑳</m:t>
                          </m:r>
                        </m:num>
                        <m:den>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𝑾</m:t>
                          </m:r>
                        </m:den>
                      </m:f>
                    </m:oMath>
                  </m:oMathPara>
                </a14:m>
                <a:endParaRPr lang="en-US" sz="1600" b="1"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ea typeface="Cambria Math" panose="02040503050406030204" pitchFamily="18" charset="0"/>
                        </a:rPr>
                        <m:t> </m:t>
                      </m:r>
                      <m:r>
                        <a:rPr lang="en-US" sz="1600" b="1" i="1" smtClean="0">
                          <a:latin typeface="Cambria Math" panose="02040503050406030204" pitchFamily="18" charset="0"/>
                          <a:ea typeface="Cambria Math" panose="02040503050406030204" pitchFamily="18" charset="0"/>
                        </a:rPr>
                        <m:t>𝒉𝒆𝒓𝒆</m:t>
                      </m:r>
                      <m:r>
                        <a:rPr lang="en-US" sz="1600" b="1" i="1" smtClean="0">
                          <a:latin typeface="Cambria Math" panose="02040503050406030204" pitchFamily="18" charset="0"/>
                          <a:ea typeface="Cambria Math" panose="02040503050406030204" pitchFamily="18" charset="0"/>
                        </a:rPr>
                        <m:t> </m:t>
                      </m:r>
                      <m:r>
                        <a:rPr lang="en-US" sz="1600" b="1" i="1" smtClean="0">
                          <a:latin typeface="Cambria Math" panose="02040503050406030204" pitchFamily="18" charset="0"/>
                          <a:ea typeface="Cambria Math" panose="02040503050406030204" pitchFamily="18" charset="0"/>
                        </a:rPr>
                        <m:t>𝜿</m:t>
                      </m:r>
                      <m:r>
                        <a:rPr lang="en-US" sz="1600" b="1" i="1" smtClean="0">
                          <a:latin typeface="Cambria Math" panose="02040503050406030204" pitchFamily="18" charset="0"/>
                          <a:ea typeface="Cambria Math" panose="02040503050406030204" pitchFamily="18" charset="0"/>
                        </a:rPr>
                        <m:t> </m:t>
                      </m:r>
                      <m:r>
                        <a:rPr lang="en-US" sz="1600" b="1" i="1" smtClean="0">
                          <a:latin typeface="Cambria Math" panose="02040503050406030204" pitchFamily="18" charset="0"/>
                          <a:ea typeface="Cambria Math" panose="02040503050406030204" pitchFamily="18" charset="0"/>
                        </a:rPr>
                        <m:t>𝒊𝒔</m:t>
                      </m:r>
                      <m:r>
                        <a:rPr lang="en-US" sz="1600" b="1" i="1" smtClean="0">
                          <a:latin typeface="Cambria Math" panose="02040503050406030204" pitchFamily="18" charset="0"/>
                          <a:ea typeface="Cambria Math" panose="02040503050406030204" pitchFamily="18" charset="0"/>
                        </a:rPr>
                        <m:t> </m:t>
                      </m:r>
                      <m:r>
                        <a:rPr lang="en-US" sz="1600" b="1" i="1" smtClean="0">
                          <a:latin typeface="Cambria Math" panose="02040503050406030204" pitchFamily="18" charset="0"/>
                          <a:ea typeface="Cambria Math" panose="02040503050406030204" pitchFamily="18" charset="0"/>
                        </a:rPr>
                        <m:t>𝒕𝒉𝒆</m:t>
                      </m:r>
                      <m:r>
                        <a:rPr lang="en-US" sz="1600" b="1" i="1" smtClean="0">
                          <a:latin typeface="Cambria Math" panose="02040503050406030204" pitchFamily="18" charset="0"/>
                          <a:ea typeface="Cambria Math" panose="02040503050406030204" pitchFamily="18" charset="0"/>
                        </a:rPr>
                        <m:t> </m:t>
                      </m:r>
                      <m:r>
                        <a:rPr lang="en-US" sz="1600" b="1" i="1" smtClean="0">
                          <a:latin typeface="Cambria Math" panose="02040503050406030204" pitchFamily="18" charset="0"/>
                          <a:ea typeface="Cambria Math" panose="02040503050406030204" pitchFamily="18" charset="0"/>
                        </a:rPr>
                        <m:t>𝒍𝒆𝒂𝒓𝒏𝒊𝒏𝒈</m:t>
                      </m:r>
                      <m:r>
                        <a:rPr lang="en-US" sz="1600" b="1" i="1" smtClean="0">
                          <a:latin typeface="Cambria Math" panose="02040503050406030204" pitchFamily="18" charset="0"/>
                          <a:ea typeface="Cambria Math" panose="02040503050406030204" pitchFamily="18" charset="0"/>
                        </a:rPr>
                        <m:t> </m:t>
                      </m:r>
                      <m:r>
                        <a:rPr lang="en-US" sz="1600" b="1" i="1" smtClean="0">
                          <a:latin typeface="Cambria Math" panose="02040503050406030204" pitchFamily="18" charset="0"/>
                          <a:ea typeface="Cambria Math" panose="02040503050406030204" pitchFamily="18" charset="0"/>
                        </a:rPr>
                        <m:t>𝒓𝒂𝒕𝒆</m:t>
                      </m:r>
                      <m:r>
                        <a:rPr lang="en-US" sz="1600" b="1" i="1" smtClean="0">
                          <a:latin typeface="Cambria Math" panose="02040503050406030204" pitchFamily="18" charset="0"/>
                          <a:ea typeface="Cambria Math" panose="02040503050406030204" pitchFamily="18" charset="0"/>
                        </a:rPr>
                        <m:t> </m:t>
                      </m:r>
                    </m:oMath>
                  </m:oMathPara>
                </a14:m>
                <a:endParaRPr lang="en-US" sz="1600" b="1" dirty="0"/>
              </a:p>
            </p:txBody>
          </p:sp>
        </mc:Choice>
        <mc:Fallback xmlns="">
          <p:sp>
            <p:nvSpPr>
              <p:cNvPr id="12" name="TextBox 11">
                <a:extLst>
                  <a:ext uri="{FF2B5EF4-FFF2-40B4-BE49-F238E27FC236}">
                    <a16:creationId xmlns:a16="http://schemas.microsoft.com/office/drawing/2014/main" id="{7F977C13-1B91-E745-B835-C5D3EB6A7424}"/>
                  </a:ext>
                </a:extLst>
              </p:cNvPr>
              <p:cNvSpPr txBox="1">
                <a:spLocks noRot="1" noChangeAspect="1" noMove="1" noResize="1" noEditPoints="1" noAdjustHandles="1" noChangeArrowheads="1" noChangeShapeType="1" noTextEdit="1"/>
              </p:cNvSpPr>
              <p:nvPr/>
            </p:nvSpPr>
            <p:spPr>
              <a:xfrm>
                <a:off x="737738" y="4429074"/>
                <a:ext cx="2064338" cy="714426"/>
              </a:xfrm>
              <a:prstGeom prst="rect">
                <a:avLst/>
              </a:prstGeom>
              <a:blipFill>
                <a:blip r:embed="rId5"/>
                <a:stretch>
                  <a:fillRect l="-1475" r="-33333" b="-11966"/>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CCEFD351-88B0-51AA-DC7F-AA890FB9B3C7}"/>
              </a:ext>
            </a:extLst>
          </p:cNvPr>
          <p:cNvCxnSpPr>
            <a:stCxn id="8" idx="1"/>
          </p:cNvCxnSpPr>
          <p:nvPr/>
        </p:nvCxnSpPr>
        <p:spPr>
          <a:xfrm flipH="1">
            <a:off x="3581400" y="4335223"/>
            <a:ext cx="1066800" cy="410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5" name="Straight Arrow Connector 24">
            <a:extLst>
              <a:ext uri="{FF2B5EF4-FFF2-40B4-BE49-F238E27FC236}">
                <a16:creationId xmlns:a16="http://schemas.microsoft.com/office/drawing/2014/main" id="{5F5D90D5-4D9C-EC53-1816-743F4C74A0F0}"/>
              </a:ext>
            </a:extLst>
          </p:cNvPr>
          <p:cNvCxnSpPr/>
          <p:nvPr/>
        </p:nvCxnSpPr>
        <p:spPr>
          <a:xfrm flipH="1">
            <a:off x="3048000" y="4583355"/>
            <a:ext cx="1752600" cy="19819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4" name="TextBox 3">
            <a:extLst>
              <a:ext uri="{FF2B5EF4-FFF2-40B4-BE49-F238E27FC236}">
                <a16:creationId xmlns:a16="http://schemas.microsoft.com/office/drawing/2014/main" id="{DAA635A0-7717-4CE0-AC08-166A5C15D745}"/>
              </a:ext>
            </a:extLst>
          </p:cNvPr>
          <p:cNvSpPr txBox="1"/>
          <p:nvPr/>
        </p:nvSpPr>
        <p:spPr>
          <a:xfrm>
            <a:off x="304800" y="3629105"/>
            <a:ext cx="7467600" cy="646331"/>
          </a:xfrm>
          <a:prstGeom prst="rect">
            <a:avLst/>
          </a:prstGeom>
          <a:noFill/>
        </p:spPr>
        <p:txBody>
          <a:bodyPr wrap="square" rtlCol="0">
            <a:spAutoFit/>
          </a:bodyPr>
          <a:lstStyle/>
          <a:p>
            <a:pPr algn="just"/>
            <a:r>
              <a:rPr lang="en-US" dirty="0"/>
              <a:t>– again, where weight values are updated by a small amount).</a:t>
            </a:r>
          </a:p>
          <a:p>
            <a:endParaRPr lang="en-US" dirty="0"/>
          </a:p>
        </p:txBody>
      </p:sp>
    </p:spTree>
    <p:extLst>
      <p:ext uri="{BB962C8B-B14F-4D97-AF65-F5344CB8AC3E}">
        <p14:creationId xmlns:p14="http://schemas.microsoft.com/office/powerpoint/2010/main" val="171049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485DEC-D3EA-95EE-7FB7-5DEC90771F3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F2A5616-77E7-AC74-11FE-010991280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C4B15D-4C91-5289-8666-0C34803182AB}"/>
              </a:ext>
            </a:extLst>
          </p:cNvPr>
          <p:cNvSpPr>
            <a:spLocks noGrp="1"/>
          </p:cNvSpPr>
          <p:nvPr>
            <p:ph type="title"/>
          </p:nvPr>
        </p:nvSpPr>
        <p:spPr>
          <a:xfrm>
            <a:off x="756138" y="130524"/>
            <a:ext cx="7631723" cy="833882"/>
          </a:xfrm>
        </p:spPr>
        <p:txBody>
          <a:bodyPr anchor="ctr">
            <a:normAutofit/>
          </a:bodyPr>
          <a:lstStyle/>
          <a:p>
            <a:pPr algn="ctr"/>
            <a:r>
              <a:rPr lang="en-US" sz="3000" dirty="0"/>
              <a:t>Solution</a:t>
            </a:r>
          </a:p>
        </p:txBody>
      </p:sp>
      <p:sp>
        <p:nvSpPr>
          <p:cNvPr id="4" name="Title 1">
            <a:extLst>
              <a:ext uri="{FF2B5EF4-FFF2-40B4-BE49-F238E27FC236}">
                <a16:creationId xmlns:a16="http://schemas.microsoft.com/office/drawing/2014/main" id="{85E5A3EA-6A22-6B44-58A5-AA61C6A77EA9}"/>
              </a:ext>
            </a:extLst>
          </p:cNvPr>
          <p:cNvSpPr txBox="1">
            <a:spLocks/>
          </p:cNvSpPr>
          <p:nvPr/>
        </p:nvSpPr>
        <p:spPr>
          <a:xfrm>
            <a:off x="2971800" y="1640104"/>
            <a:ext cx="2907323" cy="833882"/>
          </a:xfrm>
          <a:prstGeom prst="rect">
            <a:avLst/>
          </a:prstGeom>
        </p:spPr>
        <p:txBody>
          <a:bodyPr wrap="square" lIns="0" tIns="0" rIns="0" bIns="0" anchor="ctr">
            <a:normAutofit/>
          </a:bodyPr>
          <a:lstStyle>
            <a:lvl1pPr>
              <a:defRPr sz="2750" b="0" i="0">
                <a:solidFill>
                  <a:schemeClr val="tx1"/>
                </a:solidFill>
                <a:latin typeface="Tahoma"/>
                <a:ea typeface="+mj-ea"/>
                <a:cs typeface="Tahoma"/>
              </a:defRPr>
            </a:lvl1pPr>
          </a:lstStyle>
          <a:p>
            <a:pPr algn="ctr"/>
            <a:endParaRPr lang="en-US" sz="3000" dirty="0"/>
          </a:p>
        </p:txBody>
      </p:sp>
      <p:sp>
        <p:nvSpPr>
          <p:cNvPr id="6" name="TextBox 5">
            <a:extLst>
              <a:ext uri="{FF2B5EF4-FFF2-40B4-BE49-F238E27FC236}">
                <a16:creationId xmlns:a16="http://schemas.microsoft.com/office/drawing/2014/main" id="{8D287BA1-F984-6972-AE31-0DB5C454FD7B}"/>
              </a:ext>
            </a:extLst>
          </p:cNvPr>
          <p:cNvSpPr txBox="1"/>
          <p:nvPr/>
        </p:nvSpPr>
        <p:spPr>
          <a:xfrm>
            <a:off x="609600" y="817424"/>
            <a:ext cx="8077200" cy="1754326"/>
          </a:xfrm>
          <a:prstGeom prst="rect">
            <a:avLst/>
          </a:prstGeom>
          <a:noFill/>
        </p:spPr>
        <p:txBody>
          <a:bodyPr wrap="square" rtlCol="0">
            <a:spAutoFit/>
          </a:bodyPr>
          <a:lstStyle/>
          <a:p>
            <a:r>
              <a:rPr lang="en-US" b="1" dirty="0"/>
              <a:t>Chain rule </a:t>
            </a:r>
            <a:r>
              <a:rPr lang="en-US" dirty="0"/>
              <a:t>= when something depends on something else, and that depends on another thing, you multiply the rates of change. Example:</a:t>
            </a:r>
          </a:p>
          <a:p>
            <a:endParaRPr lang="en-US" dirty="0"/>
          </a:p>
          <a:p>
            <a:pPr marL="285750" indent="-285750">
              <a:buFont typeface="Arial" panose="020B0604020202020204" pitchFamily="34" charset="0"/>
              <a:buChar char="•"/>
            </a:pPr>
            <a:r>
              <a:rPr lang="en-US" dirty="0"/>
              <a:t>Your </a:t>
            </a:r>
            <a:r>
              <a:rPr lang="en-US" b="1" dirty="0"/>
              <a:t>weight</a:t>
            </a:r>
            <a:r>
              <a:rPr lang="en-US" dirty="0"/>
              <a:t> depends on how much </a:t>
            </a:r>
            <a:r>
              <a:rPr lang="en-US" b="1" dirty="0"/>
              <a:t>food</a:t>
            </a:r>
            <a:r>
              <a:rPr lang="en-US" dirty="0"/>
              <a:t> you eat</a:t>
            </a:r>
          </a:p>
          <a:p>
            <a:pPr marL="285750" indent="-285750">
              <a:buFont typeface="Arial" panose="020B0604020202020204" pitchFamily="34" charset="0"/>
              <a:buChar char="•"/>
            </a:pPr>
            <a:r>
              <a:rPr lang="en-US" dirty="0"/>
              <a:t>Food depends on how much </a:t>
            </a:r>
            <a:r>
              <a:rPr lang="en-US" b="1" dirty="0"/>
              <a:t>money</a:t>
            </a:r>
            <a:r>
              <a:rPr lang="en-US" dirty="0"/>
              <a:t> you have</a:t>
            </a:r>
          </a:p>
          <a:p>
            <a:pPr lvl="1"/>
            <a:r>
              <a:rPr lang="en-US" dirty="0"/>
              <a:t>	Change in weight ← change in food ← change in money</a:t>
            </a:r>
          </a:p>
        </p:txBody>
      </p:sp>
    </p:spTree>
    <p:extLst>
      <p:ext uri="{BB962C8B-B14F-4D97-AF65-F5344CB8AC3E}">
        <p14:creationId xmlns:p14="http://schemas.microsoft.com/office/powerpoint/2010/main" val="3748803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CDEA9D-3B93-F6E5-AE6E-68F5EFBB047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FC3168-5C6A-F354-308E-F19BA4566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395DFF-1EA4-E488-2AE9-B5A93212ABF8}"/>
              </a:ext>
            </a:extLst>
          </p:cNvPr>
          <p:cNvSpPr>
            <a:spLocks noGrp="1"/>
          </p:cNvSpPr>
          <p:nvPr>
            <p:ph type="title"/>
          </p:nvPr>
        </p:nvSpPr>
        <p:spPr>
          <a:xfrm>
            <a:off x="756138" y="130524"/>
            <a:ext cx="7631723" cy="833882"/>
          </a:xfrm>
        </p:spPr>
        <p:txBody>
          <a:bodyPr anchor="ctr">
            <a:normAutofit/>
          </a:bodyPr>
          <a:lstStyle/>
          <a:p>
            <a:pPr algn="ctr"/>
            <a:r>
              <a:rPr lang="en-US" sz="3000" dirty="0"/>
              <a:t>Chain Rule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85D5D4-F978-4479-45ED-F5BFBDD24D67}"/>
                  </a:ext>
                </a:extLst>
              </p:cNvPr>
              <p:cNvSpPr txBox="1"/>
              <p:nvPr/>
            </p:nvSpPr>
            <p:spPr>
              <a:xfrm>
                <a:off x="494157" y="964406"/>
                <a:ext cx="8153400" cy="923330"/>
              </a:xfrm>
              <a:prstGeom prst="rect">
                <a:avLst/>
              </a:prstGeom>
              <a:noFill/>
            </p:spPr>
            <p:txBody>
              <a:bodyPr wrap="square" rtlCol="0">
                <a:spAutoFit/>
              </a:bodyPr>
              <a:lstStyle/>
              <a:p>
                <a:r>
                  <a:rPr lang="en-US" b="1" dirty="0"/>
                  <a:t>Math version</a:t>
                </a:r>
                <a:r>
                  <a:rPr lang="en-US" dirty="0"/>
                  <a:t>:</a:t>
                </a:r>
              </a:p>
              <a:p>
                <a:r>
                  <a:rPr lang="en-US" dirty="0"/>
                  <a:t>Suppose: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d>
                    <m:r>
                      <a:rPr lang="en-US" b="0" i="1" smtClean="0">
                        <a:latin typeface="Cambria Math" panose="02040503050406030204" pitchFamily="18" charset="0"/>
                      </a:rPr>
                      <m:t>, </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0" smtClean="0">
                        <a:latin typeface="Cambria Math" panose="02040503050406030204" pitchFamily="18" charset="0"/>
                      </a:rPr>
                      <m:t> </m:t>
                    </m:r>
                  </m:oMath>
                </a14:m>
                <a:r>
                  <a:rPr lang="en-US" dirty="0"/>
                  <a:t>it means y depends on z and z depends of x. then according to chain rule of calculus change in </a:t>
                </a:r>
                <a:r>
                  <a:rPr lang="en-US" b="1" dirty="0"/>
                  <a:t>y</a:t>
                </a:r>
                <a:r>
                  <a:rPr lang="en-US" dirty="0"/>
                  <a:t> due to </a:t>
                </a:r>
                <a:r>
                  <a:rPr lang="en-US" b="1" dirty="0"/>
                  <a:t>x</a:t>
                </a:r>
                <a:r>
                  <a:rPr lang="en-US" dirty="0"/>
                  <a:t> will be </a:t>
                </a:r>
              </a:p>
            </p:txBody>
          </p:sp>
        </mc:Choice>
        <mc:Fallback xmlns="">
          <p:sp>
            <p:nvSpPr>
              <p:cNvPr id="5" name="TextBox 4">
                <a:extLst>
                  <a:ext uri="{FF2B5EF4-FFF2-40B4-BE49-F238E27FC236}">
                    <a16:creationId xmlns:a16="http://schemas.microsoft.com/office/drawing/2014/main" id="{7685D5D4-F978-4479-45ED-F5BFBDD24D67}"/>
                  </a:ext>
                </a:extLst>
              </p:cNvPr>
              <p:cNvSpPr txBox="1">
                <a:spLocks noRot="1" noChangeAspect="1" noMove="1" noResize="1" noEditPoints="1" noAdjustHandles="1" noChangeArrowheads="1" noChangeShapeType="1" noTextEdit="1"/>
              </p:cNvSpPr>
              <p:nvPr/>
            </p:nvSpPr>
            <p:spPr>
              <a:xfrm>
                <a:off x="494157" y="964406"/>
                <a:ext cx="8153400" cy="923330"/>
              </a:xfrm>
              <a:prstGeom prst="rect">
                <a:avLst/>
              </a:prstGeom>
              <a:blipFill>
                <a:blip r:embed="rId2"/>
                <a:stretch>
                  <a:fillRect l="-598" t="-3289" r="-1046"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891CBE8-DB62-CB2A-2FC4-39A0C2D5A930}"/>
                  </a:ext>
                </a:extLst>
              </p:cNvPr>
              <p:cNvSpPr txBox="1"/>
              <p:nvPr/>
            </p:nvSpPr>
            <p:spPr>
              <a:xfrm>
                <a:off x="5486400" y="2142529"/>
                <a:ext cx="914400" cy="7945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1" i="1" smtClean="0">
                              <a:latin typeface="Cambria Math" panose="02040503050406030204" pitchFamily="18" charset="0"/>
                            </a:rPr>
                          </m:ctrlPr>
                        </m:fPr>
                        <m:num>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𝒚</m:t>
                          </m:r>
                        </m:num>
                        <m:den>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𝒙</m:t>
                          </m:r>
                        </m:den>
                      </m:f>
                      <m:r>
                        <a:rPr lang="en-US" sz="2400" b="1" i="1" smtClean="0">
                          <a:latin typeface="Cambria Math" panose="02040503050406030204" pitchFamily="18" charset="0"/>
                        </a:rPr>
                        <m:t>=</m:t>
                      </m:r>
                    </m:oMath>
                  </m:oMathPara>
                </a14:m>
                <a:endParaRPr lang="en-US" sz="2400" b="1" dirty="0"/>
              </a:p>
            </p:txBody>
          </p:sp>
        </mc:Choice>
        <mc:Fallback>
          <p:sp>
            <p:nvSpPr>
              <p:cNvPr id="7" name="TextBox 6">
                <a:extLst>
                  <a:ext uri="{FF2B5EF4-FFF2-40B4-BE49-F238E27FC236}">
                    <a16:creationId xmlns:a16="http://schemas.microsoft.com/office/drawing/2014/main" id="{1891CBE8-DB62-CB2A-2FC4-39A0C2D5A930}"/>
                  </a:ext>
                </a:extLst>
              </p:cNvPr>
              <p:cNvSpPr txBox="1">
                <a:spLocks noRot="1" noChangeAspect="1" noMove="1" noResize="1" noEditPoints="1" noAdjustHandles="1" noChangeArrowheads="1" noChangeShapeType="1" noTextEdit="1"/>
              </p:cNvSpPr>
              <p:nvPr/>
            </p:nvSpPr>
            <p:spPr>
              <a:xfrm>
                <a:off x="5486400" y="2142529"/>
                <a:ext cx="914400" cy="79451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B8895BF-A0A6-8DB4-ADAF-26342635DF3E}"/>
                  </a:ext>
                </a:extLst>
              </p:cNvPr>
              <p:cNvSpPr txBox="1"/>
              <p:nvPr/>
            </p:nvSpPr>
            <p:spPr>
              <a:xfrm>
                <a:off x="496878" y="2980670"/>
                <a:ext cx="2401443" cy="369332"/>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r>
                  <a:rPr lang="en-US" dirty="0"/>
                  <a:t> and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=3</m:t>
                    </m:r>
                    <m:r>
                      <a:rPr lang="en-US" b="0" i="1" smtClean="0">
                        <a:latin typeface="Cambria Math" panose="02040503050406030204" pitchFamily="18" charset="0"/>
                      </a:rPr>
                      <m:t>𝑧</m:t>
                    </m:r>
                  </m:oMath>
                </a14:m>
                <a:endParaRPr lang="en-US" dirty="0"/>
              </a:p>
            </p:txBody>
          </p:sp>
        </mc:Choice>
        <mc:Fallback xmlns="">
          <p:sp>
            <p:nvSpPr>
              <p:cNvPr id="8" name="TextBox 7">
                <a:extLst>
                  <a:ext uri="{FF2B5EF4-FFF2-40B4-BE49-F238E27FC236}">
                    <a16:creationId xmlns:a16="http://schemas.microsoft.com/office/drawing/2014/main" id="{CB8895BF-A0A6-8DB4-ADAF-26342635DF3E}"/>
                  </a:ext>
                </a:extLst>
              </p:cNvPr>
              <p:cNvSpPr txBox="1">
                <a:spLocks noRot="1" noChangeAspect="1" noMove="1" noResize="1" noEditPoints="1" noAdjustHandles="1" noChangeArrowheads="1" noChangeShapeType="1" noTextEdit="1"/>
              </p:cNvSpPr>
              <p:nvPr/>
            </p:nvSpPr>
            <p:spPr>
              <a:xfrm>
                <a:off x="496878" y="2980670"/>
                <a:ext cx="2401443" cy="369332"/>
              </a:xfrm>
              <a:prstGeom prst="rect">
                <a:avLst/>
              </a:prstGeom>
              <a:blipFill>
                <a:blip r:embed="rId4"/>
                <a:stretch>
                  <a:fillRect l="-2290" t="-9836"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7F90050-2262-2B17-59EA-AD55400E7A2D}"/>
                  </a:ext>
                </a:extLst>
              </p:cNvPr>
              <p:cNvSpPr txBox="1"/>
              <p:nvPr/>
            </p:nvSpPr>
            <p:spPr>
              <a:xfrm>
                <a:off x="381000" y="3506205"/>
                <a:ext cx="1219200"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𝑧</m:t>
                          </m:r>
                        </m:num>
                        <m:den>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𝑥</m:t>
                          </m:r>
                        </m:den>
                      </m:f>
                      <m:r>
                        <a:rPr lang="en-US" b="0" i="1" smtClean="0">
                          <a:latin typeface="Cambria Math" panose="02040503050406030204" pitchFamily="18" charset="0"/>
                        </a:rPr>
                        <m:t>=2</m:t>
                      </m:r>
                      <m:r>
                        <a:rPr lang="en-US" b="0" i="1" smtClean="0">
                          <a:latin typeface="Cambria Math" panose="02040503050406030204" pitchFamily="18" charset="0"/>
                        </a:rPr>
                        <m:t>𝑥</m:t>
                      </m:r>
                    </m:oMath>
                  </m:oMathPara>
                </a14:m>
                <a:endParaRPr lang="en-US" dirty="0"/>
              </a:p>
            </p:txBody>
          </p:sp>
        </mc:Choice>
        <mc:Fallback xmlns="">
          <p:sp>
            <p:nvSpPr>
              <p:cNvPr id="9" name="TextBox 8">
                <a:extLst>
                  <a:ext uri="{FF2B5EF4-FFF2-40B4-BE49-F238E27FC236}">
                    <a16:creationId xmlns:a16="http://schemas.microsoft.com/office/drawing/2014/main" id="{47F90050-2262-2B17-59EA-AD55400E7A2D}"/>
                  </a:ext>
                </a:extLst>
              </p:cNvPr>
              <p:cNvSpPr txBox="1">
                <a:spLocks noRot="1" noChangeAspect="1" noMove="1" noResize="1" noEditPoints="1" noAdjustHandles="1" noChangeArrowheads="1" noChangeShapeType="1" noTextEdit="1"/>
              </p:cNvSpPr>
              <p:nvPr/>
            </p:nvSpPr>
            <p:spPr>
              <a:xfrm>
                <a:off x="381000" y="3506205"/>
                <a:ext cx="1219200" cy="63478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65FE4A2-307D-4363-72A5-EB8C034E1876}"/>
                  </a:ext>
                </a:extLst>
              </p:cNvPr>
              <p:cNvSpPr txBox="1"/>
              <p:nvPr/>
            </p:nvSpPr>
            <p:spPr>
              <a:xfrm>
                <a:off x="1828800" y="3544305"/>
                <a:ext cx="1219200" cy="63478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𝑦</m:t>
                          </m:r>
                        </m:num>
                        <m:den>
                          <m:r>
                            <a:rPr lang="en-US" i="1" smtClean="0">
                              <a:latin typeface="Cambria Math" panose="02040503050406030204" pitchFamily="18" charset="0"/>
                              <a:ea typeface="Cambria Math" panose="02040503050406030204" pitchFamily="18" charset="0"/>
                            </a:rPr>
                            <m:t>𝛿</m:t>
                          </m:r>
                          <m:r>
                            <a:rPr lang="en-US" b="0" i="1" smtClean="0">
                              <a:latin typeface="Cambria Math" panose="02040503050406030204" pitchFamily="18" charset="0"/>
                              <a:ea typeface="Cambria Math" panose="02040503050406030204" pitchFamily="18" charset="0"/>
                            </a:rPr>
                            <m:t>𝑧</m:t>
                          </m:r>
                        </m:den>
                      </m:f>
                      <m:r>
                        <a:rPr lang="en-US" b="0" i="1" smtClean="0">
                          <a:latin typeface="Cambria Math" panose="02040503050406030204" pitchFamily="18" charset="0"/>
                        </a:rPr>
                        <m:t>=3</m:t>
                      </m:r>
                    </m:oMath>
                  </m:oMathPara>
                </a14:m>
                <a:endParaRPr lang="en-US" dirty="0"/>
              </a:p>
            </p:txBody>
          </p:sp>
        </mc:Choice>
        <mc:Fallback xmlns="">
          <p:sp>
            <p:nvSpPr>
              <p:cNvPr id="11" name="TextBox 10">
                <a:extLst>
                  <a:ext uri="{FF2B5EF4-FFF2-40B4-BE49-F238E27FC236}">
                    <a16:creationId xmlns:a16="http://schemas.microsoft.com/office/drawing/2014/main" id="{F65FE4A2-307D-4363-72A5-EB8C034E1876}"/>
                  </a:ext>
                </a:extLst>
              </p:cNvPr>
              <p:cNvSpPr txBox="1">
                <a:spLocks noRot="1" noChangeAspect="1" noMove="1" noResize="1" noEditPoints="1" noAdjustHandles="1" noChangeArrowheads="1" noChangeShapeType="1" noTextEdit="1"/>
              </p:cNvSpPr>
              <p:nvPr/>
            </p:nvSpPr>
            <p:spPr>
              <a:xfrm>
                <a:off x="1828800" y="3544305"/>
                <a:ext cx="1219200" cy="63478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1C10E4C7-EB70-868C-8600-8D613EF636F5}"/>
                  </a:ext>
                </a:extLst>
              </p:cNvPr>
              <p:cNvSpPr txBox="1"/>
              <p:nvPr/>
            </p:nvSpPr>
            <p:spPr>
              <a:xfrm>
                <a:off x="5145078" y="3165336"/>
                <a:ext cx="3236922" cy="11637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1" i="1" smtClean="0">
                              <a:latin typeface="Cambria Math" panose="02040503050406030204" pitchFamily="18" charset="0"/>
                            </a:rPr>
                          </m:ctrlPr>
                        </m:fPr>
                        <m:num>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𝒚</m:t>
                          </m:r>
                        </m:num>
                        <m:den>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𝒙</m:t>
                          </m:r>
                        </m:den>
                      </m:f>
                      <m:r>
                        <a:rPr lang="en-US" sz="2400" b="1" i="1" smtClean="0">
                          <a:latin typeface="Cambria Math" panose="02040503050406030204" pitchFamily="18" charset="0"/>
                        </a:rPr>
                        <m:t>=</m:t>
                      </m:r>
                      <m:r>
                        <a:rPr lang="en-US" sz="2400" b="1" i="1" smtClean="0">
                          <a:latin typeface="Cambria Math" panose="02040503050406030204" pitchFamily="18" charset="0"/>
                        </a:rPr>
                        <m:t>𝟑</m:t>
                      </m:r>
                      <m:r>
                        <a:rPr lang="en-US" sz="2400" b="1" i="1" smtClean="0">
                          <a:latin typeface="Cambria Math" panose="02040503050406030204" pitchFamily="18" charset="0"/>
                        </a:rPr>
                        <m:t>∗</m:t>
                      </m:r>
                      <m:r>
                        <a:rPr lang="en-US" sz="2400" b="1" i="1" smtClean="0">
                          <a:latin typeface="Cambria Math" panose="02040503050406030204" pitchFamily="18" charset="0"/>
                        </a:rPr>
                        <m:t>𝟐</m:t>
                      </m:r>
                      <m:r>
                        <a:rPr lang="en-US" sz="2400" b="1" i="1" smtClean="0">
                          <a:latin typeface="Cambria Math" panose="02040503050406030204" pitchFamily="18" charset="0"/>
                        </a:rPr>
                        <m:t>𝒙</m:t>
                      </m:r>
                      <m:r>
                        <a:rPr lang="en-US" sz="2400" b="1" i="1" smtClean="0">
                          <a:latin typeface="Cambria Math" panose="02040503050406030204" pitchFamily="18" charset="0"/>
                        </a:rPr>
                        <m:t>=</m:t>
                      </m:r>
                      <m:r>
                        <a:rPr lang="en-US" sz="2400" b="1" i="1" smtClean="0">
                          <a:latin typeface="Cambria Math" panose="02040503050406030204" pitchFamily="18" charset="0"/>
                        </a:rPr>
                        <m:t>𝟔</m:t>
                      </m:r>
                      <m:r>
                        <a:rPr lang="en-US" sz="2400" b="1" i="1" smtClean="0">
                          <a:latin typeface="Cambria Math" panose="02040503050406030204" pitchFamily="18" charset="0"/>
                        </a:rPr>
                        <m:t>𝒙</m:t>
                      </m:r>
                    </m:oMath>
                  </m:oMathPara>
                </a14:m>
                <a:endParaRPr lang="en-US" sz="2400" b="1" dirty="0"/>
              </a:p>
              <a:p>
                <a:endParaRPr lang="en-US" sz="2400" b="1" dirty="0"/>
              </a:p>
            </p:txBody>
          </p:sp>
        </mc:Choice>
        <mc:Fallback>
          <p:sp>
            <p:nvSpPr>
              <p:cNvPr id="13" name="TextBox 12">
                <a:extLst>
                  <a:ext uri="{FF2B5EF4-FFF2-40B4-BE49-F238E27FC236}">
                    <a16:creationId xmlns:a16="http://schemas.microsoft.com/office/drawing/2014/main" id="{1C10E4C7-EB70-868C-8600-8D613EF636F5}"/>
                  </a:ext>
                </a:extLst>
              </p:cNvPr>
              <p:cNvSpPr txBox="1">
                <a:spLocks noRot="1" noChangeAspect="1" noMove="1" noResize="1" noEditPoints="1" noAdjustHandles="1" noChangeArrowheads="1" noChangeShapeType="1" noTextEdit="1"/>
              </p:cNvSpPr>
              <p:nvPr/>
            </p:nvSpPr>
            <p:spPr>
              <a:xfrm>
                <a:off x="5145078" y="3165336"/>
                <a:ext cx="3236922" cy="116378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9F96E0A-730D-1E67-AF6D-22EA096CA204}"/>
                  </a:ext>
                </a:extLst>
              </p:cNvPr>
              <p:cNvSpPr txBox="1"/>
              <p:nvPr/>
            </p:nvSpPr>
            <p:spPr>
              <a:xfrm>
                <a:off x="6278430" y="2158302"/>
                <a:ext cx="427170" cy="7944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400" b="1" i="1" smtClean="0">
                              <a:latin typeface="Cambria Math" panose="02040503050406030204" pitchFamily="18" charset="0"/>
                            </a:rPr>
                          </m:ctrlPr>
                        </m:fPr>
                        <m:num>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𝒚</m:t>
                          </m:r>
                        </m:num>
                        <m:den>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𝒛</m:t>
                          </m:r>
                        </m:den>
                      </m:f>
                    </m:oMath>
                  </m:oMathPara>
                </a14:m>
                <a:endParaRPr lang="en-US" sz="2400" dirty="0"/>
              </a:p>
            </p:txBody>
          </p:sp>
        </mc:Choice>
        <mc:Fallback>
          <p:sp>
            <p:nvSpPr>
              <p:cNvPr id="4" name="TextBox 3">
                <a:extLst>
                  <a:ext uri="{FF2B5EF4-FFF2-40B4-BE49-F238E27FC236}">
                    <a16:creationId xmlns:a16="http://schemas.microsoft.com/office/drawing/2014/main" id="{B9F96E0A-730D-1E67-AF6D-22EA096CA204}"/>
                  </a:ext>
                </a:extLst>
              </p:cNvPr>
              <p:cNvSpPr txBox="1">
                <a:spLocks noRot="1" noChangeAspect="1" noMove="1" noResize="1" noEditPoints="1" noAdjustHandles="1" noChangeArrowheads="1" noChangeShapeType="1" noTextEdit="1"/>
              </p:cNvSpPr>
              <p:nvPr/>
            </p:nvSpPr>
            <p:spPr>
              <a:xfrm>
                <a:off x="6278430" y="2158302"/>
                <a:ext cx="427170" cy="794448"/>
              </a:xfrm>
              <a:prstGeom prst="rect">
                <a:avLst/>
              </a:prstGeom>
              <a:blipFill>
                <a:blip r:embed="rId8"/>
                <a:stretch>
                  <a:fillRect r="-571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366F995-225D-F3C3-D865-D6CB9819704D}"/>
                  </a:ext>
                </a:extLst>
              </p:cNvPr>
              <p:cNvSpPr txBox="1"/>
              <p:nvPr/>
            </p:nvSpPr>
            <p:spPr>
              <a:xfrm>
                <a:off x="6705600" y="2158302"/>
                <a:ext cx="533400" cy="7944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1" i="0" smtClean="0">
                          <a:latin typeface="Cambria Math" panose="02040503050406030204" pitchFamily="18" charset="0"/>
                        </a:rPr>
                        <m:t>∗</m:t>
                      </m:r>
                      <m:f>
                        <m:fPr>
                          <m:ctrlPr>
                            <a:rPr lang="en-US" sz="2400" b="1" i="1" smtClean="0">
                              <a:latin typeface="Cambria Math" panose="02040503050406030204" pitchFamily="18" charset="0"/>
                            </a:rPr>
                          </m:ctrlPr>
                        </m:fPr>
                        <m:num>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𝒛</m:t>
                          </m:r>
                        </m:num>
                        <m:den>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𝒙</m:t>
                          </m:r>
                        </m:den>
                      </m:f>
                    </m:oMath>
                  </m:oMathPara>
                </a14:m>
                <a:endParaRPr lang="en-US" sz="2400" dirty="0"/>
              </a:p>
            </p:txBody>
          </p:sp>
        </mc:Choice>
        <mc:Fallback>
          <p:sp>
            <p:nvSpPr>
              <p:cNvPr id="12" name="TextBox 11">
                <a:extLst>
                  <a:ext uri="{FF2B5EF4-FFF2-40B4-BE49-F238E27FC236}">
                    <a16:creationId xmlns:a16="http://schemas.microsoft.com/office/drawing/2014/main" id="{7366F995-225D-F3C3-D865-D6CB9819704D}"/>
                  </a:ext>
                </a:extLst>
              </p:cNvPr>
              <p:cNvSpPr txBox="1">
                <a:spLocks noRot="1" noChangeAspect="1" noMove="1" noResize="1" noEditPoints="1" noAdjustHandles="1" noChangeArrowheads="1" noChangeShapeType="1" noTextEdit="1"/>
              </p:cNvSpPr>
              <p:nvPr/>
            </p:nvSpPr>
            <p:spPr>
              <a:xfrm>
                <a:off x="6705600" y="2158302"/>
                <a:ext cx="533400" cy="794448"/>
              </a:xfrm>
              <a:prstGeom prst="rect">
                <a:avLst/>
              </a:prstGeom>
              <a:blipFill>
                <a:blip r:embed="rId9"/>
                <a:stretch>
                  <a:fillRect r="-22727"/>
                </a:stretch>
              </a:blipFill>
            </p:spPr>
            <p:txBody>
              <a:bodyPr/>
              <a:lstStyle/>
              <a:p>
                <a:r>
                  <a:rPr lang="en-US">
                    <a:noFill/>
                  </a:rPr>
                  <a:t> </a:t>
                </a:r>
              </a:p>
            </p:txBody>
          </p:sp>
        </mc:Fallback>
      </mc:AlternateContent>
    </p:spTree>
    <p:extLst>
      <p:ext uri="{BB962C8B-B14F-4D97-AF65-F5344CB8AC3E}">
        <p14:creationId xmlns:p14="http://schemas.microsoft.com/office/powerpoint/2010/main" val="253813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3" grpId="0"/>
      <p:bldP spid="4"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58947A-1881-366D-C425-750EFEECB37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62A0120-9B6C-A3F1-3E0B-4A0115A19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446986-4F15-9C7B-1D8C-86342CFC1518}"/>
              </a:ext>
            </a:extLst>
          </p:cNvPr>
          <p:cNvSpPr>
            <a:spLocks noGrp="1"/>
          </p:cNvSpPr>
          <p:nvPr>
            <p:ph type="title"/>
          </p:nvPr>
        </p:nvSpPr>
        <p:spPr>
          <a:xfrm>
            <a:off x="756138" y="130524"/>
            <a:ext cx="7631723" cy="833882"/>
          </a:xfrm>
        </p:spPr>
        <p:txBody>
          <a:bodyPr anchor="ctr">
            <a:normAutofit/>
          </a:bodyPr>
          <a:lstStyle/>
          <a:p>
            <a:pPr algn="ctr"/>
            <a:r>
              <a:rPr lang="en-US" sz="3000" dirty="0"/>
              <a:t>Chain Rule</a:t>
            </a:r>
          </a:p>
        </p:txBody>
      </p:sp>
      <p:sp>
        <p:nvSpPr>
          <p:cNvPr id="5" name="TextBox 4">
            <a:extLst>
              <a:ext uri="{FF2B5EF4-FFF2-40B4-BE49-F238E27FC236}">
                <a16:creationId xmlns:a16="http://schemas.microsoft.com/office/drawing/2014/main" id="{2A5CDD43-E95E-6017-431C-A8B61D334974}"/>
              </a:ext>
            </a:extLst>
          </p:cNvPr>
          <p:cNvSpPr txBox="1"/>
          <p:nvPr/>
        </p:nvSpPr>
        <p:spPr>
          <a:xfrm>
            <a:off x="494157" y="964406"/>
            <a:ext cx="8153400" cy="369332"/>
          </a:xfrm>
          <a:prstGeom prst="rect">
            <a:avLst/>
          </a:prstGeom>
          <a:noFill/>
        </p:spPr>
        <p:txBody>
          <a:bodyPr wrap="square" rtlCol="0">
            <a:spAutoFit/>
          </a:bodyPr>
          <a:lstStyle/>
          <a:p>
            <a:r>
              <a:rPr lang="en-US" b="1" dirty="0"/>
              <a:t>Justification:</a:t>
            </a: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6426B6-12C6-93E4-647D-D8E8B431616D}"/>
                  </a:ext>
                </a:extLst>
              </p:cNvPr>
              <p:cNvSpPr txBox="1"/>
              <p:nvPr/>
            </p:nvSpPr>
            <p:spPr>
              <a:xfrm>
                <a:off x="475107" y="1368801"/>
                <a:ext cx="2401443" cy="369332"/>
              </a:xfrm>
              <a:prstGeom prst="rect">
                <a:avLst/>
              </a:prstGeom>
              <a:noFill/>
            </p:spPr>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a14:m>
                <a:r>
                  <a:rPr lang="en-US" dirty="0"/>
                  <a:t> and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=3</m:t>
                    </m:r>
                    <m:r>
                      <a:rPr lang="en-US" b="0" i="1" smtClean="0">
                        <a:latin typeface="Cambria Math" panose="02040503050406030204" pitchFamily="18" charset="0"/>
                      </a:rPr>
                      <m:t>𝑧</m:t>
                    </m:r>
                  </m:oMath>
                </a14:m>
                <a:endParaRPr lang="en-US" dirty="0"/>
              </a:p>
            </p:txBody>
          </p:sp>
        </mc:Choice>
        <mc:Fallback xmlns="">
          <p:sp>
            <p:nvSpPr>
              <p:cNvPr id="8" name="TextBox 7">
                <a:extLst>
                  <a:ext uri="{FF2B5EF4-FFF2-40B4-BE49-F238E27FC236}">
                    <a16:creationId xmlns:a16="http://schemas.microsoft.com/office/drawing/2014/main" id="{7F6426B6-12C6-93E4-647D-D8E8B431616D}"/>
                  </a:ext>
                </a:extLst>
              </p:cNvPr>
              <p:cNvSpPr txBox="1">
                <a:spLocks noRot="1" noChangeAspect="1" noMove="1" noResize="1" noEditPoints="1" noAdjustHandles="1" noChangeArrowheads="1" noChangeShapeType="1" noTextEdit="1"/>
              </p:cNvSpPr>
              <p:nvPr/>
            </p:nvSpPr>
            <p:spPr>
              <a:xfrm>
                <a:off x="475107" y="1368801"/>
                <a:ext cx="2401443" cy="369332"/>
              </a:xfrm>
              <a:prstGeom prst="rect">
                <a:avLst/>
              </a:prstGeom>
              <a:blipFill>
                <a:blip r:embed="rId2"/>
                <a:stretch>
                  <a:fillRect l="-2284"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3C71472-B359-9900-4A5F-4BC9B3AC42B7}"/>
                  </a:ext>
                </a:extLst>
              </p:cNvPr>
              <p:cNvSpPr txBox="1"/>
              <p:nvPr/>
            </p:nvSpPr>
            <p:spPr>
              <a:xfrm>
                <a:off x="57367" y="1798288"/>
                <a:ext cx="3236922" cy="7944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1" i="1" smtClean="0">
                              <a:latin typeface="Cambria Math" panose="02040503050406030204" pitchFamily="18" charset="0"/>
                            </a:rPr>
                          </m:ctrlPr>
                        </m:fPr>
                        <m:num>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𝒚</m:t>
                          </m:r>
                        </m:num>
                        <m:den>
                          <m:r>
                            <a:rPr lang="en-US" sz="2400" b="1" i="1" smtClean="0">
                              <a:latin typeface="Cambria Math" panose="02040503050406030204" pitchFamily="18" charset="0"/>
                              <a:ea typeface="Cambria Math" panose="02040503050406030204" pitchFamily="18" charset="0"/>
                            </a:rPr>
                            <m:t>𝜹</m:t>
                          </m:r>
                          <m:r>
                            <a:rPr lang="en-US" sz="2400" b="1" i="1" smtClean="0">
                              <a:latin typeface="Cambria Math" panose="02040503050406030204" pitchFamily="18" charset="0"/>
                              <a:ea typeface="Cambria Math" panose="02040503050406030204" pitchFamily="18" charset="0"/>
                            </a:rPr>
                            <m:t>𝒙</m:t>
                          </m:r>
                        </m:den>
                      </m:f>
                      <m:r>
                        <a:rPr lang="en-US" sz="2400" b="1" i="1" smtClean="0">
                          <a:latin typeface="Cambria Math" panose="02040503050406030204" pitchFamily="18" charset="0"/>
                        </a:rPr>
                        <m:t>=</m:t>
                      </m:r>
                      <m:r>
                        <a:rPr lang="en-US" sz="2400" b="1" i="1" smtClean="0">
                          <a:latin typeface="Cambria Math" panose="02040503050406030204" pitchFamily="18" charset="0"/>
                        </a:rPr>
                        <m:t>𝟑</m:t>
                      </m:r>
                      <m:r>
                        <a:rPr lang="en-US" sz="2400" b="1" i="1" smtClean="0">
                          <a:latin typeface="Cambria Math" panose="02040503050406030204" pitchFamily="18" charset="0"/>
                        </a:rPr>
                        <m:t>∗</m:t>
                      </m:r>
                      <m:r>
                        <a:rPr lang="en-US" sz="2400" b="1" i="1" smtClean="0">
                          <a:latin typeface="Cambria Math" panose="02040503050406030204" pitchFamily="18" charset="0"/>
                        </a:rPr>
                        <m:t>𝟐</m:t>
                      </m:r>
                      <m:r>
                        <a:rPr lang="en-US" sz="2400" b="1" i="1" smtClean="0">
                          <a:latin typeface="Cambria Math" panose="02040503050406030204" pitchFamily="18" charset="0"/>
                        </a:rPr>
                        <m:t>𝒙</m:t>
                      </m:r>
                      <m:r>
                        <a:rPr lang="en-US" sz="2400" b="1" i="1" smtClean="0">
                          <a:latin typeface="Cambria Math" panose="02040503050406030204" pitchFamily="18" charset="0"/>
                        </a:rPr>
                        <m:t>=</m:t>
                      </m:r>
                      <m:r>
                        <a:rPr lang="en-US" sz="2400" b="1" i="1" smtClean="0">
                          <a:latin typeface="Cambria Math" panose="02040503050406030204" pitchFamily="18" charset="0"/>
                        </a:rPr>
                        <m:t>𝟔</m:t>
                      </m:r>
                      <m:r>
                        <a:rPr lang="en-US" sz="2400" b="1" i="1" smtClean="0">
                          <a:latin typeface="Cambria Math" panose="02040503050406030204" pitchFamily="18" charset="0"/>
                        </a:rPr>
                        <m:t>𝒙</m:t>
                      </m:r>
                    </m:oMath>
                  </m:oMathPara>
                </a14:m>
                <a:endParaRPr lang="en-US" sz="2400" b="1" dirty="0"/>
              </a:p>
            </p:txBody>
          </p:sp>
        </mc:Choice>
        <mc:Fallback xmlns="">
          <p:sp>
            <p:nvSpPr>
              <p:cNvPr id="13" name="TextBox 12">
                <a:extLst>
                  <a:ext uri="{FF2B5EF4-FFF2-40B4-BE49-F238E27FC236}">
                    <a16:creationId xmlns:a16="http://schemas.microsoft.com/office/drawing/2014/main" id="{E3C71472-B359-9900-4A5F-4BC9B3AC42B7}"/>
                  </a:ext>
                </a:extLst>
              </p:cNvPr>
              <p:cNvSpPr txBox="1">
                <a:spLocks noRot="1" noChangeAspect="1" noMove="1" noResize="1" noEditPoints="1" noAdjustHandles="1" noChangeArrowheads="1" noChangeShapeType="1" noTextEdit="1"/>
              </p:cNvSpPr>
              <p:nvPr/>
            </p:nvSpPr>
            <p:spPr>
              <a:xfrm>
                <a:off x="57367" y="1798288"/>
                <a:ext cx="3236922" cy="794448"/>
              </a:xfrm>
              <a:prstGeom prst="rect">
                <a:avLst/>
              </a:prstGeom>
              <a:blipFill>
                <a:blip r:embed="rId3"/>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C69519A-B87F-F6F5-32B3-FDDEA3A3B4C2}"/>
              </a:ext>
            </a:extLst>
          </p:cNvPr>
          <p:cNvSpPr txBox="1"/>
          <p:nvPr/>
        </p:nvSpPr>
        <p:spPr>
          <a:xfrm>
            <a:off x="3505200" y="1149072"/>
            <a:ext cx="5636514" cy="646331"/>
          </a:xfrm>
          <a:prstGeom prst="rect">
            <a:avLst/>
          </a:prstGeom>
          <a:noFill/>
        </p:spPr>
        <p:txBody>
          <a:bodyPr wrap="square" rtlCol="0">
            <a:spAutoFit/>
          </a:bodyPr>
          <a:lstStyle/>
          <a:p>
            <a:r>
              <a:rPr lang="en-US" dirty="0"/>
              <a:t>Let x = 4 so according to chain rule the change in y due to change in x should be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EC33BC4-11CD-ECC6-8395-5262956257A4}"/>
                  </a:ext>
                </a:extLst>
              </p:cNvPr>
              <p:cNvSpPr txBox="1"/>
              <p:nvPr/>
            </p:nvSpPr>
            <p:spPr>
              <a:xfrm>
                <a:off x="6553200" y="1472237"/>
                <a:ext cx="2286000" cy="618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1" i="1" smtClean="0">
                              <a:latin typeface="Cambria Math" panose="02040503050406030204" pitchFamily="18" charset="0"/>
                            </a:rPr>
                          </m:ctrlPr>
                        </m:fPr>
                        <m:num>
                          <m:r>
                            <a:rPr lang="en-US" sz="1800" b="1" i="1" smtClean="0">
                              <a:latin typeface="Cambria Math" panose="02040503050406030204" pitchFamily="18" charset="0"/>
                              <a:ea typeface="Cambria Math" panose="02040503050406030204" pitchFamily="18" charset="0"/>
                            </a:rPr>
                            <m:t>𝜹</m:t>
                          </m:r>
                          <m:r>
                            <a:rPr lang="en-US" sz="1800" b="1" i="1" smtClean="0">
                              <a:latin typeface="Cambria Math" panose="02040503050406030204" pitchFamily="18" charset="0"/>
                              <a:ea typeface="Cambria Math" panose="02040503050406030204" pitchFamily="18" charset="0"/>
                            </a:rPr>
                            <m:t>𝒚</m:t>
                          </m:r>
                        </m:num>
                        <m:den>
                          <m:r>
                            <a:rPr lang="en-US" sz="1800" b="1" i="1" smtClean="0">
                              <a:latin typeface="Cambria Math" panose="02040503050406030204" pitchFamily="18" charset="0"/>
                              <a:ea typeface="Cambria Math" panose="02040503050406030204" pitchFamily="18" charset="0"/>
                            </a:rPr>
                            <m:t>𝜹</m:t>
                          </m:r>
                          <m:r>
                            <a:rPr lang="en-US" sz="1800" b="1" i="1" smtClean="0">
                              <a:latin typeface="Cambria Math" panose="02040503050406030204" pitchFamily="18" charset="0"/>
                              <a:ea typeface="Cambria Math" panose="02040503050406030204" pitchFamily="18" charset="0"/>
                            </a:rPr>
                            <m:t>𝒙</m:t>
                          </m:r>
                        </m:den>
                      </m:f>
                      <m:r>
                        <a:rPr lang="en-US" sz="1800" b="1" i="1" smtClean="0">
                          <a:latin typeface="Cambria Math" panose="02040503050406030204" pitchFamily="18" charset="0"/>
                        </a:rPr>
                        <m:t>=</m:t>
                      </m:r>
                      <m:r>
                        <a:rPr lang="en-US" sz="1800" b="1" i="1" smtClean="0">
                          <a:latin typeface="Cambria Math" panose="02040503050406030204" pitchFamily="18" charset="0"/>
                        </a:rPr>
                        <m:t>𝟔</m:t>
                      </m:r>
                      <m:r>
                        <a:rPr lang="en-US" sz="1800" b="1" i="1" smtClean="0">
                          <a:latin typeface="Cambria Math" panose="02040503050406030204" pitchFamily="18" charset="0"/>
                        </a:rPr>
                        <m:t>𝒙</m:t>
                      </m:r>
                      <m:r>
                        <a:rPr lang="en-US" sz="1800" b="1" i="1" smtClean="0">
                          <a:latin typeface="Cambria Math" panose="02040503050406030204" pitchFamily="18" charset="0"/>
                        </a:rPr>
                        <m:t>=</m:t>
                      </m:r>
                      <m:r>
                        <a:rPr lang="en-US" sz="1800" b="1" i="1" smtClean="0">
                          <a:latin typeface="Cambria Math" panose="02040503050406030204" pitchFamily="18" charset="0"/>
                        </a:rPr>
                        <m:t>𝟐𝟒</m:t>
                      </m:r>
                    </m:oMath>
                  </m:oMathPara>
                </a14:m>
                <a:endParaRPr lang="en-US" dirty="0"/>
              </a:p>
            </p:txBody>
          </p:sp>
        </mc:Choice>
        <mc:Fallback xmlns="">
          <p:sp>
            <p:nvSpPr>
              <p:cNvPr id="6" name="TextBox 5">
                <a:extLst>
                  <a:ext uri="{FF2B5EF4-FFF2-40B4-BE49-F238E27FC236}">
                    <a16:creationId xmlns:a16="http://schemas.microsoft.com/office/drawing/2014/main" id="{AEC33BC4-11CD-ECC6-8395-5262956257A4}"/>
                  </a:ext>
                </a:extLst>
              </p:cNvPr>
              <p:cNvSpPr txBox="1">
                <a:spLocks noRot="1" noChangeAspect="1" noMove="1" noResize="1" noEditPoints="1" noAdjustHandles="1" noChangeArrowheads="1" noChangeShapeType="1" noTextEdit="1"/>
              </p:cNvSpPr>
              <p:nvPr/>
            </p:nvSpPr>
            <p:spPr>
              <a:xfrm>
                <a:off x="6553200" y="1472237"/>
                <a:ext cx="2286000" cy="618887"/>
              </a:xfrm>
              <a:prstGeom prst="rect">
                <a:avLst/>
              </a:prstGeom>
              <a:blipFill>
                <a:blip r:embed="rId4"/>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5074F379-8DF8-E39B-720E-479C28AE28E5}"/>
              </a:ext>
            </a:extLst>
          </p:cNvPr>
          <p:cNvSpPr txBox="1"/>
          <p:nvPr/>
        </p:nvSpPr>
        <p:spPr>
          <a:xfrm>
            <a:off x="3518807" y="2239186"/>
            <a:ext cx="5560314" cy="646331"/>
          </a:xfrm>
          <a:prstGeom prst="rect">
            <a:avLst/>
          </a:prstGeom>
          <a:noFill/>
        </p:spPr>
        <p:txBody>
          <a:bodyPr wrap="square" rtlCol="0">
            <a:spAutoFit/>
          </a:bodyPr>
          <a:lstStyle/>
          <a:p>
            <a:r>
              <a:rPr lang="en-US" dirty="0"/>
              <a:t>Now calculate manually Increase x by a small value</a:t>
            </a:r>
          </a:p>
          <a:p>
            <a:r>
              <a:rPr lang="en-US" dirty="0"/>
              <a:t>.01</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D0EF79E-B857-AC4A-8D55-E41A477EE288}"/>
                  </a:ext>
                </a:extLst>
              </p:cNvPr>
              <p:cNvSpPr txBox="1"/>
              <p:nvPr/>
            </p:nvSpPr>
            <p:spPr>
              <a:xfrm>
                <a:off x="4343399" y="2823120"/>
                <a:ext cx="37286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=4.01 </m:t>
                      </m:r>
                      <m:r>
                        <a:rPr lang="en-US" b="0" i="1" smtClean="0">
                          <a:latin typeface="Cambria Math" panose="02040503050406030204" pitchFamily="18" charset="0"/>
                        </a:rPr>
                        <m:t>𝑠𝑜</m:t>
                      </m:r>
                      <m:r>
                        <a:rPr lang="en-US" b="0" i="1" smtClean="0">
                          <a:latin typeface="Cambria Math" panose="02040503050406030204" pitchFamily="18" charset="0"/>
                        </a:rPr>
                        <m:t> </m:t>
                      </m:r>
                      <m:r>
                        <a:rPr lang="en-US" b="0" i="1" smtClean="0">
                          <a:latin typeface="Cambria Math" panose="02040503050406030204" pitchFamily="18" charset="0"/>
                        </a:rPr>
                        <m:t>𝑧</m:t>
                      </m:r>
                      <m:r>
                        <a:rPr lang="en-US" b="0" i="1" smtClean="0">
                          <a:latin typeface="Cambria Math" panose="02040503050406030204" pitchFamily="18" charset="0"/>
                        </a:rPr>
                        <m:t>=16.08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=48.24</m:t>
                      </m:r>
                    </m:oMath>
                  </m:oMathPara>
                </a14:m>
                <a:endParaRPr lang="en-US" dirty="0"/>
              </a:p>
            </p:txBody>
          </p:sp>
        </mc:Choice>
        <mc:Fallback xmlns="">
          <p:sp>
            <p:nvSpPr>
              <p:cNvPr id="15" name="TextBox 14">
                <a:extLst>
                  <a:ext uri="{FF2B5EF4-FFF2-40B4-BE49-F238E27FC236}">
                    <a16:creationId xmlns:a16="http://schemas.microsoft.com/office/drawing/2014/main" id="{FD0EF79E-B857-AC4A-8D55-E41A477EE288}"/>
                  </a:ext>
                </a:extLst>
              </p:cNvPr>
              <p:cNvSpPr txBox="1">
                <a:spLocks noRot="1" noChangeAspect="1" noMove="1" noResize="1" noEditPoints="1" noAdjustHandles="1" noChangeArrowheads="1" noChangeShapeType="1" noTextEdit="1"/>
              </p:cNvSpPr>
              <p:nvPr/>
            </p:nvSpPr>
            <p:spPr>
              <a:xfrm>
                <a:off x="4343399" y="2823120"/>
                <a:ext cx="3728649" cy="276999"/>
              </a:xfrm>
              <a:prstGeom prst="rect">
                <a:avLst/>
              </a:prstGeom>
              <a:blipFill>
                <a:blip r:embed="rId5"/>
                <a:stretch>
                  <a:fillRect l="-327" r="-1307"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22ACD11-ADEC-F8BA-1DEB-308638091ABA}"/>
                  </a:ext>
                </a:extLst>
              </p:cNvPr>
              <p:cNvSpPr txBox="1"/>
              <p:nvPr/>
            </p:nvSpPr>
            <p:spPr>
              <a:xfrm>
                <a:off x="5980987" y="3353209"/>
                <a:ext cx="1712007"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48.24−48</m:t>
                          </m:r>
                        </m:num>
                        <m:den>
                          <m:r>
                            <a:rPr lang="en-US" b="0" i="1" smtClean="0">
                              <a:latin typeface="Cambria Math" panose="02040503050406030204" pitchFamily="18" charset="0"/>
                            </a:rPr>
                            <m:t>.01</m:t>
                          </m:r>
                        </m:den>
                      </m:f>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24</m:t>
                      </m:r>
                    </m:oMath>
                  </m:oMathPara>
                </a14:m>
                <a:endParaRPr lang="en-US" dirty="0"/>
              </a:p>
            </p:txBody>
          </p:sp>
        </mc:Choice>
        <mc:Fallback xmlns="">
          <p:sp>
            <p:nvSpPr>
              <p:cNvPr id="16" name="TextBox 15">
                <a:extLst>
                  <a:ext uri="{FF2B5EF4-FFF2-40B4-BE49-F238E27FC236}">
                    <a16:creationId xmlns:a16="http://schemas.microsoft.com/office/drawing/2014/main" id="{022ACD11-ADEC-F8BA-1DEB-308638091ABA}"/>
                  </a:ext>
                </a:extLst>
              </p:cNvPr>
              <p:cNvSpPr txBox="1">
                <a:spLocks noRot="1" noChangeAspect="1" noMove="1" noResize="1" noEditPoints="1" noAdjustHandles="1" noChangeArrowheads="1" noChangeShapeType="1" noTextEdit="1"/>
              </p:cNvSpPr>
              <p:nvPr/>
            </p:nvSpPr>
            <p:spPr>
              <a:xfrm>
                <a:off x="5980987" y="3353209"/>
                <a:ext cx="1712007" cy="520399"/>
              </a:xfrm>
              <a:prstGeom prst="rect">
                <a:avLst/>
              </a:prstGeom>
              <a:blipFill>
                <a:blip r:embed="rId6"/>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704D0689-B831-8070-E50B-C7CAF9E825D9}"/>
              </a:ext>
            </a:extLst>
          </p:cNvPr>
          <p:cNvSpPr txBox="1"/>
          <p:nvPr/>
        </p:nvSpPr>
        <p:spPr>
          <a:xfrm>
            <a:off x="3505200" y="3353209"/>
            <a:ext cx="2438400" cy="369332"/>
          </a:xfrm>
          <a:prstGeom prst="rect">
            <a:avLst/>
          </a:prstGeom>
          <a:noFill/>
        </p:spPr>
        <p:txBody>
          <a:bodyPr wrap="square" rtlCol="0">
            <a:spAutoFit/>
          </a:bodyPr>
          <a:lstStyle/>
          <a:p>
            <a:r>
              <a:rPr lang="en-US" dirty="0"/>
              <a:t>Calculate the change</a:t>
            </a:r>
          </a:p>
        </p:txBody>
      </p:sp>
      <p:sp>
        <p:nvSpPr>
          <p:cNvPr id="12" name="Arrow: Left 11">
            <a:extLst>
              <a:ext uri="{FF2B5EF4-FFF2-40B4-BE49-F238E27FC236}">
                <a16:creationId xmlns:a16="http://schemas.microsoft.com/office/drawing/2014/main" id="{F062CC73-2D4D-4066-8720-819BB068093C}"/>
              </a:ext>
            </a:extLst>
          </p:cNvPr>
          <p:cNvSpPr/>
          <p:nvPr/>
        </p:nvSpPr>
        <p:spPr>
          <a:xfrm>
            <a:off x="8458200" y="1795403"/>
            <a:ext cx="381000" cy="45719"/>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8" name="Arrow: Left 17">
            <a:extLst>
              <a:ext uri="{FF2B5EF4-FFF2-40B4-BE49-F238E27FC236}">
                <a16:creationId xmlns:a16="http://schemas.microsoft.com/office/drawing/2014/main" id="{DD5092EE-D63E-4559-8124-095E862921DC}"/>
              </a:ext>
            </a:extLst>
          </p:cNvPr>
          <p:cNvSpPr/>
          <p:nvPr/>
        </p:nvSpPr>
        <p:spPr>
          <a:xfrm>
            <a:off x="7772400" y="3638550"/>
            <a:ext cx="615461" cy="45719"/>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016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6" grpId="0"/>
      <p:bldP spid="14" grpId="0"/>
      <p:bldP spid="15" grpId="0"/>
      <p:bldP spid="16" grpId="0"/>
      <p:bldP spid="17" grpId="0"/>
      <p:bldP spid="12"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5AE634-B122-24FE-DB73-B13B8866D09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791C2F9-3F32-238E-E3D5-60A782EC9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D16A369-5B1A-71A9-D941-FC6B010E410A}"/>
                  </a:ext>
                </a:extLst>
              </p:cNvPr>
              <p:cNvSpPr>
                <a:spLocks noGrp="1"/>
              </p:cNvSpPr>
              <p:nvPr>
                <p:ph type="title"/>
              </p:nvPr>
            </p:nvSpPr>
            <p:spPr>
              <a:xfrm>
                <a:off x="0" y="130524"/>
                <a:ext cx="9144000" cy="833882"/>
              </a:xfrm>
            </p:spPr>
            <p:txBody>
              <a:bodyPr anchor="ctr">
                <a:normAutofit fontScale="90000"/>
              </a:bodyPr>
              <a:lstStyle/>
              <a:p>
                <a:pPr algn="ctr"/>
                <a:r>
                  <a:rPr lang="en-US" sz="3000" dirty="0"/>
                  <a:t>Calculating change in </a:t>
                </a:r>
                <a:r>
                  <a:rPr lang="en-US" sz="3000" b="1" i="1" dirty="0"/>
                  <a:t>Loss</a:t>
                </a:r>
                <a:r>
                  <a:rPr lang="en-US" sz="3000" dirty="0"/>
                  <a:t> due to change of </a:t>
                </a:r>
                <a14:m>
                  <m:oMath xmlns:m="http://schemas.openxmlformats.org/officeDocument/2006/math">
                    <m:sSub>
                      <m:sSubPr>
                        <m:ctrlPr>
                          <a:rPr lang="en-US" sz="3000" b="1" i="1" smtClean="0">
                            <a:latin typeface="Cambria Math" panose="02040503050406030204" pitchFamily="18" charset="0"/>
                          </a:rPr>
                        </m:ctrlPr>
                      </m:sSubPr>
                      <m:e>
                        <m:r>
                          <a:rPr lang="en-US" sz="3000" b="1" i="1" smtClean="0">
                            <a:latin typeface="Cambria Math" panose="02040503050406030204" pitchFamily="18" charset="0"/>
                          </a:rPr>
                          <m:t>𝒘</m:t>
                        </m:r>
                      </m:e>
                      <m:sub>
                        <m:r>
                          <a:rPr lang="en-US" sz="3000" b="1" i="1" smtClean="0">
                            <a:latin typeface="Cambria Math" panose="02040503050406030204" pitchFamily="18" charset="0"/>
                          </a:rPr>
                          <m:t>𝟏𝟏</m:t>
                        </m:r>
                      </m:sub>
                    </m:sSub>
                  </m:oMath>
                </a14:m>
                <a:r>
                  <a:rPr lang="en-US" sz="3000" dirty="0"/>
                  <a:t>(gradient)</a:t>
                </a:r>
              </a:p>
            </p:txBody>
          </p:sp>
        </mc:Choice>
        <mc:Fallback xmlns="">
          <p:sp>
            <p:nvSpPr>
              <p:cNvPr id="2" name="Title 1">
                <a:extLst>
                  <a:ext uri="{FF2B5EF4-FFF2-40B4-BE49-F238E27FC236}">
                    <a16:creationId xmlns:a16="http://schemas.microsoft.com/office/drawing/2014/main" id="{6D16A369-5B1A-71A9-D941-FC6B010E410A}"/>
                  </a:ext>
                </a:extLst>
              </p:cNvPr>
              <p:cNvSpPr>
                <a:spLocks noGrp="1" noRot="1" noChangeAspect="1" noMove="1" noResize="1" noEditPoints="1" noAdjustHandles="1" noChangeArrowheads="1" noChangeShapeType="1" noTextEdit="1"/>
              </p:cNvSpPr>
              <p:nvPr>
                <p:ph type="title"/>
              </p:nvPr>
            </p:nvSpPr>
            <p:spPr>
              <a:xfrm>
                <a:off x="0" y="130524"/>
                <a:ext cx="9144000" cy="833882"/>
              </a:xfrm>
              <a:blipFill>
                <a:blip r:embed="rId2"/>
                <a:stretch>
                  <a:fillRect l="-1200" r="-1200"/>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92DC0645-8141-7C8A-B345-9A3937FCF7A6}"/>
              </a:ext>
            </a:extLst>
          </p:cNvPr>
          <p:cNvPicPr>
            <a:picLocks noChangeAspect="1"/>
          </p:cNvPicPr>
          <p:nvPr/>
        </p:nvPicPr>
        <p:blipFill>
          <a:blip r:embed="rId3"/>
          <a:stretch>
            <a:fillRect/>
          </a:stretch>
        </p:blipFill>
        <p:spPr>
          <a:xfrm>
            <a:off x="583805" y="819150"/>
            <a:ext cx="3987052" cy="2613136"/>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1C8DF0B-1308-C76E-F961-E8182E71FED1}"/>
                  </a:ext>
                </a:extLst>
              </p:cNvPr>
              <p:cNvSpPr txBox="1"/>
              <p:nvPr/>
            </p:nvSpPr>
            <p:spPr>
              <a:xfrm>
                <a:off x="6096000" y="956430"/>
                <a:ext cx="7677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𝐿𝑜𝑠𝑠</m:t>
                      </m:r>
                      <m:r>
                        <a:rPr lang="en-US" b="0" i="1"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31C8DF0B-1308-C76E-F961-E8182E71FED1}"/>
                  </a:ext>
                </a:extLst>
              </p:cNvPr>
              <p:cNvSpPr txBox="1">
                <a:spLocks noRot="1" noChangeAspect="1" noMove="1" noResize="1" noEditPoints="1" noAdjustHandles="1" noChangeArrowheads="1" noChangeShapeType="1" noTextEdit="1"/>
              </p:cNvSpPr>
              <p:nvPr/>
            </p:nvSpPr>
            <p:spPr>
              <a:xfrm>
                <a:off x="6096000" y="956430"/>
                <a:ext cx="767774" cy="276999"/>
              </a:xfrm>
              <a:prstGeom prst="rect">
                <a:avLst/>
              </a:prstGeom>
              <a:blipFill>
                <a:blip r:embed="rId4"/>
                <a:stretch>
                  <a:fillRect l="-5556" r="-1587" b="-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C1E54BD-738E-D463-36E7-57231767D805}"/>
                  </a:ext>
                </a:extLst>
              </p:cNvPr>
              <p:cNvSpPr txBox="1"/>
              <p:nvPr/>
            </p:nvSpPr>
            <p:spPr>
              <a:xfrm>
                <a:off x="6825992" y="956429"/>
                <a:ext cx="90640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d>
                        </m:e>
                        <m:sup>
                          <m:r>
                            <a:rPr lang="en-US" b="0" i="1" smtClean="0">
                              <a:latin typeface="Cambria Math" panose="02040503050406030204" pitchFamily="18" charset="0"/>
                            </a:rPr>
                            <m:t>2</m:t>
                          </m:r>
                        </m:sup>
                      </m:sSup>
                    </m:oMath>
                  </m:oMathPara>
                </a14:m>
                <a:endParaRPr lang="en-US" dirty="0"/>
              </a:p>
            </p:txBody>
          </p:sp>
        </mc:Choice>
        <mc:Fallback xmlns="">
          <p:sp>
            <p:nvSpPr>
              <p:cNvPr id="5" name="TextBox 4">
                <a:extLst>
                  <a:ext uri="{FF2B5EF4-FFF2-40B4-BE49-F238E27FC236}">
                    <a16:creationId xmlns:a16="http://schemas.microsoft.com/office/drawing/2014/main" id="{2C1E54BD-738E-D463-36E7-57231767D805}"/>
                  </a:ext>
                </a:extLst>
              </p:cNvPr>
              <p:cNvSpPr txBox="1">
                <a:spLocks noRot="1" noChangeAspect="1" noMove="1" noResize="1" noEditPoints="1" noAdjustHandles="1" noChangeArrowheads="1" noChangeShapeType="1" noTextEdit="1"/>
              </p:cNvSpPr>
              <p:nvPr/>
            </p:nvSpPr>
            <p:spPr>
              <a:xfrm>
                <a:off x="6825992" y="956429"/>
                <a:ext cx="906402" cy="276999"/>
              </a:xfrm>
              <a:prstGeom prst="rect">
                <a:avLst/>
              </a:prstGeom>
              <a:blipFill>
                <a:blip r:embed="rId5"/>
                <a:stretch>
                  <a:fillRect t="-24444" r="-16216" b="-2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30AD075-F01B-20D8-448A-5512A8757E51}"/>
                  </a:ext>
                </a:extLst>
              </p:cNvPr>
              <p:cNvSpPr txBox="1"/>
              <p:nvPr/>
            </p:nvSpPr>
            <p:spPr>
              <a:xfrm>
                <a:off x="5154662" y="1212274"/>
                <a:ext cx="4351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330AD075-F01B-20D8-448A-5512A8757E51}"/>
                  </a:ext>
                </a:extLst>
              </p:cNvPr>
              <p:cNvSpPr txBox="1">
                <a:spLocks noRot="1" noChangeAspect="1" noMove="1" noResize="1" noEditPoints="1" noAdjustHandles="1" noChangeArrowheads="1" noChangeShapeType="1" noTextEdit="1"/>
              </p:cNvSpPr>
              <p:nvPr/>
            </p:nvSpPr>
            <p:spPr>
              <a:xfrm>
                <a:off x="5154662" y="1212274"/>
                <a:ext cx="435184" cy="276999"/>
              </a:xfrm>
              <a:prstGeom prst="rect">
                <a:avLst/>
              </a:prstGeom>
              <a:blipFill>
                <a:blip r:embed="rId6"/>
                <a:stretch>
                  <a:fillRect l="-11268" t="-24444" r="-25352" b="-2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4CD86B8-ECE0-7C5E-E8EC-58B26EC70E79}"/>
                  </a:ext>
                </a:extLst>
              </p:cNvPr>
              <p:cNvSpPr txBox="1"/>
              <p:nvPr/>
            </p:nvSpPr>
            <p:spPr>
              <a:xfrm>
                <a:off x="5637422" y="1200150"/>
                <a:ext cx="345671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𝑎</m:t>
                          </m:r>
                        </m:e>
                        <m:sub>
                          <m:r>
                            <a:rPr lang="en-US" b="0" i="1" smtClean="0">
                              <a:solidFill>
                                <a:schemeClr val="tx1"/>
                              </a:solidFill>
                              <a:latin typeface="Cambria Math" panose="02040503050406030204" pitchFamily="18" charset="0"/>
                            </a:rPr>
                            <m:t>11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31 </m:t>
                          </m:r>
                        </m:sub>
                      </m:sSub>
                      <m:r>
                        <a:rPr lang="en-US" b="0" i="1" smtClean="0">
                          <a:solidFill>
                            <a:schemeClr val="tx1">
                              <a:lumMod val="50000"/>
                              <a:lumOff val="50000"/>
                            </a:schemeClr>
                          </a:solidFill>
                          <a:latin typeface="Cambria Math" panose="02040503050406030204" pitchFamily="18" charset="0"/>
                        </a:rPr>
                        <m:t>+</m:t>
                      </m:r>
                      <m:sSub>
                        <m:sSubPr>
                          <m:ctrlPr>
                            <a:rPr lang="en-US" i="1" smtClean="0">
                              <a:solidFill>
                                <a:schemeClr val="tx1">
                                  <a:lumMod val="50000"/>
                                  <a:lumOff val="50000"/>
                                </a:schemeClr>
                              </a:solidFill>
                              <a:latin typeface="Cambria Math" panose="02040503050406030204" pitchFamily="18" charset="0"/>
                            </a:rPr>
                          </m:ctrlPr>
                        </m:sSubPr>
                        <m:e>
                          <m:r>
                            <a:rPr lang="en-US" b="0" i="1" smtClean="0">
                              <a:solidFill>
                                <a:schemeClr val="tx1">
                                  <a:lumMod val="50000"/>
                                  <a:lumOff val="50000"/>
                                </a:schemeClr>
                              </a:solidFill>
                              <a:latin typeface="Cambria Math" panose="02040503050406030204" pitchFamily="18" charset="0"/>
                            </a:rPr>
                            <m:t>𝑎</m:t>
                          </m:r>
                        </m:e>
                        <m:sub>
                          <m:r>
                            <a:rPr lang="en-US" b="0" i="1" smtClean="0">
                              <a:solidFill>
                                <a:schemeClr val="tx1">
                                  <a:lumMod val="50000"/>
                                  <a:lumOff val="50000"/>
                                </a:schemeClr>
                              </a:solidFill>
                              <a:latin typeface="Cambria Math" panose="02040503050406030204" pitchFamily="18" charset="0"/>
                            </a:rPr>
                            <m:t>12</m:t>
                          </m:r>
                        </m:sub>
                      </m:sSub>
                      <m:r>
                        <a:rPr lang="en-US" b="0" i="1" smtClean="0">
                          <a:solidFill>
                            <a:schemeClr val="tx1">
                              <a:lumMod val="50000"/>
                              <a:lumOff val="50000"/>
                            </a:schemeClr>
                          </a:solidFill>
                          <a:latin typeface="Cambria Math" panose="02040503050406030204" pitchFamily="18" charset="0"/>
                        </a:rPr>
                        <m:t>∗</m:t>
                      </m:r>
                      <m:sSub>
                        <m:sSubPr>
                          <m:ctrlPr>
                            <a:rPr lang="en-US" i="1" smtClean="0">
                              <a:solidFill>
                                <a:schemeClr val="tx1">
                                  <a:lumMod val="50000"/>
                                  <a:lumOff val="50000"/>
                                </a:schemeClr>
                              </a:solidFill>
                              <a:latin typeface="Cambria Math" panose="02040503050406030204" pitchFamily="18" charset="0"/>
                            </a:rPr>
                          </m:ctrlPr>
                        </m:sSubPr>
                        <m:e>
                          <m:r>
                            <a:rPr lang="en-US" b="0" i="1" smtClean="0">
                              <a:solidFill>
                                <a:schemeClr val="tx1">
                                  <a:lumMod val="50000"/>
                                  <a:lumOff val="50000"/>
                                </a:schemeClr>
                              </a:solidFill>
                              <a:latin typeface="Cambria Math" panose="02040503050406030204" pitchFamily="18" charset="0"/>
                            </a:rPr>
                            <m:t>𝑤</m:t>
                          </m:r>
                        </m:e>
                        <m:sub>
                          <m:r>
                            <a:rPr lang="en-US" b="0" i="1" smtClean="0">
                              <a:solidFill>
                                <a:schemeClr val="tx1">
                                  <a:lumMod val="50000"/>
                                  <a:lumOff val="50000"/>
                                </a:schemeClr>
                              </a:solidFill>
                              <a:latin typeface="Cambria Math" panose="02040503050406030204" pitchFamily="18" charset="0"/>
                            </a:rPr>
                            <m:t>32 </m:t>
                          </m:r>
                        </m:sub>
                      </m:sSub>
                      <m:r>
                        <a:rPr lang="en-US" b="0" i="1" smtClean="0">
                          <a:solidFill>
                            <a:schemeClr val="tx1">
                              <a:lumMod val="50000"/>
                              <a:lumOff val="50000"/>
                            </a:schemeClr>
                          </a:solidFill>
                          <a:latin typeface="Cambria Math" panose="02040503050406030204" pitchFamily="18" charset="0"/>
                        </a:rPr>
                        <m:t>+</m:t>
                      </m:r>
                      <m:sSub>
                        <m:sSubPr>
                          <m:ctrlPr>
                            <a:rPr lang="en-US" i="1" smtClean="0">
                              <a:solidFill>
                                <a:schemeClr val="tx1">
                                  <a:lumMod val="50000"/>
                                  <a:lumOff val="50000"/>
                                </a:schemeClr>
                              </a:solidFill>
                              <a:latin typeface="Cambria Math" panose="02040503050406030204" pitchFamily="18" charset="0"/>
                            </a:rPr>
                          </m:ctrlPr>
                        </m:sSubPr>
                        <m:e>
                          <m:r>
                            <a:rPr lang="en-US" b="0" i="1" smtClean="0">
                              <a:solidFill>
                                <a:schemeClr val="tx1">
                                  <a:lumMod val="50000"/>
                                  <a:lumOff val="50000"/>
                                </a:schemeClr>
                              </a:solidFill>
                              <a:latin typeface="Cambria Math" panose="02040503050406030204" pitchFamily="18" charset="0"/>
                            </a:rPr>
                            <m:t>𝑎</m:t>
                          </m:r>
                        </m:e>
                        <m:sub>
                          <m:r>
                            <a:rPr lang="en-US" b="0" i="1" smtClean="0">
                              <a:solidFill>
                                <a:schemeClr val="tx1">
                                  <a:lumMod val="50000"/>
                                  <a:lumOff val="50000"/>
                                </a:schemeClr>
                              </a:solidFill>
                              <a:latin typeface="Cambria Math" panose="02040503050406030204" pitchFamily="18" charset="0"/>
                            </a:rPr>
                            <m:t>13</m:t>
                          </m:r>
                        </m:sub>
                      </m:sSub>
                      <m:r>
                        <a:rPr lang="en-US" b="0" i="1" smtClean="0">
                          <a:solidFill>
                            <a:schemeClr val="tx1">
                              <a:lumMod val="50000"/>
                              <a:lumOff val="50000"/>
                            </a:schemeClr>
                          </a:solidFill>
                          <a:latin typeface="Cambria Math" panose="02040503050406030204" pitchFamily="18" charset="0"/>
                        </a:rPr>
                        <m:t>∗</m:t>
                      </m:r>
                      <m:sSub>
                        <m:sSubPr>
                          <m:ctrlPr>
                            <a:rPr lang="en-US" i="1" smtClean="0">
                              <a:solidFill>
                                <a:schemeClr val="tx1">
                                  <a:lumMod val="50000"/>
                                  <a:lumOff val="50000"/>
                                </a:schemeClr>
                              </a:solidFill>
                              <a:latin typeface="Cambria Math" panose="02040503050406030204" pitchFamily="18" charset="0"/>
                            </a:rPr>
                          </m:ctrlPr>
                        </m:sSubPr>
                        <m:e>
                          <m:r>
                            <a:rPr lang="en-US" b="0" i="1" smtClean="0">
                              <a:solidFill>
                                <a:schemeClr val="tx1">
                                  <a:lumMod val="50000"/>
                                  <a:lumOff val="50000"/>
                                </a:schemeClr>
                              </a:solidFill>
                              <a:latin typeface="Cambria Math" panose="02040503050406030204" pitchFamily="18" charset="0"/>
                            </a:rPr>
                            <m:t>𝑤</m:t>
                          </m:r>
                        </m:e>
                        <m:sub>
                          <m:r>
                            <a:rPr lang="en-US" b="0" i="1" smtClean="0">
                              <a:solidFill>
                                <a:schemeClr val="tx1">
                                  <a:lumMod val="50000"/>
                                  <a:lumOff val="50000"/>
                                </a:schemeClr>
                              </a:solidFill>
                              <a:latin typeface="Cambria Math" panose="02040503050406030204" pitchFamily="18" charset="0"/>
                            </a:rPr>
                            <m:t>33 </m:t>
                          </m:r>
                        </m:sub>
                      </m:sSub>
                    </m:oMath>
                  </m:oMathPara>
                </a14:m>
                <a:endParaRPr lang="en-US" dirty="0"/>
              </a:p>
            </p:txBody>
          </p:sp>
        </mc:Choice>
        <mc:Fallback xmlns="">
          <p:sp>
            <p:nvSpPr>
              <p:cNvPr id="7" name="TextBox 6">
                <a:extLst>
                  <a:ext uri="{FF2B5EF4-FFF2-40B4-BE49-F238E27FC236}">
                    <a16:creationId xmlns:a16="http://schemas.microsoft.com/office/drawing/2014/main" id="{24CD86B8-ECE0-7C5E-E8EC-58B26EC70E79}"/>
                  </a:ext>
                </a:extLst>
              </p:cNvPr>
              <p:cNvSpPr txBox="1">
                <a:spLocks noRot="1" noChangeAspect="1" noMove="1" noResize="1" noEditPoints="1" noAdjustHandles="1" noChangeArrowheads="1" noChangeShapeType="1" noTextEdit="1"/>
              </p:cNvSpPr>
              <p:nvPr/>
            </p:nvSpPr>
            <p:spPr>
              <a:xfrm>
                <a:off x="5637422" y="1200150"/>
                <a:ext cx="3456716" cy="276999"/>
              </a:xfrm>
              <a:prstGeom prst="rect">
                <a:avLst/>
              </a:prstGeom>
              <a:blipFill>
                <a:blip r:embed="rId7"/>
                <a:stretch>
                  <a:fillRect l="-353"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632B6A2-0A47-3344-C50A-EB1E064877A5}"/>
                  </a:ext>
                </a:extLst>
              </p:cNvPr>
              <p:cNvSpPr txBox="1"/>
              <p:nvPr/>
            </p:nvSpPr>
            <p:spPr>
              <a:xfrm>
                <a:off x="5697292" y="1504951"/>
                <a:ext cx="6294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𝑎</m:t>
                          </m:r>
                        </m:e>
                        <m:sub>
                          <m:r>
                            <a:rPr lang="en-US" b="0" i="1" smtClean="0">
                              <a:solidFill>
                                <a:schemeClr val="tx1"/>
                              </a:solidFill>
                              <a:latin typeface="Cambria Math" panose="02040503050406030204" pitchFamily="18" charset="0"/>
                            </a:rPr>
                            <m:t>11</m:t>
                          </m:r>
                        </m:sub>
                      </m:sSub>
                      <m:r>
                        <a:rPr lang="en-US" b="0" i="1" smtClean="0">
                          <a:solidFill>
                            <a:schemeClr val="tx1"/>
                          </a:solidFill>
                          <a:latin typeface="Cambria Math" panose="02040503050406030204" pitchFamily="18" charset="0"/>
                        </a:rPr>
                        <m:t>=</m:t>
                      </m:r>
                    </m:oMath>
                  </m:oMathPara>
                </a14:m>
                <a:endParaRPr lang="en-US" dirty="0"/>
              </a:p>
            </p:txBody>
          </p:sp>
        </mc:Choice>
        <mc:Fallback xmlns="">
          <p:sp>
            <p:nvSpPr>
              <p:cNvPr id="8" name="TextBox 7">
                <a:extLst>
                  <a:ext uri="{FF2B5EF4-FFF2-40B4-BE49-F238E27FC236}">
                    <a16:creationId xmlns:a16="http://schemas.microsoft.com/office/drawing/2014/main" id="{C632B6A2-0A47-3344-C50A-EB1E064877A5}"/>
                  </a:ext>
                </a:extLst>
              </p:cNvPr>
              <p:cNvSpPr txBox="1">
                <a:spLocks noRot="1" noChangeAspect="1" noMove="1" noResize="1" noEditPoints="1" noAdjustHandles="1" noChangeArrowheads="1" noChangeShapeType="1" noTextEdit="1"/>
              </p:cNvSpPr>
              <p:nvPr/>
            </p:nvSpPr>
            <p:spPr>
              <a:xfrm>
                <a:off x="5697292" y="1504951"/>
                <a:ext cx="629403" cy="276999"/>
              </a:xfrm>
              <a:prstGeom prst="rect">
                <a:avLst/>
              </a:prstGeom>
              <a:blipFill>
                <a:blip r:embed="rId8"/>
                <a:stretch>
                  <a:fillRect l="-3883" r="-194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3C70611-E0FB-3ADE-98E2-F6FE0D421A1E}"/>
                  </a:ext>
                </a:extLst>
              </p:cNvPr>
              <p:cNvSpPr txBox="1"/>
              <p:nvPr/>
            </p:nvSpPr>
            <p:spPr>
              <a:xfrm>
                <a:off x="6339858" y="1504950"/>
                <a:ext cx="1000338"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11</m:t>
                                  </m:r>
                                </m:sub>
                              </m:sSub>
                            </m:sup>
                          </m:sSup>
                        </m:den>
                      </m:f>
                    </m:oMath>
                  </m:oMathPara>
                </a14:m>
                <a:endParaRPr lang="en-US" dirty="0"/>
              </a:p>
            </p:txBody>
          </p:sp>
        </mc:Choice>
        <mc:Fallback xmlns="">
          <p:sp>
            <p:nvSpPr>
              <p:cNvPr id="9" name="TextBox 8">
                <a:extLst>
                  <a:ext uri="{FF2B5EF4-FFF2-40B4-BE49-F238E27FC236}">
                    <a16:creationId xmlns:a16="http://schemas.microsoft.com/office/drawing/2014/main" id="{03C70611-E0FB-3ADE-98E2-F6FE0D421A1E}"/>
                  </a:ext>
                </a:extLst>
              </p:cNvPr>
              <p:cNvSpPr txBox="1">
                <a:spLocks noRot="1" noChangeAspect="1" noMove="1" noResize="1" noEditPoints="1" noAdjustHandles="1" noChangeArrowheads="1" noChangeShapeType="1" noTextEdit="1"/>
              </p:cNvSpPr>
              <p:nvPr/>
            </p:nvSpPr>
            <p:spPr>
              <a:xfrm>
                <a:off x="6339858" y="1504950"/>
                <a:ext cx="1000338" cy="5250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46AA392-994A-1D15-DED9-242C4FA824C7}"/>
                  </a:ext>
                </a:extLst>
              </p:cNvPr>
              <p:cNvSpPr txBox="1"/>
              <p:nvPr/>
            </p:nvSpPr>
            <p:spPr>
              <a:xfrm>
                <a:off x="5085597" y="2066151"/>
                <a:ext cx="62940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11</m:t>
                          </m:r>
                        </m:sub>
                      </m:sSub>
                      <m:r>
                        <a:rPr lang="en-US" b="0" i="1" smtClean="0">
                          <a:latin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246AA392-994A-1D15-DED9-242C4FA824C7}"/>
                  </a:ext>
                </a:extLst>
              </p:cNvPr>
              <p:cNvSpPr txBox="1">
                <a:spLocks noRot="1" noChangeAspect="1" noMove="1" noResize="1" noEditPoints="1" noAdjustHandles="1" noChangeArrowheads="1" noChangeShapeType="1" noTextEdit="1"/>
              </p:cNvSpPr>
              <p:nvPr/>
            </p:nvSpPr>
            <p:spPr>
              <a:xfrm>
                <a:off x="5085597" y="2066151"/>
                <a:ext cx="629403" cy="276999"/>
              </a:xfrm>
              <a:prstGeom prst="rect">
                <a:avLst/>
              </a:prstGeom>
              <a:blipFill>
                <a:blip r:embed="rId10"/>
                <a:stretch>
                  <a:fillRect l="-7692" r="-1923"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8A53CD4-4548-E599-D74A-37FE88C1ECDB}"/>
                  </a:ext>
                </a:extLst>
              </p:cNvPr>
              <p:cNvSpPr txBox="1"/>
              <p:nvPr/>
            </p:nvSpPr>
            <p:spPr>
              <a:xfrm>
                <a:off x="5715000" y="2060178"/>
                <a:ext cx="202427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𝑥</m:t>
                          </m:r>
                        </m:e>
                        <m:sub>
                          <m:r>
                            <a:rPr lang="en-US" b="0" i="1" smtClean="0">
                              <a:solidFill>
                                <a:schemeClr val="tx1"/>
                              </a:solidFill>
                              <a:latin typeface="Cambria Math" panose="02040503050406030204" pitchFamily="18" charset="0"/>
                            </a:rPr>
                            <m:t>1</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11 </m:t>
                          </m:r>
                        </m:sub>
                      </m:sSub>
                      <m:r>
                        <a:rPr lang="en-US" b="0" i="1" smtClean="0">
                          <a:solidFill>
                            <a:schemeClr val="tx1">
                              <a:lumMod val="50000"/>
                              <a:lumOff val="50000"/>
                            </a:schemeClr>
                          </a:solidFill>
                          <a:latin typeface="Cambria Math" panose="02040503050406030204" pitchFamily="18" charset="0"/>
                        </a:rPr>
                        <m:t>+</m:t>
                      </m:r>
                      <m:sSub>
                        <m:sSubPr>
                          <m:ctrlPr>
                            <a:rPr lang="en-US" i="1" smtClean="0">
                              <a:solidFill>
                                <a:schemeClr val="tx1">
                                  <a:lumMod val="50000"/>
                                  <a:lumOff val="50000"/>
                                </a:schemeClr>
                              </a:solidFill>
                              <a:latin typeface="Cambria Math" panose="02040503050406030204" pitchFamily="18" charset="0"/>
                            </a:rPr>
                          </m:ctrlPr>
                        </m:sSubPr>
                        <m:e>
                          <m:r>
                            <a:rPr lang="en-US" b="0" i="1" smtClean="0">
                              <a:solidFill>
                                <a:schemeClr val="tx1">
                                  <a:lumMod val="50000"/>
                                  <a:lumOff val="50000"/>
                                </a:schemeClr>
                              </a:solidFill>
                              <a:latin typeface="Cambria Math" panose="02040503050406030204" pitchFamily="18" charset="0"/>
                            </a:rPr>
                            <m:t>𝑥</m:t>
                          </m:r>
                        </m:e>
                        <m:sub>
                          <m:r>
                            <a:rPr lang="en-US" b="0" i="1" smtClean="0">
                              <a:solidFill>
                                <a:schemeClr val="tx1">
                                  <a:lumMod val="50000"/>
                                  <a:lumOff val="50000"/>
                                </a:schemeClr>
                              </a:solidFill>
                              <a:latin typeface="Cambria Math" panose="02040503050406030204" pitchFamily="18" charset="0"/>
                            </a:rPr>
                            <m:t>2</m:t>
                          </m:r>
                        </m:sub>
                      </m:sSub>
                      <m:r>
                        <a:rPr lang="en-US" b="0" i="1" smtClean="0">
                          <a:solidFill>
                            <a:schemeClr val="tx1">
                              <a:lumMod val="50000"/>
                              <a:lumOff val="50000"/>
                            </a:schemeClr>
                          </a:solidFill>
                          <a:latin typeface="Cambria Math" panose="02040503050406030204" pitchFamily="18" charset="0"/>
                        </a:rPr>
                        <m:t>∗</m:t>
                      </m:r>
                      <m:sSub>
                        <m:sSubPr>
                          <m:ctrlPr>
                            <a:rPr lang="en-US" i="1" smtClean="0">
                              <a:solidFill>
                                <a:schemeClr val="tx1">
                                  <a:lumMod val="50000"/>
                                  <a:lumOff val="50000"/>
                                </a:schemeClr>
                              </a:solidFill>
                              <a:latin typeface="Cambria Math" panose="02040503050406030204" pitchFamily="18" charset="0"/>
                            </a:rPr>
                          </m:ctrlPr>
                        </m:sSubPr>
                        <m:e>
                          <m:r>
                            <a:rPr lang="en-US" b="0" i="1" smtClean="0">
                              <a:solidFill>
                                <a:schemeClr val="tx1">
                                  <a:lumMod val="50000"/>
                                  <a:lumOff val="50000"/>
                                </a:schemeClr>
                              </a:solidFill>
                              <a:latin typeface="Cambria Math" panose="02040503050406030204" pitchFamily="18" charset="0"/>
                            </a:rPr>
                            <m:t>𝑤</m:t>
                          </m:r>
                        </m:e>
                        <m:sub>
                          <m:r>
                            <a:rPr lang="en-US" b="0" i="1" smtClean="0">
                              <a:solidFill>
                                <a:schemeClr val="tx1">
                                  <a:lumMod val="50000"/>
                                  <a:lumOff val="50000"/>
                                </a:schemeClr>
                              </a:solidFill>
                              <a:latin typeface="Cambria Math" panose="02040503050406030204" pitchFamily="18" charset="0"/>
                            </a:rPr>
                            <m:t>21 </m:t>
                          </m:r>
                        </m:sub>
                      </m:sSub>
                    </m:oMath>
                  </m:oMathPara>
                </a14:m>
                <a:endParaRPr lang="en-US" dirty="0"/>
              </a:p>
            </p:txBody>
          </p:sp>
        </mc:Choice>
        <mc:Fallback xmlns="">
          <p:sp>
            <p:nvSpPr>
              <p:cNvPr id="13" name="TextBox 12">
                <a:extLst>
                  <a:ext uri="{FF2B5EF4-FFF2-40B4-BE49-F238E27FC236}">
                    <a16:creationId xmlns:a16="http://schemas.microsoft.com/office/drawing/2014/main" id="{88A53CD4-4548-E599-D74A-37FE88C1ECDB}"/>
                  </a:ext>
                </a:extLst>
              </p:cNvPr>
              <p:cNvSpPr txBox="1">
                <a:spLocks noRot="1" noChangeAspect="1" noMove="1" noResize="1" noEditPoints="1" noAdjustHandles="1" noChangeArrowheads="1" noChangeShapeType="1" noTextEdit="1"/>
              </p:cNvSpPr>
              <p:nvPr/>
            </p:nvSpPr>
            <p:spPr>
              <a:xfrm>
                <a:off x="5715000" y="2060178"/>
                <a:ext cx="2024272" cy="276999"/>
              </a:xfrm>
              <a:prstGeom prst="rect">
                <a:avLst/>
              </a:prstGeom>
              <a:blipFill>
                <a:blip r:embed="rId11"/>
                <a:stretch>
                  <a:fillRect l="-904"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D0BC147-E66D-142F-2747-418B98452200}"/>
                  </a:ext>
                </a:extLst>
              </p:cNvPr>
              <p:cNvSpPr txBox="1"/>
              <p:nvPr/>
            </p:nvSpPr>
            <p:spPr>
              <a:xfrm>
                <a:off x="4563194" y="2408318"/>
                <a:ext cx="1295400" cy="773032"/>
              </a:xfrm>
              <a:prstGeom prst="rect">
                <a:avLst/>
              </a:prstGeom>
              <a:noFill/>
            </p:spPr>
            <p:txBody>
              <a:bodyPr wrap="square">
                <a:spAutoFit/>
              </a:bodyPr>
              <a:lstStyle/>
              <a:p>
                <a14:m>
                  <m:oMath xmlns:m="http://schemas.openxmlformats.org/officeDocument/2006/math">
                    <m:f>
                      <m:fPr>
                        <m:ctrlPr>
                          <a:rPr lang="en-US" sz="2800" b="1" i="1" smtClean="0">
                            <a:latin typeface="Cambria Math" panose="02040503050406030204" pitchFamily="18" charset="0"/>
                          </a:rPr>
                        </m:ctrlPr>
                      </m:fPr>
                      <m:num>
                        <m:r>
                          <a:rPr lang="en-US" sz="2800" b="1" i="1" smtClean="0">
                            <a:latin typeface="Cambria Math" panose="02040503050406030204" pitchFamily="18" charset="0"/>
                            <a:ea typeface="Cambria Math" panose="02040503050406030204" pitchFamily="18" charset="0"/>
                          </a:rPr>
                          <m:t>𝜹</m:t>
                        </m:r>
                        <m:r>
                          <a:rPr lang="en-US" sz="2800" b="1" i="1" smtClean="0">
                            <a:latin typeface="Cambria Math" panose="02040503050406030204" pitchFamily="18" charset="0"/>
                            <a:ea typeface="Cambria Math" panose="02040503050406030204" pitchFamily="18" charset="0"/>
                          </a:rPr>
                          <m:t>𝑳𝒐𝒔𝒔</m:t>
                        </m:r>
                      </m:num>
                      <m:den>
                        <m:r>
                          <a:rPr lang="en-US" sz="2800" b="1" i="1" smtClean="0">
                            <a:latin typeface="Cambria Math" panose="02040503050406030204" pitchFamily="18" charset="0"/>
                            <a:ea typeface="Cambria Math" panose="02040503050406030204" pitchFamily="18" charset="0"/>
                          </a:rPr>
                          <m:t>𝜹</m:t>
                        </m:r>
                        <m:sSub>
                          <m:sSubPr>
                            <m:ctrlPr>
                              <a:rPr lang="en-US" sz="2800" b="1" i="1" smtClean="0">
                                <a:latin typeface="Cambria Math" panose="02040503050406030204" pitchFamily="18" charset="0"/>
                                <a:ea typeface="Cambria Math" panose="02040503050406030204" pitchFamily="18" charset="0"/>
                              </a:rPr>
                            </m:ctrlPr>
                          </m:sSubPr>
                          <m:e>
                            <m:r>
                              <a:rPr lang="en-US" sz="2800" b="1" i="1" smtClean="0">
                                <a:latin typeface="Cambria Math" panose="02040503050406030204" pitchFamily="18" charset="0"/>
                                <a:ea typeface="Cambria Math" panose="02040503050406030204" pitchFamily="18" charset="0"/>
                              </a:rPr>
                              <m:t>𝒘</m:t>
                            </m:r>
                          </m:e>
                          <m:sub>
                            <m:r>
                              <a:rPr lang="en-US" sz="2800" b="1" i="1" smtClean="0">
                                <a:latin typeface="Cambria Math" panose="02040503050406030204" pitchFamily="18" charset="0"/>
                                <a:ea typeface="Cambria Math" panose="02040503050406030204" pitchFamily="18" charset="0"/>
                              </a:rPr>
                              <m:t>𝟏𝟏</m:t>
                            </m:r>
                          </m:sub>
                        </m:sSub>
                      </m:den>
                    </m:f>
                  </m:oMath>
                </a14:m>
                <a:r>
                  <a:rPr lang="en-US" sz="2800" dirty="0"/>
                  <a:t> =</a:t>
                </a:r>
              </a:p>
            </p:txBody>
          </p:sp>
        </mc:Choice>
        <mc:Fallback xmlns="">
          <p:sp>
            <p:nvSpPr>
              <p:cNvPr id="15" name="TextBox 14">
                <a:extLst>
                  <a:ext uri="{FF2B5EF4-FFF2-40B4-BE49-F238E27FC236}">
                    <a16:creationId xmlns:a16="http://schemas.microsoft.com/office/drawing/2014/main" id="{4D0BC147-E66D-142F-2747-418B98452200}"/>
                  </a:ext>
                </a:extLst>
              </p:cNvPr>
              <p:cNvSpPr txBox="1">
                <a:spLocks noRot="1" noChangeAspect="1" noMove="1" noResize="1" noEditPoints="1" noAdjustHandles="1" noChangeArrowheads="1" noChangeShapeType="1" noTextEdit="1"/>
              </p:cNvSpPr>
              <p:nvPr/>
            </p:nvSpPr>
            <p:spPr>
              <a:xfrm>
                <a:off x="4563194" y="2408318"/>
                <a:ext cx="1295400" cy="773032"/>
              </a:xfrm>
              <a:prstGeom prst="rect">
                <a:avLst/>
              </a:prstGeom>
              <a:blipFill>
                <a:blip r:embed="rId12"/>
                <a:stretch>
                  <a:fillRect r="-1887" b="-15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75796D1-5ECE-70E7-9B5F-79A45F161BED}"/>
                  </a:ext>
                </a:extLst>
              </p:cNvPr>
              <p:cNvSpPr txBox="1"/>
              <p:nvPr/>
            </p:nvSpPr>
            <p:spPr>
              <a:xfrm>
                <a:off x="5890703" y="2474270"/>
                <a:ext cx="914401" cy="6604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800" b="1" i="1" smtClean="0">
                              <a:latin typeface="Cambria Math" panose="02040503050406030204" pitchFamily="18" charset="0"/>
                            </a:rPr>
                          </m:ctrlPr>
                        </m:fPr>
                        <m:num>
                          <m:r>
                            <a:rPr lang="en-US" sz="1800" b="1" i="1" smtClean="0">
                              <a:latin typeface="Cambria Math" panose="02040503050406030204" pitchFamily="18" charset="0"/>
                              <a:ea typeface="Cambria Math" panose="02040503050406030204" pitchFamily="18" charset="0"/>
                            </a:rPr>
                            <m:t>𝜹</m:t>
                          </m:r>
                          <m:r>
                            <a:rPr lang="en-US" sz="1800" b="1" i="1" smtClean="0">
                              <a:latin typeface="Cambria Math" panose="02040503050406030204" pitchFamily="18" charset="0"/>
                              <a:ea typeface="Cambria Math" panose="02040503050406030204" pitchFamily="18" charset="0"/>
                            </a:rPr>
                            <m:t>𝑳𝒐𝒔𝒔</m:t>
                          </m:r>
                        </m:num>
                        <m:den>
                          <m:r>
                            <a:rPr lang="en-US" sz="1800" b="1" i="1" smtClean="0">
                              <a:latin typeface="Cambria Math" panose="02040503050406030204" pitchFamily="18" charset="0"/>
                              <a:ea typeface="Cambria Math" panose="02040503050406030204" pitchFamily="18" charset="0"/>
                            </a:rPr>
                            <m:t>𝜹</m:t>
                          </m:r>
                          <m:acc>
                            <m:accPr>
                              <m:chr m:val="̂"/>
                              <m:ctrlPr>
                                <a:rPr lang="en-US" sz="1800" b="1" i="1" smtClean="0">
                                  <a:latin typeface="Cambria Math" panose="02040503050406030204" pitchFamily="18" charset="0"/>
                                  <a:ea typeface="Cambria Math" panose="02040503050406030204" pitchFamily="18" charset="0"/>
                                </a:rPr>
                              </m:ctrlPr>
                            </m:accPr>
                            <m:e>
                              <m:r>
                                <a:rPr lang="en-US" sz="1800" b="1" i="1" smtClean="0">
                                  <a:latin typeface="Cambria Math" panose="02040503050406030204" pitchFamily="18" charset="0"/>
                                  <a:ea typeface="Cambria Math" panose="02040503050406030204" pitchFamily="18" charset="0"/>
                                </a:rPr>
                                <m:t>𝒚</m:t>
                              </m:r>
                            </m:e>
                          </m:acc>
                        </m:den>
                      </m:f>
                    </m:oMath>
                  </m:oMathPara>
                </a14:m>
                <a:endParaRPr lang="en-US" dirty="0"/>
              </a:p>
            </p:txBody>
          </p:sp>
        </mc:Choice>
        <mc:Fallback xmlns="">
          <p:sp>
            <p:nvSpPr>
              <p:cNvPr id="17" name="TextBox 16">
                <a:extLst>
                  <a:ext uri="{FF2B5EF4-FFF2-40B4-BE49-F238E27FC236}">
                    <a16:creationId xmlns:a16="http://schemas.microsoft.com/office/drawing/2014/main" id="{975796D1-5ECE-70E7-9B5F-79A45F161BED}"/>
                  </a:ext>
                </a:extLst>
              </p:cNvPr>
              <p:cNvSpPr txBox="1">
                <a:spLocks noRot="1" noChangeAspect="1" noMove="1" noResize="1" noEditPoints="1" noAdjustHandles="1" noChangeArrowheads="1" noChangeShapeType="1" noTextEdit="1"/>
              </p:cNvSpPr>
              <p:nvPr/>
            </p:nvSpPr>
            <p:spPr>
              <a:xfrm>
                <a:off x="5890703" y="2474270"/>
                <a:ext cx="914401" cy="660437"/>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3674F53-400F-5FCE-3AD7-85A4F0DC6BBC}"/>
                  </a:ext>
                </a:extLst>
              </p:cNvPr>
              <p:cNvSpPr txBox="1"/>
              <p:nvPr/>
            </p:nvSpPr>
            <p:spPr>
              <a:xfrm>
                <a:off x="6576505" y="2468594"/>
                <a:ext cx="990600" cy="6691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m:t>
                      </m:r>
                      <m:f>
                        <m:fPr>
                          <m:ctrlPr>
                            <a:rPr lang="en-US" sz="1800" b="1" i="1" smtClean="0">
                              <a:latin typeface="Cambria Math" panose="02040503050406030204" pitchFamily="18" charset="0"/>
                            </a:rPr>
                          </m:ctrlPr>
                        </m:fPr>
                        <m:num>
                          <m:r>
                            <a:rPr lang="en-US" sz="1800" b="1" i="1" smtClean="0">
                              <a:latin typeface="Cambria Math" panose="02040503050406030204" pitchFamily="18" charset="0"/>
                              <a:ea typeface="Cambria Math" panose="02040503050406030204" pitchFamily="18" charset="0"/>
                            </a:rPr>
                            <m:t>𝜹</m:t>
                          </m:r>
                          <m:acc>
                            <m:accPr>
                              <m:chr m:val="̂"/>
                              <m:ctrlPr>
                                <a:rPr lang="en-US" sz="1800" b="1" i="1" smtClean="0">
                                  <a:latin typeface="Cambria Math" panose="02040503050406030204" pitchFamily="18" charset="0"/>
                                  <a:ea typeface="Cambria Math" panose="02040503050406030204" pitchFamily="18" charset="0"/>
                                </a:rPr>
                              </m:ctrlPr>
                            </m:accPr>
                            <m:e>
                              <m:r>
                                <a:rPr lang="en-US" sz="1800" b="1" i="1" smtClean="0">
                                  <a:latin typeface="Cambria Math" panose="02040503050406030204" pitchFamily="18" charset="0"/>
                                  <a:ea typeface="Cambria Math" panose="02040503050406030204" pitchFamily="18" charset="0"/>
                                </a:rPr>
                                <m:t>𝒚</m:t>
                              </m:r>
                            </m:e>
                          </m:acc>
                        </m:num>
                        <m:den>
                          <m:r>
                            <a:rPr lang="en-US" sz="1800" b="1" i="1" smtClean="0">
                              <a:latin typeface="Cambria Math" panose="02040503050406030204" pitchFamily="18" charset="0"/>
                              <a:ea typeface="Cambria Math" panose="02040503050406030204" pitchFamily="18" charset="0"/>
                            </a:rPr>
                            <m:t>𝜹</m:t>
                          </m:r>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𝒂</m:t>
                              </m:r>
                            </m:e>
                            <m:sub>
                              <m:r>
                                <a:rPr lang="en-US" b="1" i="1" smtClean="0">
                                  <a:solidFill>
                                    <a:schemeClr val="tx1"/>
                                  </a:solidFill>
                                  <a:latin typeface="Cambria Math" panose="02040503050406030204" pitchFamily="18" charset="0"/>
                                </a:rPr>
                                <m:t>𝟏𝟏</m:t>
                              </m:r>
                            </m:sub>
                          </m:sSub>
                        </m:den>
                      </m:f>
                    </m:oMath>
                  </m:oMathPara>
                </a14:m>
                <a:endParaRPr lang="en-US" dirty="0"/>
              </a:p>
            </p:txBody>
          </p:sp>
        </mc:Choice>
        <mc:Fallback xmlns="">
          <p:sp>
            <p:nvSpPr>
              <p:cNvPr id="18" name="TextBox 17">
                <a:extLst>
                  <a:ext uri="{FF2B5EF4-FFF2-40B4-BE49-F238E27FC236}">
                    <a16:creationId xmlns:a16="http://schemas.microsoft.com/office/drawing/2014/main" id="{C3674F53-400F-5FCE-3AD7-85A4F0DC6BBC}"/>
                  </a:ext>
                </a:extLst>
              </p:cNvPr>
              <p:cNvSpPr txBox="1">
                <a:spLocks noRot="1" noChangeAspect="1" noMove="1" noResize="1" noEditPoints="1" noAdjustHandles="1" noChangeArrowheads="1" noChangeShapeType="1" noTextEdit="1"/>
              </p:cNvSpPr>
              <p:nvPr/>
            </p:nvSpPr>
            <p:spPr>
              <a:xfrm>
                <a:off x="6576505" y="2468594"/>
                <a:ext cx="990600" cy="66915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40FA172-79C9-D136-DFA9-E684D2D5CAD9}"/>
                  </a:ext>
                </a:extLst>
              </p:cNvPr>
              <p:cNvSpPr txBox="1"/>
              <p:nvPr/>
            </p:nvSpPr>
            <p:spPr>
              <a:xfrm>
                <a:off x="7283089" y="2468594"/>
                <a:ext cx="990600" cy="6642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m:t>
                      </m:r>
                      <m:f>
                        <m:fPr>
                          <m:ctrlPr>
                            <a:rPr lang="en-US" sz="1800" b="1" i="1" smtClean="0">
                              <a:latin typeface="Cambria Math" panose="02040503050406030204" pitchFamily="18" charset="0"/>
                            </a:rPr>
                          </m:ctrlPr>
                        </m:fPr>
                        <m:num>
                          <m:r>
                            <a:rPr lang="en-US" sz="1800" b="1" i="1" smtClean="0">
                              <a:latin typeface="Cambria Math" panose="02040503050406030204" pitchFamily="18" charset="0"/>
                              <a:ea typeface="Cambria Math" panose="02040503050406030204" pitchFamily="18" charset="0"/>
                            </a:rPr>
                            <m:t>𝜹</m:t>
                          </m:r>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𝒂</m:t>
                              </m:r>
                            </m:e>
                            <m:sub>
                              <m:r>
                                <a:rPr lang="en-US" b="1" i="1" smtClean="0">
                                  <a:solidFill>
                                    <a:schemeClr val="tx1"/>
                                  </a:solidFill>
                                  <a:latin typeface="Cambria Math" panose="02040503050406030204" pitchFamily="18" charset="0"/>
                                </a:rPr>
                                <m:t>𝟏𝟏</m:t>
                              </m:r>
                            </m:sub>
                          </m:sSub>
                        </m:num>
                        <m:den>
                          <m:r>
                            <a:rPr lang="en-US" sz="1800" b="1" i="1" smtClean="0">
                              <a:latin typeface="Cambria Math" panose="02040503050406030204" pitchFamily="18" charset="0"/>
                              <a:ea typeface="Cambria Math" panose="02040503050406030204" pitchFamily="18" charset="0"/>
                            </a:rPr>
                            <m:t>𝜹</m:t>
                          </m:r>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𝒉</m:t>
                              </m:r>
                            </m:e>
                            <m:sub>
                              <m:r>
                                <a:rPr lang="en-US" b="1" i="1" smtClean="0">
                                  <a:solidFill>
                                    <a:schemeClr val="tx1"/>
                                  </a:solidFill>
                                  <a:latin typeface="Cambria Math" panose="02040503050406030204" pitchFamily="18" charset="0"/>
                                </a:rPr>
                                <m:t>𝟏𝟏</m:t>
                              </m:r>
                            </m:sub>
                          </m:sSub>
                        </m:den>
                      </m:f>
                    </m:oMath>
                  </m:oMathPara>
                </a14:m>
                <a:endParaRPr lang="en-US" dirty="0"/>
              </a:p>
            </p:txBody>
          </p:sp>
        </mc:Choice>
        <mc:Fallback xmlns="">
          <p:sp>
            <p:nvSpPr>
              <p:cNvPr id="19" name="TextBox 18">
                <a:extLst>
                  <a:ext uri="{FF2B5EF4-FFF2-40B4-BE49-F238E27FC236}">
                    <a16:creationId xmlns:a16="http://schemas.microsoft.com/office/drawing/2014/main" id="{440FA172-79C9-D136-DFA9-E684D2D5CAD9}"/>
                  </a:ext>
                </a:extLst>
              </p:cNvPr>
              <p:cNvSpPr txBox="1">
                <a:spLocks noRot="1" noChangeAspect="1" noMove="1" noResize="1" noEditPoints="1" noAdjustHandles="1" noChangeArrowheads="1" noChangeShapeType="1" noTextEdit="1"/>
              </p:cNvSpPr>
              <p:nvPr/>
            </p:nvSpPr>
            <p:spPr>
              <a:xfrm>
                <a:off x="7283089" y="2468594"/>
                <a:ext cx="990600" cy="664221"/>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80873D3-AA18-4479-B267-1E068FE60096}"/>
                  </a:ext>
                </a:extLst>
              </p:cNvPr>
              <p:cNvSpPr txBox="1"/>
              <p:nvPr/>
            </p:nvSpPr>
            <p:spPr>
              <a:xfrm>
                <a:off x="8001000" y="2474270"/>
                <a:ext cx="990600" cy="6819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m:t>
                      </m:r>
                      <m:f>
                        <m:fPr>
                          <m:ctrlPr>
                            <a:rPr lang="en-US" sz="1800" b="1" i="1" smtClean="0">
                              <a:latin typeface="Cambria Math" panose="02040503050406030204" pitchFamily="18" charset="0"/>
                            </a:rPr>
                          </m:ctrlPr>
                        </m:fPr>
                        <m:num>
                          <m:r>
                            <a:rPr lang="en-US" sz="1800" b="1" i="1" smtClean="0">
                              <a:latin typeface="Cambria Math" panose="02040503050406030204" pitchFamily="18" charset="0"/>
                              <a:ea typeface="Cambria Math" panose="02040503050406030204" pitchFamily="18" charset="0"/>
                            </a:rPr>
                            <m:t>𝜹</m:t>
                          </m:r>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𝒉</m:t>
                              </m:r>
                            </m:e>
                            <m:sub>
                              <m:r>
                                <a:rPr lang="en-US" b="1" i="1" smtClean="0">
                                  <a:solidFill>
                                    <a:schemeClr val="tx1"/>
                                  </a:solidFill>
                                  <a:latin typeface="Cambria Math" panose="02040503050406030204" pitchFamily="18" charset="0"/>
                                </a:rPr>
                                <m:t>𝟏𝟏</m:t>
                              </m:r>
                            </m:sub>
                          </m:sSub>
                        </m:num>
                        <m:den>
                          <m:r>
                            <a:rPr lang="en-US" sz="1800" b="1" i="1" smtClean="0">
                              <a:latin typeface="Cambria Math" panose="02040503050406030204" pitchFamily="18" charset="0"/>
                              <a:ea typeface="Cambria Math" panose="02040503050406030204" pitchFamily="18" charset="0"/>
                            </a:rPr>
                            <m:t>𝜹</m:t>
                          </m:r>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𝒘</m:t>
                              </m:r>
                            </m:e>
                            <m:sub>
                              <m:r>
                                <a:rPr lang="en-US" b="1" i="1" smtClean="0">
                                  <a:solidFill>
                                    <a:schemeClr val="tx1"/>
                                  </a:solidFill>
                                  <a:latin typeface="Cambria Math" panose="02040503050406030204" pitchFamily="18" charset="0"/>
                                </a:rPr>
                                <m:t>𝟏𝟏</m:t>
                              </m:r>
                            </m:sub>
                          </m:sSub>
                        </m:den>
                      </m:f>
                    </m:oMath>
                  </m:oMathPara>
                </a14:m>
                <a:endParaRPr lang="en-US" dirty="0"/>
              </a:p>
            </p:txBody>
          </p:sp>
        </mc:Choice>
        <mc:Fallback xmlns="">
          <p:sp>
            <p:nvSpPr>
              <p:cNvPr id="20" name="TextBox 19">
                <a:extLst>
                  <a:ext uri="{FF2B5EF4-FFF2-40B4-BE49-F238E27FC236}">
                    <a16:creationId xmlns:a16="http://schemas.microsoft.com/office/drawing/2014/main" id="{C80873D3-AA18-4479-B267-1E068FE60096}"/>
                  </a:ext>
                </a:extLst>
              </p:cNvPr>
              <p:cNvSpPr txBox="1">
                <a:spLocks noRot="1" noChangeAspect="1" noMove="1" noResize="1" noEditPoints="1" noAdjustHandles="1" noChangeArrowheads="1" noChangeShapeType="1" noTextEdit="1"/>
              </p:cNvSpPr>
              <p:nvPr/>
            </p:nvSpPr>
            <p:spPr>
              <a:xfrm>
                <a:off x="8001000" y="2474270"/>
                <a:ext cx="990600" cy="68191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1922299-C874-880A-9B95-535320F10471}"/>
                  </a:ext>
                </a:extLst>
              </p:cNvPr>
              <p:cNvSpPr txBox="1"/>
              <p:nvPr/>
            </p:nvSpPr>
            <p:spPr>
              <a:xfrm>
                <a:off x="152400" y="3470208"/>
                <a:ext cx="1244996" cy="433132"/>
              </a:xfrm>
              <a:prstGeom prst="rect">
                <a:avLst/>
              </a:prstGeom>
              <a:noFill/>
            </p:spPr>
            <p:txBody>
              <a:bodyPr wrap="square">
                <a:spAutoFit/>
              </a:bodyPr>
              <a:lstStyle/>
              <a:p>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𝛿</m:t>
                        </m:r>
                      </m:num>
                      <m:den>
                        <m:r>
                          <a:rPr lang="en-US" sz="1400" b="0" i="1" smtClean="0">
                            <a:latin typeface="Cambria Math" panose="02040503050406030204" pitchFamily="18" charset="0"/>
                            <a:ea typeface="Cambria Math" panose="02040503050406030204" pitchFamily="18" charset="0"/>
                          </a:rPr>
                          <m:t>𝛿</m:t>
                        </m:r>
                        <m:acc>
                          <m:accPr>
                            <m:chr m:val="̂"/>
                            <m:ctrlPr>
                              <a:rPr lang="en-US" sz="1400" i="1" smtClean="0">
                                <a:latin typeface="Cambria Math" panose="02040503050406030204" pitchFamily="18" charset="0"/>
                                <a:ea typeface="Cambria Math" panose="02040503050406030204" pitchFamily="18" charset="0"/>
                              </a:rPr>
                            </m:ctrlPr>
                          </m:accPr>
                          <m:e>
                            <m:r>
                              <a:rPr lang="en-US" sz="1400" b="0" i="1" smtClean="0">
                                <a:latin typeface="Cambria Math" panose="02040503050406030204" pitchFamily="18" charset="0"/>
                                <a:ea typeface="Cambria Math" panose="02040503050406030204" pitchFamily="18" charset="0"/>
                              </a:rPr>
                              <m:t>𝑦</m:t>
                            </m:r>
                          </m:e>
                        </m:acc>
                      </m:den>
                    </m:f>
                  </m:oMath>
                </a14:m>
                <a:r>
                  <a:rPr lang="en-US" sz="1400" b="0" dirty="0"/>
                  <a:t> </a:t>
                </a:r>
                <a14:m>
                  <m:oMath xmlns:m="http://schemas.openxmlformats.org/officeDocument/2006/math">
                    <m:sSup>
                      <m:sSupPr>
                        <m:ctrlPr>
                          <a:rPr lang="en-US" sz="1400" b="0" i="1" smtClean="0">
                            <a:latin typeface="Cambria Math" panose="02040503050406030204" pitchFamily="18" charset="0"/>
                          </a:rPr>
                        </m:ctrlPr>
                      </m:sSupP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𝑦</m:t>
                            </m:r>
                            <m:r>
                              <a:rPr lang="en-US" sz="1400" b="0" i="1" smtClean="0">
                                <a:latin typeface="Cambria Math" panose="02040503050406030204" pitchFamily="18" charset="0"/>
                              </a:rPr>
                              <m:t>−</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𝑦</m:t>
                                </m:r>
                              </m:e>
                            </m:acc>
                          </m:e>
                        </m:d>
                      </m:e>
                      <m:sup>
                        <m:r>
                          <a:rPr lang="en-US" sz="1400" b="0" i="1" smtClean="0">
                            <a:latin typeface="Cambria Math" panose="02040503050406030204" pitchFamily="18" charset="0"/>
                          </a:rPr>
                          <m:t>2</m:t>
                        </m:r>
                      </m:sup>
                    </m:sSup>
                    <m:r>
                      <a:rPr lang="en-US" sz="1400" b="0" i="1" smtClean="0">
                        <a:latin typeface="Cambria Math" panose="02040503050406030204" pitchFamily="18" charset="0"/>
                      </a:rPr>
                      <m:t>=</m:t>
                    </m:r>
                  </m:oMath>
                </a14:m>
                <a:endParaRPr lang="en-US" sz="1200" dirty="0"/>
              </a:p>
            </p:txBody>
          </p:sp>
        </mc:Choice>
        <mc:Fallback xmlns="">
          <p:sp>
            <p:nvSpPr>
              <p:cNvPr id="21" name="TextBox 20">
                <a:extLst>
                  <a:ext uri="{FF2B5EF4-FFF2-40B4-BE49-F238E27FC236}">
                    <a16:creationId xmlns:a16="http://schemas.microsoft.com/office/drawing/2014/main" id="{31922299-C874-880A-9B95-535320F10471}"/>
                  </a:ext>
                </a:extLst>
              </p:cNvPr>
              <p:cNvSpPr txBox="1">
                <a:spLocks noRot="1" noChangeAspect="1" noMove="1" noResize="1" noEditPoints="1" noAdjustHandles="1" noChangeArrowheads="1" noChangeShapeType="1" noTextEdit="1"/>
              </p:cNvSpPr>
              <p:nvPr/>
            </p:nvSpPr>
            <p:spPr>
              <a:xfrm>
                <a:off x="152400" y="3470208"/>
                <a:ext cx="1244996" cy="4331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E823524-19BA-FAD7-FA67-648E9D13A09A}"/>
                  </a:ext>
                </a:extLst>
              </p:cNvPr>
              <p:cNvSpPr txBox="1"/>
              <p:nvPr/>
            </p:nvSpPr>
            <p:spPr>
              <a:xfrm>
                <a:off x="1397396" y="3579052"/>
                <a:ext cx="940322" cy="215444"/>
              </a:xfrm>
              <a:prstGeom prst="rect">
                <a:avLst/>
              </a:prstGeom>
              <a:noFill/>
            </p:spPr>
            <p:txBody>
              <a:bodyPr wrap="none" lIns="0" tIns="0" rIns="0" bIns="0" rtlCol="0">
                <a:spAutoFit/>
              </a:bodyPr>
              <a:lstStyle/>
              <a:p>
                <a14:m>
                  <m:oMath xmlns:m="http://schemas.openxmlformats.org/officeDocument/2006/math">
                    <m:r>
                      <a:rPr lang="en-US" sz="1400" b="0" i="1" smtClean="0">
                        <a:latin typeface="Cambria Math" panose="02040503050406030204" pitchFamily="18" charset="0"/>
                      </a:rPr>
                      <m:t>−2∗(</m:t>
                    </m:r>
                    <m:r>
                      <a:rPr lang="en-US" sz="1400" b="0" i="1" smtClean="0">
                        <a:latin typeface="Cambria Math" panose="02040503050406030204" pitchFamily="18" charset="0"/>
                      </a:rPr>
                      <m:t>𝑦</m:t>
                    </m:r>
                  </m:oMath>
                </a14:m>
                <a:r>
                  <a:rPr lang="en-US" sz="1400" b="0" dirty="0"/>
                  <a:t> </a:t>
                </a:r>
                <a14:m>
                  <m:oMath xmlns:m="http://schemas.openxmlformats.org/officeDocument/2006/math">
                    <m:r>
                      <a:rPr lang="en-US" sz="1400" b="0" i="1" smtClean="0">
                        <a:latin typeface="Cambria Math" panose="02040503050406030204" pitchFamily="18" charset="0"/>
                      </a:rPr>
                      <m:t>−</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𝑦</m:t>
                        </m:r>
                      </m:e>
                    </m:acc>
                    <m:r>
                      <a:rPr lang="en-US" sz="1400" b="0" i="1" smtClean="0">
                        <a:latin typeface="Cambria Math" panose="02040503050406030204" pitchFamily="18" charset="0"/>
                      </a:rPr>
                      <m:t>)</m:t>
                    </m:r>
                  </m:oMath>
                </a14:m>
                <a:endParaRPr lang="en-US" sz="1400" dirty="0"/>
              </a:p>
            </p:txBody>
          </p:sp>
        </mc:Choice>
        <mc:Fallback xmlns="">
          <p:sp>
            <p:nvSpPr>
              <p:cNvPr id="22" name="TextBox 21">
                <a:extLst>
                  <a:ext uri="{FF2B5EF4-FFF2-40B4-BE49-F238E27FC236}">
                    <a16:creationId xmlns:a16="http://schemas.microsoft.com/office/drawing/2014/main" id="{AE823524-19BA-FAD7-FA67-648E9D13A09A}"/>
                  </a:ext>
                </a:extLst>
              </p:cNvPr>
              <p:cNvSpPr txBox="1">
                <a:spLocks noRot="1" noChangeAspect="1" noMove="1" noResize="1" noEditPoints="1" noAdjustHandles="1" noChangeArrowheads="1" noChangeShapeType="1" noTextEdit="1"/>
              </p:cNvSpPr>
              <p:nvPr/>
            </p:nvSpPr>
            <p:spPr>
              <a:xfrm>
                <a:off x="1397396" y="3579052"/>
                <a:ext cx="940322" cy="215444"/>
              </a:xfrm>
              <a:prstGeom prst="rect">
                <a:avLst/>
              </a:prstGeom>
              <a:blipFill>
                <a:blip r:embed="rId18"/>
                <a:stretch>
                  <a:fillRect l="-3247" t="-11429" r="-21429" b="-3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06D72F9-E54C-EB75-B497-E7E53C48557F}"/>
                  </a:ext>
                </a:extLst>
              </p:cNvPr>
              <p:cNvSpPr txBox="1"/>
              <p:nvPr/>
            </p:nvSpPr>
            <p:spPr>
              <a:xfrm>
                <a:off x="152400" y="3813544"/>
                <a:ext cx="1447800" cy="434606"/>
              </a:xfrm>
              <a:prstGeom prst="rect">
                <a:avLst/>
              </a:prstGeom>
              <a:noFill/>
            </p:spPr>
            <p:txBody>
              <a:bodyPr wrap="square">
                <a:spAutoFit/>
              </a:bodyPr>
              <a:lstStyle/>
              <a:p>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𝛿</m:t>
                        </m:r>
                      </m:num>
                      <m:den>
                        <m:r>
                          <a:rPr lang="en-US" sz="1400" b="0" i="1" smtClean="0">
                            <a:latin typeface="Cambria Math" panose="02040503050406030204" pitchFamily="18" charset="0"/>
                            <a:ea typeface="Cambria Math" panose="02040503050406030204" pitchFamily="18" charset="0"/>
                          </a:rPr>
                          <m:t>𝛿</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𝑎</m:t>
                            </m:r>
                          </m:e>
                          <m:sub>
                            <m:r>
                              <a:rPr lang="en-US" sz="1400" b="0" i="1" smtClean="0">
                                <a:latin typeface="Cambria Math" panose="02040503050406030204" pitchFamily="18" charset="0"/>
                                <a:ea typeface="Cambria Math" panose="02040503050406030204" pitchFamily="18" charset="0"/>
                              </a:rPr>
                              <m:t>11</m:t>
                            </m:r>
                          </m:sub>
                        </m:sSub>
                      </m:den>
                    </m:f>
                  </m:oMath>
                </a14:m>
                <a:r>
                  <a:rPr lang="en-US" sz="1400" dirty="0">
                    <a:solidFill>
                      <a:schemeClr val="tx1"/>
                    </a:solidFill>
                  </a:rPr>
                  <a:t> </a:t>
                </a:r>
                <a14:m>
                  <m:oMath xmlns:m="http://schemas.openxmlformats.org/officeDocument/2006/math">
                    <m:sSub>
                      <m:sSubPr>
                        <m:ctrlPr>
                          <a:rPr lang="en-US" sz="140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𝑎</m:t>
                        </m:r>
                      </m:e>
                      <m:sub>
                        <m:r>
                          <a:rPr lang="en-US" sz="1400" b="0" i="1" smtClean="0">
                            <a:solidFill>
                              <a:schemeClr val="tx1"/>
                            </a:solidFill>
                            <a:latin typeface="Cambria Math" panose="02040503050406030204" pitchFamily="18" charset="0"/>
                          </a:rPr>
                          <m:t>11</m:t>
                        </m:r>
                      </m:sub>
                    </m:sSub>
                    <m:r>
                      <a:rPr lang="en-US" sz="1400" b="0" i="1" smtClean="0">
                        <a:latin typeface="Cambria Math" panose="02040503050406030204" pitchFamily="18" charset="0"/>
                      </a:rPr>
                      <m:t>∗</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31 </m:t>
                        </m:r>
                      </m:sub>
                    </m:sSub>
                  </m:oMath>
                </a14:m>
                <a:r>
                  <a:rPr lang="en-US" sz="1400" b="0" dirty="0"/>
                  <a:t> </a:t>
                </a:r>
                <a14:m>
                  <m:oMath xmlns:m="http://schemas.openxmlformats.org/officeDocument/2006/math">
                    <m:r>
                      <a:rPr lang="en-US" sz="1400" b="0" i="1" smtClean="0">
                        <a:latin typeface="Cambria Math" panose="02040503050406030204" pitchFamily="18" charset="0"/>
                      </a:rPr>
                      <m:t>=</m:t>
                    </m:r>
                  </m:oMath>
                </a14:m>
                <a:endParaRPr lang="en-US" sz="1200" dirty="0"/>
              </a:p>
            </p:txBody>
          </p:sp>
        </mc:Choice>
        <mc:Fallback xmlns="">
          <p:sp>
            <p:nvSpPr>
              <p:cNvPr id="23" name="TextBox 22">
                <a:extLst>
                  <a:ext uri="{FF2B5EF4-FFF2-40B4-BE49-F238E27FC236}">
                    <a16:creationId xmlns:a16="http://schemas.microsoft.com/office/drawing/2014/main" id="{B06D72F9-E54C-EB75-B497-E7E53C48557F}"/>
                  </a:ext>
                </a:extLst>
              </p:cNvPr>
              <p:cNvSpPr txBox="1">
                <a:spLocks noRot="1" noChangeAspect="1" noMove="1" noResize="1" noEditPoints="1" noAdjustHandles="1" noChangeArrowheads="1" noChangeShapeType="1" noTextEdit="1"/>
              </p:cNvSpPr>
              <p:nvPr/>
            </p:nvSpPr>
            <p:spPr>
              <a:xfrm>
                <a:off x="152400" y="3813544"/>
                <a:ext cx="1447800" cy="434606"/>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A10D060-02B5-34C4-3BD0-FE268F44E038}"/>
                  </a:ext>
                </a:extLst>
              </p:cNvPr>
              <p:cNvSpPr txBox="1"/>
              <p:nvPr/>
            </p:nvSpPr>
            <p:spPr>
              <a:xfrm>
                <a:off x="1586345" y="3898878"/>
                <a:ext cx="506741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31 </m:t>
                          </m:r>
                        </m:sub>
                      </m:sSub>
                      <m:r>
                        <a:rPr lang="en-US" sz="1400" b="0" i="1" smtClean="0">
                          <a:latin typeface="Cambria Math" panose="02040503050406030204" pitchFamily="18" charset="0"/>
                        </a:rPr>
                        <m:t>(</m:t>
                      </m:r>
                      <m:r>
                        <a:rPr lang="en-US" sz="1400" b="0" i="1" smtClean="0">
                          <a:latin typeface="Cambria Math" panose="02040503050406030204" pitchFamily="18" charset="0"/>
                        </a:rPr>
                        <m:t>𝑎𝑙𝑙</m:t>
                      </m:r>
                      <m:r>
                        <a:rPr lang="en-US" sz="1400" b="0" i="1" smtClean="0">
                          <a:latin typeface="Cambria Math" panose="02040503050406030204" pitchFamily="18" charset="0"/>
                        </a:rPr>
                        <m:t> </m:t>
                      </m:r>
                      <m:r>
                        <a:rPr lang="en-US" sz="1400" b="0" i="1" smtClean="0">
                          <a:latin typeface="Cambria Math" panose="02040503050406030204" pitchFamily="18" charset="0"/>
                        </a:rPr>
                        <m:t>𝑡h𝑒</m:t>
                      </m:r>
                      <m:r>
                        <a:rPr lang="en-US" sz="1400" b="0" i="1" smtClean="0">
                          <a:latin typeface="Cambria Math" panose="02040503050406030204" pitchFamily="18" charset="0"/>
                        </a:rPr>
                        <m:t> </m:t>
                      </m:r>
                      <m:r>
                        <a:rPr lang="en-US" sz="1400" b="0" i="1" smtClean="0">
                          <a:latin typeface="Cambria Math" panose="02040503050406030204" pitchFamily="18" charset="0"/>
                        </a:rPr>
                        <m:t>𝑜𝑡h𝑒𝑟</m:t>
                      </m:r>
                      <m:r>
                        <a:rPr lang="en-US" sz="1400" b="0" i="1" smtClean="0">
                          <a:latin typeface="Cambria Math" panose="02040503050406030204" pitchFamily="18" charset="0"/>
                        </a:rPr>
                        <m:t> </m:t>
                      </m:r>
                      <m:r>
                        <a:rPr lang="en-US" sz="1400" b="0" i="1" smtClean="0">
                          <a:latin typeface="Cambria Math" panose="02040503050406030204" pitchFamily="18" charset="0"/>
                        </a:rPr>
                        <m:t>𝑡𝑒𝑟𝑚𝑠</m:t>
                      </m:r>
                      <m:r>
                        <a:rPr lang="en-US" sz="1400" b="0" i="1" smtClean="0">
                          <a:latin typeface="Cambria Math" panose="02040503050406030204" pitchFamily="18" charset="0"/>
                        </a:rPr>
                        <m:t> </m:t>
                      </m:r>
                      <m:r>
                        <a:rPr lang="en-US" sz="1400" b="0" i="1" smtClean="0">
                          <a:latin typeface="Cambria Math" panose="02040503050406030204" pitchFamily="18" charset="0"/>
                        </a:rPr>
                        <m:t>𝑎𝑟𝑒</m:t>
                      </m:r>
                      <m:r>
                        <a:rPr lang="en-US" sz="1400" b="0" i="1" smtClean="0">
                          <a:latin typeface="Cambria Math" panose="02040503050406030204" pitchFamily="18" charset="0"/>
                        </a:rPr>
                        <m:t> </m:t>
                      </m:r>
                      <m:r>
                        <a:rPr lang="en-US" sz="1400" b="0" i="1" smtClean="0">
                          <a:latin typeface="Cambria Math" panose="02040503050406030204" pitchFamily="18" charset="0"/>
                        </a:rPr>
                        <m:t>𝑐𝑜𝑛𝑠𝑡𝑎𝑛𝑡</m:t>
                      </m:r>
                      <m:r>
                        <a:rPr lang="en-US" sz="1400" b="0" i="1" smtClean="0">
                          <a:latin typeface="Cambria Math" panose="02040503050406030204" pitchFamily="18" charset="0"/>
                        </a:rPr>
                        <m:t>, </m:t>
                      </m:r>
                      <m:r>
                        <a:rPr lang="en-US" sz="1400" b="0" i="1" smtClean="0">
                          <a:latin typeface="Cambria Math" panose="02040503050406030204" pitchFamily="18" charset="0"/>
                        </a:rPr>
                        <m:t>𝑔𝑟𝑒𝑦𝑒𝑑</m:t>
                      </m:r>
                      <m:r>
                        <a:rPr lang="en-US" sz="1400" b="0" i="1" smtClean="0">
                          <a:latin typeface="Cambria Math" panose="02040503050406030204" pitchFamily="18" charset="0"/>
                        </a:rPr>
                        <m:t> </m:t>
                      </m:r>
                      <m:r>
                        <a:rPr lang="en-US" sz="1400" b="0" i="1" smtClean="0">
                          <a:latin typeface="Cambria Math" panose="02040503050406030204" pitchFamily="18" charset="0"/>
                        </a:rPr>
                        <m:t>𝑖𝑛</m:t>
                      </m:r>
                      <m:r>
                        <a:rPr lang="en-US" sz="1400" b="0" i="1" smtClean="0">
                          <a:latin typeface="Cambria Math" panose="02040503050406030204" pitchFamily="18" charset="0"/>
                        </a:rPr>
                        <m:t> </m:t>
                      </m:r>
                      <m:r>
                        <a:rPr lang="en-US" sz="1400" b="0" i="1" smtClean="0">
                          <a:latin typeface="Cambria Math" panose="02040503050406030204" pitchFamily="18" charset="0"/>
                        </a:rPr>
                        <m:t>𝑒𝑞𝑢𝑎𝑡𝑖𝑜𝑛</m:t>
                      </m:r>
                      <m:r>
                        <a:rPr lang="en-US" sz="1400" b="0" i="1" smtClean="0">
                          <a:latin typeface="Cambria Math" panose="02040503050406030204" pitchFamily="18" charset="0"/>
                        </a:rPr>
                        <m:t> </m:t>
                      </m:r>
                      <m:r>
                        <a:rPr lang="en-US" sz="1400" b="0" i="1" smtClean="0">
                          <a:latin typeface="Cambria Math" panose="02040503050406030204" pitchFamily="18" charset="0"/>
                        </a:rPr>
                        <m:t>𝑜𝑓</m:t>
                      </m:r>
                      <m:r>
                        <a:rPr lang="en-US" sz="1400" b="0" i="1" smtClean="0">
                          <a:latin typeface="Cambria Math" panose="02040503050406030204" pitchFamily="18" charset="0"/>
                        </a:rPr>
                        <m:t> </m:t>
                      </m:r>
                      <m:acc>
                        <m:accPr>
                          <m:chr m:val="̂"/>
                          <m:ctrlPr>
                            <a:rPr lang="en-US" sz="1400" i="1" smtClean="0">
                              <a:latin typeface="Cambria Math" panose="02040503050406030204" pitchFamily="18" charset="0"/>
                            </a:rPr>
                          </m:ctrlPr>
                        </m:accPr>
                        <m:e>
                          <m:r>
                            <a:rPr lang="en-US" sz="1400" b="0" i="1" smtClean="0">
                              <a:latin typeface="Cambria Math" panose="02040503050406030204" pitchFamily="18" charset="0"/>
                            </a:rPr>
                            <m:t>𝑦</m:t>
                          </m:r>
                        </m:e>
                      </m:acc>
                      <m:r>
                        <a:rPr lang="en-US" sz="1400" b="0" i="1" smtClean="0">
                          <a:latin typeface="Cambria Math" panose="02040503050406030204" pitchFamily="18" charset="0"/>
                        </a:rPr>
                        <m:t>)</m:t>
                      </m:r>
                    </m:oMath>
                  </m:oMathPara>
                </a14:m>
                <a:endParaRPr lang="en-US" sz="1400" dirty="0"/>
              </a:p>
            </p:txBody>
          </p:sp>
        </mc:Choice>
        <mc:Fallback xmlns="">
          <p:sp>
            <p:nvSpPr>
              <p:cNvPr id="24" name="TextBox 23">
                <a:extLst>
                  <a:ext uri="{FF2B5EF4-FFF2-40B4-BE49-F238E27FC236}">
                    <a16:creationId xmlns:a16="http://schemas.microsoft.com/office/drawing/2014/main" id="{CA10D060-02B5-34C4-3BD0-FE268F44E038}"/>
                  </a:ext>
                </a:extLst>
              </p:cNvPr>
              <p:cNvSpPr txBox="1">
                <a:spLocks noRot="1" noChangeAspect="1" noMove="1" noResize="1" noEditPoints="1" noAdjustHandles="1" noChangeArrowheads="1" noChangeShapeType="1" noTextEdit="1"/>
              </p:cNvSpPr>
              <p:nvPr/>
            </p:nvSpPr>
            <p:spPr>
              <a:xfrm>
                <a:off x="1586345" y="3898878"/>
                <a:ext cx="5067413" cy="215444"/>
              </a:xfrm>
              <a:prstGeom prst="rect">
                <a:avLst/>
              </a:prstGeom>
              <a:blipFill>
                <a:blip r:embed="rId20"/>
                <a:stretch>
                  <a:fillRect l="-241" t="-14286" r="-3610" b="-3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C1F84A6-CA43-03E1-60A1-FFD2EC52A0DC}"/>
                  </a:ext>
                </a:extLst>
              </p:cNvPr>
              <p:cNvSpPr txBox="1"/>
              <p:nvPr/>
            </p:nvSpPr>
            <p:spPr>
              <a:xfrm>
                <a:off x="152400" y="4171950"/>
                <a:ext cx="2071256" cy="434606"/>
              </a:xfrm>
              <a:prstGeom prst="rect">
                <a:avLst/>
              </a:prstGeom>
              <a:noFill/>
            </p:spPr>
            <p:txBody>
              <a:bodyPr wrap="square">
                <a:spAutoFit/>
              </a:bodyPr>
              <a:lstStyle/>
              <a:p>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𝛿</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𝑎</m:t>
                            </m:r>
                          </m:e>
                          <m:sub>
                            <m:r>
                              <a:rPr lang="en-US" sz="1400" b="0" i="1" smtClean="0">
                                <a:latin typeface="Cambria Math" panose="02040503050406030204" pitchFamily="18" charset="0"/>
                                <a:ea typeface="Cambria Math" panose="02040503050406030204" pitchFamily="18" charset="0"/>
                              </a:rPr>
                              <m:t>11</m:t>
                            </m:r>
                          </m:sub>
                        </m:sSub>
                      </m:num>
                      <m:den>
                        <m:r>
                          <a:rPr lang="en-US" sz="1400" b="0" i="1" smtClean="0">
                            <a:latin typeface="Cambria Math" panose="02040503050406030204" pitchFamily="18" charset="0"/>
                            <a:ea typeface="Cambria Math" panose="02040503050406030204" pitchFamily="18" charset="0"/>
                          </a:rPr>
                          <m:t>𝛿</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h</m:t>
                            </m:r>
                          </m:e>
                          <m:sub>
                            <m:r>
                              <a:rPr lang="en-US" sz="1400" b="0" i="1" smtClean="0">
                                <a:latin typeface="Cambria Math" panose="02040503050406030204" pitchFamily="18" charset="0"/>
                                <a:ea typeface="Cambria Math" panose="02040503050406030204" pitchFamily="18" charset="0"/>
                              </a:rPr>
                              <m:t>11</m:t>
                            </m:r>
                          </m:sub>
                        </m:sSub>
                      </m:den>
                    </m:f>
                  </m:oMath>
                </a14:m>
                <a:r>
                  <a:rPr lang="en-US" sz="1400" dirty="0">
                    <a:solidFill>
                      <a:schemeClr val="tx1"/>
                    </a:solidFill>
                  </a:rPr>
                  <a:t> </a:t>
                </a:r>
                <a14:m>
                  <m:oMath xmlns:m="http://schemas.openxmlformats.org/officeDocument/2006/math">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11</m:t>
                        </m:r>
                      </m:sub>
                    </m:sSub>
                    <m:r>
                      <a:rPr lang="en-US" sz="1400" b="0" i="1" smtClean="0">
                        <a:latin typeface="Cambria Math" panose="02040503050406030204" pitchFamily="18" charset="0"/>
                      </a:rPr>
                      <m:t>∗(1−</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11</m:t>
                        </m:r>
                      </m:sub>
                    </m:sSub>
                    <m:r>
                      <a:rPr lang="en-US" sz="1400" b="0" i="1" smtClean="0">
                        <a:latin typeface="Cambria Math" panose="02040503050406030204" pitchFamily="18" charset="0"/>
                      </a:rPr>
                      <m:t>)</m:t>
                    </m:r>
                  </m:oMath>
                </a14:m>
                <a:endParaRPr lang="en-US" sz="1400" dirty="0"/>
              </a:p>
            </p:txBody>
          </p:sp>
        </mc:Choice>
        <mc:Fallback xmlns="">
          <p:sp>
            <p:nvSpPr>
              <p:cNvPr id="25" name="TextBox 24">
                <a:extLst>
                  <a:ext uri="{FF2B5EF4-FFF2-40B4-BE49-F238E27FC236}">
                    <a16:creationId xmlns:a16="http://schemas.microsoft.com/office/drawing/2014/main" id="{1C1F84A6-CA43-03E1-60A1-FFD2EC52A0DC}"/>
                  </a:ext>
                </a:extLst>
              </p:cNvPr>
              <p:cNvSpPr txBox="1">
                <a:spLocks noRot="1" noChangeAspect="1" noMove="1" noResize="1" noEditPoints="1" noAdjustHandles="1" noChangeArrowheads="1" noChangeShapeType="1" noTextEdit="1"/>
              </p:cNvSpPr>
              <p:nvPr/>
            </p:nvSpPr>
            <p:spPr>
              <a:xfrm>
                <a:off x="152400" y="4171950"/>
                <a:ext cx="2071256" cy="434606"/>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4CC7C8B-0A81-BC1C-CF1A-A90979910FA1}"/>
                  </a:ext>
                </a:extLst>
              </p:cNvPr>
              <p:cNvSpPr txBox="1"/>
              <p:nvPr/>
            </p:nvSpPr>
            <p:spPr>
              <a:xfrm>
                <a:off x="131618" y="4555622"/>
                <a:ext cx="1392382" cy="434606"/>
              </a:xfrm>
              <a:prstGeom prst="rect">
                <a:avLst/>
              </a:prstGeom>
              <a:noFill/>
            </p:spPr>
            <p:txBody>
              <a:bodyPr wrap="square">
                <a:spAutoFit/>
              </a:bodyPr>
              <a:lstStyle/>
              <a:p>
                <a14:m>
                  <m:oMath xmlns:m="http://schemas.openxmlformats.org/officeDocument/2006/math">
                    <m:f>
                      <m:fPr>
                        <m:ctrlPr>
                          <a:rPr lang="en-US" sz="1400" i="1" smtClean="0">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𝛿</m:t>
                        </m:r>
                      </m:num>
                      <m:den>
                        <m:r>
                          <a:rPr lang="en-US" sz="1400" b="0" i="1" smtClean="0">
                            <a:latin typeface="Cambria Math" panose="02040503050406030204" pitchFamily="18" charset="0"/>
                            <a:ea typeface="Cambria Math" panose="02040503050406030204" pitchFamily="18" charset="0"/>
                          </a:rPr>
                          <m:t>𝛿</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𝑤</m:t>
                            </m:r>
                          </m:e>
                          <m:sub>
                            <m:r>
                              <a:rPr lang="en-US" sz="1400" b="0" i="1" smtClean="0">
                                <a:latin typeface="Cambria Math" panose="02040503050406030204" pitchFamily="18" charset="0"/>
                                <a:ea typeface="Cambria Math" panose="02040503050406030204" pitchFamily="18" charset="0"/>
                              </a:rPr>
                              <m:t>11</m:t>
                            </m:r>
                          </m:sub>
                        </m:sSub>
                      </m:den>
                    </m:f>
                  </m:oMath>
                </a14:m>
                <a:r>
                  <a:rPr lang="en-US" sz="1400" dirty="0">
                    <a:solidFill>
                      <a:schemeClr val="tx1"/>
                    </a:solidFill>
                  </a:rPr>
                  <a:t> </a:t>
                </a:r>
                <a14:m>
                  <m:oMath xmlns:m="http://schemas.openxmlformats.org/officeDocument/2006/math">
                    <m:sSub>
                      <m:sSubPr>
                        <m:ctrlPr>
                          <a:rPr lang="en-US" sz="140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𝑥</m:t>
                        </m:r>
                      </m:e>
                      <m:sub>
                        <m:r>
                          <a:rPr lang="en-US" sz="1400" b="0" i="1" smtClean="0">
                            <a:solidFill>
                              <a:schemeClr val="tx1"/>
                            </a:solidFill>
                            <a:latin typeface="Cambria Math" panose="02040503050406030204" pitchFamily="18" charset="0"/>
                          </a:rPr>
                          <m:t>1</m:t>
                        </m:r>
                      </m:sub>
                    </m:sSub>
                    <m:r>
                      <a:rPr lang="en-US" sz="1400" b="0" i="1" smtClean="0">
                        <a:latin typeface="Cambria Math" panose="02040503050406030204" pitchFamily="18" charset="0"/>
                      </a:rPr>
                      <m:t>∗</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𝑤</m:t>
                        </m:r>
                      </m:e>
                      <m:sub>
                        <m:r>
                          <a:rPr lang="en-US" sz="1400" b="0" i="1" smtClean="0">
                            <a:latin typeface="Cambria Math" panose="02040503050406030204" pitchFamily="18" charset="0"/>
                          </a:rPr>
                          <m:t>11 </m:t>
                        </m:r>
                      </m:sub>
                    </m:sSub>
                  </m:oMath>
                </a14:m>
                <a:r>
                  <a:rPr lang="en-US" sz="1400" dirty="0">
                    <a:solidFill>
                      <a:schemeClr val="tx1"/>
                    </a:solidFill>
                  </a:rPr>
                  <a:t> </a:t>
                </a:r>
                <a14:m>
                  <m:oMath xmlns:m="http://schemas.openxmlformats.org/officeDocument/2006/math">
                    <m:r>
                      <a:rPr lang="en-US" sz="1400" b="0" i="1" smtClean="0">
                        <a:latin typeface="Cambria Math" panose="02040503050406030204" pitchFamily="18" charset="0"/>
                      </a:rPr>
                      <m:t>=</m:t>
                    </m:r>
                  </m:oMath>
                </a14:m>
                <a:endParaRPr lang="en-US" sz="1400" dirty="0"/>
              </a:p>
            </p:txBody>
          </p:sp>
        </mc:Choice>
        <mc:Fallback xmlns="">
          <p:sp>
            <p:nvSpPr>
              <p:cNvPr id="27" name="TextBox 26">
                <a:extLst>
                  <a:ext uri="{FF2B5EF4-FFF2-40B4-BE49-F238E27FC236}">
                    <a16:creationId xmlns:a16="http://schemas.microsoft.com/office/drawing/2014/main" id="{E4CC7C8B-0A81-BC1C-CF1A-A90979910FA1}"/>
                  </a:ext>
                </a:extLst>
              </p:cNvPr>
              <p:cNvSpPr txBox="1">
                <a:spLocks noRot="1" noChangeAspect="1" noMove="1" noResize="1" noEditPoints="1" noAdjustHandles="1" noChangeArrowheads="1" noChangeShapeType="1" noTextEdit="1"/>
              </p:cNvSpPr>
              <p:nvPr/>
            </p:nvSpPr>
            <p:spPr>
              <a:xfrm>
                <a:off x="131618" y="4555622"/>
                <a:ext cx="1392382" cy="434606"/>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C69712E-A8BE-148A-4F88-AA89DAF54F96}"/>
                  </a:ext>
                </a:extLst>
              </p:cNvPr>
              <p:cNvSpPr txBox="1"/>
              <p:nvPr/>
            </p:nvSpPr>
            <p:spPr>
              <a:xfrm>
                <a:off x="1447800" y="4626173"/>
                <a:ext cx="4572000"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11 </m:t>
                          </m:r>
                        </m:sub>
                      </m:sSub>
                      <m:r>
                        <a:rPr lang="en-US" sz="1400" b="0" i="1" smtClean="0">
                          <a:latin typeface="Cambria Math" panose="02040503050406030204" pitchFamily="18" charset="0"/>
                        </a:rPr>
                        <m:t>(</m:t>
                      </m:r>
                      <m:r>
                        <a:rPr lang="en-US" sz="1400" b="0" i="1" smtClean="0">
                          <a:latin typeface="Cambria Math" panose="02040503050406030204" pitchFamily="18" charset="0"/>
                        </a:rPr>
                        <m:t>𝑎𝑙𝑙</m:t>
                      </m:r>
                      <m:r>
                        <a:rPr lang="en-US" sz="1400" b="0" i="1" smtClean="0">
                          <a:latin typeface="Cambria Math" panose="02040503050406030204" pitchFamily="18" charset="0"/>
                        </a:rPr>
                        <m:t> </m:t>
                      </m:r>
                      <m:r>
                        <a:rPr lang="en-US" sz="1400" b="0" i="1" smtClean="0">
                          <a:latin typeface="Cambria Math" panose="02040503050406030204" pitchFamily="18" charset="0"/>
                        </a:rPr>
                        <m:t>𝑡h𝑒</m:t>
                      </m:r>
                      <m:r>
                        <a:rPr lang="en-US" sz="1400" b="0" i="1" smtClean="0">
                          <a:latin typeface="Cambria Math" panose="02040503050406030204" pitchFamily="18" charset="0"/>
                        </a:rPr>
                        <m:t> </m:t>
                      </m:r>
                      <m:r>
                        <a:rPr lang="en-US" sz="1400" b="0" i="1" smtClean="0">
                          <a:latin typeface="Cambria Math" panose="02040503050406030204" pitchFamily="18" charset="0"/>
                        </a:rPr>
                        <m:t>𝑜𝑡h𝑒𝑟</m:t>
                      </m:r>
                      <m:r>
                        <a:rPr lang="en-US" sz="1400" b="0" i="1" smtClean="0">
                          <a:latin typeface="Cambria Math" panose="02040503050406030204" pitchFamily="18" charset="0"/>
                        </a:rPr>
                        <m:t> </m:t>
                      </m:r>
                      <m:r>
                        <a:rPr lang="en-US" sz="1400" b="0" i="1" smtClean="0">
                          <a:latin typeface="Cambria Math" panose="02040503050406030204" pitchFamily="18" charset="0"/>
                        </a:rPr>
                        <m:t>𝑡𝑒𝑟𝑚𝑠</m:t>
                      </m:r>
                      <m:r>
                        <a:rPr lang="en-US" sz="1400" b="0" i="1" smtClean="0">
                          <a:latin typeface="Cambria Math" panose="02040503050406030204" pitchFamily="18" charset="0"/>
                        </a:rPr>
                        <m:t> </m:t>
                      </m:r>
                      <m:r>
                        <a:rPr lang="en-US" sz="1400" b="0" i="1" smtClean="0">
                          <a:latin typeface="Cambria Math" panose="02040503050406030204" pitchFamily="18" charset="0"/>
                        </a:rPr>
                        <m:t>𝑎𝑟𝑒</m:t>
                      </m:r>
                      <m:r>
                        <a:rPr lang="en-US" sz="1400" b="0" i="1" smtClean="0">
                          <a:latin typeface="Cambria Math" panose="02040503050406030204" pitchFamily="18" charset="0"/>
                        </a:rPr>
                        <m:t> </m:t>
                      </m:r>
                      <m:r>
                        <a:rPr lang="en-US" sz="1400" b="0" i="1" smtClean="0">
                          <a:latin typeface="Cambria Math" panose="02040503050406030204" pitchFamily="18" charset="0"/>
                        </a:rPr>
                        <m:t>𝑐𝑜𝑛𝑠𝑡𝑎𝑛𝑡</m:t>
                      </m:r>
                      <m:r>
                        <a:rPr lang="en-US" sz="1400" b="0" i="1" smtClean="0">
                          <a:latin typeface="Cambria Math" panose="02040503050406030204" pitchFamily="18" charset="0"/>
                        </a:rPr>
                        <m:t>, </m:t>
                      </m:r>
                      <m:r>
                        <a:rPr lang="en-US" sz="1400" b="0" i="1" smtClean="0">
                          <a:latin typeface="Cambria Math" panose="02040503050406030204" pitchFamily="18" charset="0"/>
                        </a:rPr>
                        <m:t>𝑔𝑟𝑒𝑦𝑒𝑑</m:t>
                      </m:r>
                      <m:r>
                        <a:rPr lang="en-US" sz="1400" b="0" i="1" smtClean="0">
                          <a:latin typeface="Cambria Math" panose="02040503050406030204" pitchFamily="18" charset="0"/>
                        </a:rPr>
                        <m:t> </m:t>
                      </m:r>
                      <m:r>
                        <a:rPr lang="en-US" sz="1400" b="0" i="1" smtClean="0">
                          <a:latin typeface="Cambria Math" panose="02040503050406030204" pitchFamily="18" charset="0"/>
                        </a:rPr>
                        <m:t>𝑖𝑛</m:t>
                      </m:r>
                      <m:r>
                        <a:rPr lang="en-US" sz="1400" b="0" i="1" smtClean="0">
                          <a:latin typeface="Cambria Math" panose="02040503050406030204" pitchFamily="18" charset="0"/>
                        </a:rPr>
                        <m:t> </m:t>
                      </m:r>
                      <m:r>
                        <a:rPr lang="en-US" sz="1400" b="0" i="1" smtClean="0">
                          <a:latin typeface="Cambria Math" panose="02040503050406030204" pitchFamily="18" charset="0"/>
                        </a:rPr>
                        <m:t>𝑒𝑞𝑢𝑎𝑡𝑖𝑜𝑛</m:t>
                      </m:r>
                      <m:r>
                        <a:rPr lang="en-US" sz="1400" b="0" i="1" smtClean="0">
                          <a:latin typeface="Cambria Math" panose="02040503050406030204" pitchFamily="18" charset="0"/>
                        </a:rPr>
                        <m:t> </m:t>
                      </m:r>
                      <m:r>
                        <a:rPr lang="en-US" sz="1400" b="0" i="1" smtClean="0">
                          <a:latin typeface="Cambria Math" panose="02040503050406030204" pitchFamily="18" charset="0"/>
                        </a:rPr>
                        <m:t>𝑜𝑓</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 </m:t>
                          </m:r>
                          <m:r>
                            <a:rPr lang="en-US" sz="1400" b="0" i="1" smtClean="0">
                              <a:latin typeface="Cambria Math" panose="02040503050406030204" pitchFamily="18" charset="0"/>
                            </a:rPr>
                            <m:t>h</m:t>
                          </m:r>
                        </m:e>
                        <m:sub>
                          <m:r>
                            <a:rPr lang="en-US" sz="1400" b="0" i="1" smtClean="0">
                              <a:latin typeface="Cambria Math" panose="02040503050406030204" pitchFamily="18" charset="0"/>
                            </a:rPr>
                            <m:t>11 </m:t>
                          </m:r>
                        </m:sub>
                      </m:sSub>
                      <m:r>
                        <a:rPr lang="en-US" sz="1400" b="0" i="1" smtClean="0">
                          <a:latin typeface="Cambria Math" panose="02040503050406030204" pitchFamily="18" charset="0"/>
                        </a:rPr>
                        <m:t>)</m:t>
                      </m:r>
                    </m:oMath>
                  </m:oMathPara>
                </a14:m>
                <a:endParaRPr lang="en-US" sz="1400" dirty="0"/>
              </a:p>
            </p:txBody>
          </p:sp>
        </mc:Choice>
        <mc:Fallback xmlns="">
          <p:sp>
            <p:nvSpPr>
              <p:cNvPr id="29" name="TextBox 28">
                <a:extLst>
                  <a:ext uri="{FF2B5EF4-FFF2-40B4-BE49-F238E27FC236}">
                    <a16:creationId xmlns:a16="http://schemas.microsoft.com/office/drawing/2014/main" id="{5C69712E-A8BE-148A-4F88-AA89DAF54F96}"/>
                  </a:ext>
                </a:extLst>
              </p:cNvPr>
              <p:cNvSpPr txBox="1">
                <a:spLocks noRot="1" noChangeAspect="1" noMove="1" noResize="1" noEditPoints="1" noAdjustHandles="1" noChangeArrowheads="1" noChangeShapeType="1" noTextEdit="1"/>
              </p:cNvSpPr>
              <p:nvPr/>
            </p:nvSpPr>
            <p:spPr>
              <a:xfrm>
                <a:off x="1447800" y="4626173"/>
                <a:ext cx="4572000" cy="307777"/>
              </a:xfrm>
              <a:prstGeom prst="rect">
                <a:avLst/>
              </a:prstGeom>
              <a:blipFill>
                <a:blip r:embed="rId23"/>
                <a:stretch>
                  <a:fillRect r="-16400"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5C65BCC-FF5D-028D-D42B-486EBC4D663A}"/>
                  </a:ext>
                </a:extLst>
              </p:cNvPr>
              <p:cNvSpPr txBox="1"/>
              <p:nvPr/>
            </p:nvSpPr>
            <p:spPr>
              <a:xfrm>
                <a:off x="5486400" y="3388759"/>
                <a:ext cx="3607738" cy="430887"/>
              </a:xfrm>
              <a:prstGeom prst="rect">
                <a:avLst/>
              </a:prstGeom>
              <a:noFill/>
            </p:spPr>
            <p:txBody>
              <a:bodyPr wrap="square" lIns="0" tIns="0" rIns="0" bIns="0" rtlCol="0">
                <a:spAutoFit/>
              </a:bodyPr>
              <a:lstStyle/>
              <a:p>
                <a14:m>
                  <m:oMath xmlns:m="http://schemas.openxmlformats.org/officeDocument/2006/math">
                    <m:r>
                      <a:rPr lang="en-US" sz="1400" b="1" i="1" smtClean="0">
                        <a:solidFill>
                          <a:schemeClr val="tx1"/>
                        </a:solidFill>
                        <a:latin typeface="Cambria Math" panose="02040503050406030204" pitchFamily="18" charset="0"/>
                      </a:rPr>
                      <m:t>=−</m:t>
                    </m:r>
                    <m:r>
                      <a:rPr lang="en-US" sz="1400" b="1" i="1" smtClean="0">
                        <a:solidFill>
                          <a:schemeClr val="tx1"/>
                        </a:solidFill>
                        <a:latin typeface="Cambria Math" panose="02040503050406030204" pitchFamily="18" charset="0"/>
                      </a:rPr>
                      <m:t>𝟐</m:t>
                    </m:r>
                    <m:r>
                      <a:rPr lang="en-US" sz="1400" b="1" i="1" smtClean="0">
                        <a:solidFill>
                          <a:schemeClr val="tx1"/>
                        </a:solidFill>
                        <a:latin typeface="Cambria Math" panose="02040503050406030204" pitchFamily="18" charset="0"/>
                      </a:rPr>
                      <m:t>∗</m:t>
                    </m:r>
                    <m:d>
                      <m:dPr>
                        <m:ctrlPr>
                          <a:rPr lang="en-US" sz="1400" b="1" i="1" smtClean="0">
                            <a:solidFill>
                              <a:schemeClr val="tx1"/>
                            </a:solidFill>
                            <a:latin typeface="Cambria Math" panose="02040503050406030204" pitchFamily="18" charset="0"/>
                          </a:rPr>
                        </m:ctrlPr>
                      </m:dPr>
                      <m:e>
                        <m:r>
                          <a:rPr lang="en-US" sz="1400" b="1" i="1" smtClean="0">
                            <a:solidFill>
                              <a:schemeClr val="tx1"/>
                            </a:solidFill>
                            <a:latin typeface="Cambria Math" panose="02040503050406030204" pitchFamily="18" charset="0"/>
                          </a:rPr>
                          <m:t>𝒚</m:t>
                        </m:r>
                        <m:r>
                          <m:rPr>
                            <m:nor/>
                          </m:rPr>
                          <a:rPr lang="en-US" sz="1400" b="1" dirty="0">
                            <a:solidFill>
                              <a:schemeClr val="tx1"/>
                            </a:solidFill>
                          </a:rPr>
                          <m:t> </m:t>
                        </m:r>
                        <m:r>
                          <a:rPr lang="en-US" sz="1400" b="1" i="1" smtClean="0">
                            <a:solidFill>
                              <a:schemeClr val="tx1"/>
                            </a:solidFill>
                            <a:latin typeface="Cambria Math" panose="02040503050406030204" pitchFamily="18" charset="0"/>
                          </a:rPr>
                          <m:t>−</m:t>
                        </m:r>
                        <m:acc>
                          <m:accPr>
                            <m:chr m:val="̂"/>
                            <m:ctrlPr>
                              <a:rPr lang="en-US" sz="1400" b="1" i="1" smtClean="0">
                                <a:solidFill>
                                  <a:schemeClr val="tx1"/>
                                </a:solidFill>
                                <a:latin typeface="Cambria Math" panose="02040503050406030204" pitchFamily="18" charset="0"/>
                              </a:rPr>
                            </m:ctrlPr>
                          </m:accPr>
                          <m:e>
                            <m:r>
                              <a:rPr lang="en-US" sz="1400" b="1" i="1" smtClean="0">
                                <a:solidFill>
                                  <a:schemeClr val="tx1"/>
                                </a:solidFill>
                                <a:latin typeface="Cambria Math" panose="02040503050406030204" pitchFamily="18" charset="0"/>
                              </a:rPr>
                              <m:t>𝒚</m:t>
                            </m:r>
                          </m:e>
                        </m:acc>
                      </m:e>
                    </m:d>
                    <m:r>
                      <a:rPr lang="en-US" sz="1400" b="1" i="1" smtClean="0">
                        <a:solidFill>
                          <a:schemeClr val="tx1"/>
                        </a:solidFill>
                        <a:latin typeface="Cambria Math" panose="02040503050406030204" pitchFamily="18" charset="0"/>
                      </a:rPr>
                      <m:t>∗</m:t>
                    </m:r>
                  </m:oMath>
                </a14:m>
                <a:r>
                  <a:rPr lang="en-US" sz="1400" b="1" dirty="0">
                    <a:solidFill>
                      <a:schemeClr val="tx1"/>
                    </a:solidFill>
                  </a:rPr>
                  <a:t> </a:t>
                </a:r>
                <a14:m>
                  <m:oMath xmlns:m="http://schemas.openxmlformats.org/officeDocument/2006/math">
                    <m:sSub>
                      <m:sSubPr>
                        <m:ctrlPr>
                          <a:rPr lang="en-US" sz="1400" b="1" i="1" smtClean="0">
                            <a:solidFill>
                              <a:schemeClr val="tx1"/>
                            </a:solidFill>
                            <a:latin typeface="Cambria Math" panose="02040503050406030204" pitchFamily="18" charset="0"/>
                          </a:rPr>
                        </m:ctrlPr>
                      </m:sSubPr>
                      <m:e>
                        <m:r>
                          <a:rPr lang="en-US" sz="1400" b="1" i="1" smtClean="0">
                            <a:solidFill>
                              <a:schemeClr val="tx1"/>
                            </a:solidFill>
                            <a:latin typeface="Cambria Math" panose="02040503050406030204" pitchFamily="18" charset="0"/>
                          </a:rPr>
                          <m:t>𝒘</m:t>
                        </m:r>
                      </m:e>
                      <m:sub>
                        <m:r>
                          <a:rPr lang="en-US" sz="1400" b="1" i="1" smtClean="0">
                            <a:solidFill>
                              <a:schemeClr val="tx1"/>
                            </a:solidFill>
                            <a:latin typeface="Cambria Math" panose="02040503050406030204" pitchFamily="18" charset="0"/>
                          </a:rPr>
                          <m:t>𝟑𝟏</m:t>
                        </m:r>
                        <m:r>
                          <a:rPr lang="en-US" sz="1400" b="1" i="1" smtClean="0">
                            <a:solidFill>
                              <a:schemeClr val="tx1"/>
                            </a:solidFill>
                            <a:latin typeface="Cambria Math" panose="02040503050406030204" pitchFamily="18" charset="0"/>
                          </a:rPr>
                          <m:t> </m:t>
                        </m:r>
                      </m:sub>
                    </m:sSub>
                    <m:r>
                      <a:rPr lang="en-US" sz="1400" b="1" i="1" smtClean="0">
                        <a:solidFill>
                          <a:schemeClr val="tx1"/>
                        </a:solidFill>
                        <a:latin typeface="Cambria Math" panose="02040503050406030204" pitchFamily="18" charset="0"/>
                      </a:rPr>
                      <m:t>∗</m:t>
                    </m:r>
                    <m:sSub>
                      <m:sSubPr>
                        <m:ctrlPr>
                          <a:rPr lang="en-US" sz="1400" b="1" i="1" smtClean="0">
                            <a:solidFill>
                              <a:schemeClr val="tx1"/>
                            </a:solidFill>
                            <a:latin typeface="Cambria Math" panose="02040503050406030204" pitchFamily="18" charset="0"/>
                          </a:rPr>
                        </m:ctrlPr>
                      </m:sSubPr>
                      <m:e>
                        <m:r>
                          <a:rPr lang="en-US" sz="1400" b="1" i="1" smtClean="0">
                            <a:solidFill>
                              <a:schemeClr val="tx1"/>
                            </a:solidFill>
                            <a:latin typeface="Cambria Math" panose="02040503050406030204" pitchFamily="18" charset="0"/>
                          </a:rPr>
                          <m:t>𝒂</m:t>
                        </m:r>
                      </m:e>
                      <m:sub>
                        <m:r>
                          <a:rPr lang="en-US" sz="1400" b="1" i="1" smtClean="0">
                            <a:solidFill>
                              <a:schemeClr val="tx1"/>
                            </a:solidFill>
                            <a:latin typeface="Cambria Math" panose="02040503050406030204" pitchFamily="18" charset="0"/>
                          </a:rPr>
                          <m:t>𝟏𝟏</m:t>
                        </m:r>
                      </m:sub>
                    </m:sSub>
                    <m:r>
                      <a:rPr lang="en-US" sz="1400" b="1" i="1" smtClean="0">
                        <a:solidFill>
                          <a:schemeClr val="tx1"/>
                        </a:solidFill>
                        <a:latin typeface="Cambria Math" panose="02040503050406030204" pitchFamily="18" charset="0"/>
                      </a:rPr>
                      <m:t>∗</m:t>
                    </m:r>
                    <m:d>
                      <m:dPr>
                        <m:ctrlPr>
                          <a:rPr lang="en-US" sz="1400" b="1" i="1" smtClean="0">
                            <a:solidFill>
                              <a:schemeClr val="tx1"/>
                            </a:solidFill>
                            <a:latin typeface="Cambria Math" panose="02040503050406030204" pitchFamily="18" charset="0"/>
                          </a:rPr>
                        </m:ctrlPr>
                      </m:dPr>
                      <m:e>
                        <m:r>
                          <a:rPr lang="en-US" sz="1400" b="1" i="1" smtClean="0">
                            <a:solidFill>
                              <a:schemeClr val="tx1"/>
                            </a:solidFill>
                            <a:latin typeface="Cambria Math" panose="02040503050406030204" pitchFamily="18" charset="0"/>
                          </a:rPr>
                          <m:t>𝟏</m:t>
                        </m:r>
                        <m:r>
                          <a:rPr lang="en-US" sz="1400" b="1" i="1" smtClean="0">
                            <a:solidFill>
                              <a:schemeClr val="tx1"/>
                            </a:solidFill>
                            <a:latin typeface="Cambria Math" panose="02040503050406030204" pitchFamily="18" charset="0"/>
                          </a:rPr>
                          <m:t>−</m:t>
                        </m:r>
                        <m:sSub>
                          <m:sSubPr>
                            <m:ctrlPr>
                              <a:rPr lang="en-US" sz="1400" b="1" i="1" smtClean="0">
                                <a:solidFill>
                                  <a:schemeClr val="tx1"/>
                                </a:solidFill>
                                <a:latin typeface="Cambria Math" panose="02040503050406030204" pitchFamily="18" charset="0"/>
                              </a:rPr>
                            </m:ctrlPr>
                          </m:sSubPr>
                          <m:e>
                            <m:r>
                              <a:rPr lang="en-US" sz="1400" b="1" i="1" smtClean="0">
                                <a:solidFill>
                                  <a:schemeClr val="tx1"/>
                                </a:solidFill>
                                <a:latin typeface="Cambria Math" panose="02040503050406030204" pitchFamily="18" charset="0"/>
                              </a:rPr>
                              <m:t>𝒂</m:t>
                            </m:r>
                          </m:e>
                          <m:sub>
                            <m:r>
                              <a:rPr lang="en-US" sz="1400" b="1" i="1" smtClean="0">
                                <a:solidFill>
                                  <a:schemeClr val="tx1"/>
                                </a:solidFill>
                                <a:latin typeface="Cambria Math" panose="02040503050406030204" pitchFamily="18" charset="0"/>
                              </a:rPr>
                              <m:t>𝟏𝟏</m:t>
                            </m:r>
                          </m:sub>
                        </m:sSub>
                      </m:e>
                    </m:d>
                    <m:r>
                      <a:rPr lang="en-US" sz="1400" b="1" i="1" smtClean="0">
                        <a:solidFill>
                          <a:schemeClr val="tx1"/>
                        </a:solidFill>
                        <a:latin typeface="Cambria Math" panose="02040503050406030204" pitchFamily="18" charset="0"/>
                      </a:rPr>
                      <m:t>∗</m:t>
                    </m:r>
                    <m:sSub>
                      <m:sSubPr>
                        <m:ctrlPr>
                          <a:rPr lang="en-US" sz="1400" b="1" i="1" smtClean="0">
                            <a:solidFill>
                              <a:schemeClr val="tx1"/>
                            </a:solidFill>
                            <a:latin typeface="Cambria Math" panose="02040503050406030204" pitchFamily="18" charset="0"/>
                          </a:rPr>
                        </m:ctrlPr>
                      </m:sSubPr>
                      <m:e>
                        <m:r>
                          <a:rPr lang="en-US" sz="1400" b="1" i="1" smtClean="0">
                            <a:solidFill>
                              <a:schemeClr val="tx1"/>
                            </a:solidFill>
                            <a:latin typeface="Cambria Math" panose="02040503050406030204" pitchFamily="18" charset="0"/>
                          </a:rPr>
                          <m:t>𝒙</m:t>
                        </m:r>
                      </m:e>
                      <m:sub>
                        <m:r>
                          <a:rPr lang="en-US" sz="1400" b="1" i="1" smtClean="0">
                            <a:solidFill>
                              <a:schemeClr val="tx1"/>
                            </a:solidFill>
                            <a:latin typeface="Cambria Math" panose="02040503050406030204" pitchFamily="18" charset="0"/>
                          </a:rPr>
                          <m:t>𝟏𝟏</m:t>
                        </m:r>
                        <m:r>
                          <a:rPr lang="en-US" sz="1400" b="1" i="1" smtClean="0">
                            <a:solidFill>
                              <a:schemeClr val="tx1"/>
                            </a:solidFill>
                            <a:latin typeface="Cambria Math" panose="02040503050406030204" pitchFamily="18" charset="0"/>
                          </a:rPr>
                          <m:t> </m:t>
                        </m:r>
                      </m:sub>
                    </m:sSub>
                  </m:oMath>
                </a14:m>
                <a:endParaRPr lang="en-US" sz="1400" b="1" dirty="0">
                  <a:solidFill>
                    <a:schemeClr val="tx1"/>
                  </a:solidFill>
                </a:endParaRPr>
              </a:p>
              <a:p>
                <a:endParaRPr lang="en-US" sz="1400" b="1" dirty="0">
                  <a:solidFill>
                    <a:schemeClr val="tx1"/>
                  </a:solidFill>
                </a:endParaRPr>
              </a:p>
            </p:txBody>
          </p:sp>
        </mc:Choice>
        <mc:Fallback xmlns="">
          <p:sp>
            <p:nvSpPr>
              <p:cNvPr id="30" name="TextBox 29">
                <a:extLst>
                  <a:ext uri="{FF2B5EF4-FFF2-40B4-BE49-F238E27FC236}">
                    <a16:creationId xmlns:a16="http://schemas.microsoft.com/office/drawing/2014/main" id="{85C65BCC-FF5D-028D-D42B-486EBC4D663A}"/>
                  </a:ext>
                </a:extLst>
              </p:cNvPr>
              <p:cNvSpPr txBox="1">
                <a:spLocks noRot="1" noChangeAspect="1" noMove="1" noResize="1" noEditPoints="1" noAdjustHandles="1" noChangeArrowheads="1" noChangeShapeType="1" noTextEdit="1"/>
              </p:cNvSpPr>
              <p:nvPr/>
            </p:nvSpPr>
            <p:spPr>
              <a:xfrm>
                <a:off x="5486400" y="3388759"/>
                <a:ext cx="3607738" cy="430887"/>
              </a:xfrm>
              <a:prstGeom prst="rect">
                <a:avLst/>
              </a:prstGeom>
              <a:blipFill>
                <a:blip r:embed="rId24"/>
                <a:stretch>
                  <a:fillRect l="-1014" t="-12676"/>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A222D47D-6471-4D8A-9841-B6AF836ADFC1}"/>
              </a:ext>
            </a:extLst>
          </p:cNvPr>
          <p:cNvSpPr txBox="1"/>
          <p:nvPr/>
        </p:nvSpPr>
        <p:spPr>
          <a:xfrm>
            <a:off x="2873448" y="794312"/>
            <a:ext cx="2353932" cy="338554"/>
          </a:xfrm>
          <a:prstGeom prst="rect">
            <a:avLst/>
          </a:prstGeom>
          <a:noFill/>
        </p:spPr>
        <p:txBody>
          <a:bodyPr wrap="square" rtlCol="0">
            <a:spAutoFit/>
          </a:bodyPr>
          <a:lstStyle/>
          <a:p>
            <a:r>
              <a:rPr lang="en-US" sz="1600" dirty="0"/>
              <a:t>Generalizing the values</a:t>
            </a:r>
          </a:p>
        </p:txBody>
      </p:sp>
    </p:spTree>
    <p:extLst>
      <p:ext uri="{BB962C8B-B14F-4D97-AF65-F5344CB8AC3E}">
        <p14:creationId xmlns:p14="http://schemas.microsoft.com/office/powerpoint/2010/main" val="378534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1" grpId="0"/>
      <p:bldP spid="13" grpId="0"/>
      <p:bldP spid="15" grpId="0"/>
      <p:bldP spid="17" grpId="0"/>
      <p:bldP spid="18" grpId="0"/>
      <p:bldP spid="19" grpId="0"/>
      <p:bldP spid="20" grpId="0"/>
      <p:bldP spid="21" grpId="0"/>
      <p:bldP spid="22" grpId="0"/>
      <p:bldP spid="23" grpId="0"/>
      <p:bldP spid="24" grpId="0"/>
      <p:bldP spid="25" grpId="0"/>
      <p:bldP spid="27" grpId="0"/>
      <p:bldP spid="29" grpId="0"/>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70513-BAAA-1EFE-08E5-51D29CAF8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D5A5F-B1BC-AB67-1194-D196789EB3D9}"/>
              </a:ext>
            </a:extLst>
          </p:cNvPr>
          <p:cNvSpPr>
            <a:spLocks noGrp="1"/>
          </p:cNvSpPr>
          <p:nvPr>
            <p:ph type="title"/>
          </p:nvPr>
        </p:nvSpPr>
        <p:spPr>
          <a:xfrm>
            <a:off x="756138" y="130524"/>
            <a:ext cx="7631723" cy="833882"/>
          </a:xfrm>
        </p:spPr>
        <p:txBody>
          <a:bodyPr anchor="ctr">
            <a:normAutofit/>
          </a:bodyPr>
          <a:lstStyle/>
          <a:p>
            <a:pPr algn="ctr"/>
            <a:r>
              <a:rPr lang="en-US" sz="3000" dirty="0"/>
              <a:t>Analyzing Loss Values Over Epochs</a:t>
            </a:r>
          </a:p>
        </p:txBody>
      </p:sp>
      <p:pic>
        <p:nvPicPr>
          <p:cNvPr id="5" name="Picture 4">
            <a:extLst>
              <a:ext uri="{FF2B5EF4-FFF2-40B4-BE49-F238E27FC236}">
                <a16:creationId xmlns:a16="http://schemas.microsoft.com/office/drawing/2014/main" id="{A3772479-C5EA-90A0-92AC-541B191CF5EB}"/>
              </a:ext>
            </a:extLst>
          </p:cNvPr>
          <p:cNvPicPr>
            <a:picLocks noChangeAspect="1"/>
          </p:cNvPicPr>
          <p:nvPr/>
        </p:nvPicPr>
        <p:blipFill>
          <a:blip r:embed="rId2"/>
          <a:stretch>
            <a:fillRect/>
          </a:stretch>
        </p:blipFill>
        <p:spPr>
          <a:xfrm>
            <a:off x="4800600" y="2419350"/>
            <a:ext cx="3969765" cy="2724150"/>
          </a:xfrm>
          <a:prstGeom prst="rect">
            <a:avLst/>
          </a:prstGeom>
        </p:spPr>
      </p:pic>
      <p:pic>
        <p:nvPicPr>
          <p:cNvPr id="7" name="Picture 6">
            <a:extLst>
              <a:ext uri="{FF2B5EF4-FFF2-40B4-BE49-F238E27FC236}">
                <a16:creationId xmlns:a16="http://schemas.microsoft.com/office/drawing/2014/main" id="{1562C2F3-D898-A41B-F13F-5EEEFAE65344}"/>
              </a:ext>
            </a:extLst>
          </p:cNvPr>
          <p:cNvPicPr>
            <a:picLocks noChangeAspect="1"/>
          </p:cNvPicPr>
          <p:nvPr/>
        </p:nvPicPr>
        <p:blipFill>
          <a:blip r:embed="rId3"/>
          <a:stretch>
            <a:fillRect/>
          </a:stretch>
        </p:blipFill>
        <p:spPr>
          <a:xfrm>
            <a:off x="355630" y="819150"/>
            <a:ext cx="4444970" cy="2062280"/>
          </a:xfrm>
          <a:prstGeom prst="rect">
            <a:avLst/>
          </a:prstGeom>
        </p:spPr>
      </p:pic>
      <p:cxnSp>
        <p:nvCxnSpPr>
          <p:cNvPr id="9" name="Straight Arrow Connector 8">
            <a:extLst>
              <a:ext uri="{FF2B5EF4-FFF2-40B4-BE49-F238E27FC236}">
                <a16:creationId xmlns:a16="http://schemas.microsoft.com/office/drawing/2014/main" id="{1C76323B-3E9E-2F8A-0D46-64BFE3F23061}"/>
              </a:ext>
            </a:extLst>
          </p:cNvPr>
          <p:cNvCxnSpPr/>
          <p:nvPr/>
        </p:nvCxnSpPr>
        <p:spPr>
          <a:xfrm flipV="1">
            <a:off x="4495800" y="1123950"/>
            <a:ext cx="838200" cy="22860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1" name="TextBox 10">
            <a:extLst>
              <a:ext uri="{FF2B5EF4-FFF2-40B4-BE49-F238E27FC236}">
                <a16:creationId xmlns:a16="http://schemas.microsoft.com/office/drawing/2014/main" id="{712A21E6-7073-968E-3D8D-CB8224377930}"/>
              </a:ext>
            </a:extLst>
          </p:cNvPr>
          <p:cNvSpPr txBox="1"/>
          <p:nvPr/>
        </p:nvSpPr>
        <p:spPr>
          <a:xfrm>
            <a:off x="5410200" y="939284"/>
            <a:ext cx="1981200" cy="369332"/>
          </a:xfrm>
          <a:prstGeom prst="rect">
            <a:avLst/>
          </a:prstGeom>
          <a:noFill/>
        </p:spPr>
        <p:txBody>
          <a:bodyPr wrap="square" rtlCol="0">
            <a:spAutoFit/>
          </a:bodyPr>
          <a:lstStyle/>
          <a:p>
            <a:r>
              <a:rPr lang="en-US" dirty="0"/>
              <a:t>Learning Rate</a:t>
            </a:r>
          </a:p>
        </p:txBody>
      </p:sp>
      <p:pic>
        <p:nvPicPr>
          <p:cNvPr id="14" name="Picture 13">
            <a:hlinkClick r:id="rId4"/>
            <a:extLst>
              <a:ext uri="{FF2B5EF4-FFF2-40B4-BE49-F238E27FC236}">
                <a16:creationId xmlns:a16="http://schemas.microsoft.com/office/drawing/2014/main" id="{F638645C-7CC3-9BBD-30D1-CDB3116F1175}"/>
              </a:ext>
            </a:extLst>
          </p:cNvPr>
          <p:cNvPicPr>
            <a:picLocks noChangeAspect="1"/>
          </p:cNvPicPr>
          <p:nvPr/>
        </p:nvPicPr>
        <p:blipFill>
          <a:blip r:embed="rId5"/>
          <a:stretch>
            <a:fillRect/>
          </a:stretch>
        </p:blipFill>
        <p:spPr>
          <a:xfrm>
            <a:off x="1701692" y="3024940"/>
            <a:ext cx="1752845" cy="333422"/>
          </a:xfrm>
          <a:prstGeom prst="rect">
            <a:avLst/>
          </a:prstGeom>
        </p:spPr>
      </p:pic>
      <p:sp>
        <p:nvSpPr>
          <p:cNvPr id="15" name="Rectangle 14">
            <a:extLst>
              <a:ext uri="{FF2B5EF4-FFF2-40B4-BE49-F238E27FC236}">
                <a16:creationId xmlns:a16="http://schemas.microsoft.com/office/drawing/2014/main" id="{8BCCA0DF-A039-D3AA-611C-F823A2555E9E}"/>
              </a:ext>
            </a:extLst>
          </p:cNvPr>
          <p:cNvSpPr/>
          <p:nvPr/>
        </p:nvSpPr>
        <p:spPr>
          <a:xfrm>
            <a:off x="1295400" y="3781425"/>
            <a:ext cx="2743200" cy="77152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To Access Full Code, Click this button in slideshow</a:t>
            </a:r>
          </a:p>
        </p:txBody>
      </p:sp>
      <p:cxnSp>
        <p:nvCxnSpPr>
          <p:cNvPr id="17" name="Straight Arrow Connector 16">
            <a:extLst>
              <a:ext uri="{FF2B5EF4-FFF2-40B4-BE49-F238E27FC236}">
                <a16:creationId xmlns:a16="http://schemas.microsoft.com/office/drawing/2014/main" id="{A275CBFE-4CDF-8F7C-447A-4DBA7C9A7ED9}"/>
              </a:ext>
            </a:extLst>
          </p:cNvPr>
          <p:cNvCxnSpPr>
            <a:stCxn id="15" idx="0"/>
          </p:cNvCxnSpPr>
          <p:nvPr/>
        </p:nvCxnSpPr>
        <p:spPr>
          <a:xfrm flipV="1">
            <a:off x="2667000" y="3358362"/>
            <a:ext cx="0" cy="42306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87013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8FA6C-4D23-8F95-FB9C-E419DDD20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C773D-1E31-0F59-17F3-DD04BF059899}"/>
              </a:ext>
            </a:extLst>
          </p:cNvPr>
          <p:cNvSpPr>
            <a:spLocks noGrp="1"/>
          </p:cNvSpPr>
          <p:nvPr>
            <p:ph type="title"/>
          </p:nvPr>
        </p:nvSpPr>
        <p:spPr>
          <a:xfrm>
            <a:off x="756138" y="130524"/>
            <a:ext cx="7631723" cy="833882"/>
          </a:xfrm>
        </p:spPr>
        <p:txBody>
          <a:bodyPr anchor="ctr">
            <a:normAutofit/>
          </a:bodyPr>
          <a:lstStyle/>
          <a:p>
            <a:pPr algn="ctr"/>
            <a:r>
              <a:rPr lang="en-US" sz="3000" dirty="0"/>
              <a:t>Impact of Learning Rate in Training</a:t>
            </a:r>
          </a:p>
        </p:txBody>
      </p:sp>
      <p:grpSp>
        <p:nvGrpSpPr>
          <p:cNvPr id="18" name="Group 17">
            <a:extLst>
              <a:ext uri="{FF2B5EF4-FFF2-40B4-BE49-F238E27FC236}">
                <a16:creationId xmlns:a16="http://schemas.microsoft.com/office/drawing/2014/main" id="{FD9735ED-4B3B-65CB-37E4-E28BF15CFC0F}"/>
              </a:ext>
            </a:extLst>
          </p:cNvPr>
          <p:cNvGrpSpPr/>
          <p:nvPr/>
        </p:nvGrpSpPr>
        <p:grpSpPr>
          <a:xfrm>
            <a:off x="598715" y="2215243"/>
            <a:ext cx="3505200" cy="713014"/>
            <a:chOff x="838200" y="1123950"/>
            <a:chExt cx="3505200" cy="713014"/>
          </a:xfrm>
        </p:grpSpPr>
        <p:sp>
          <p:nvSpPr>
            <p:cNvPr id="3" name="TextBox 2">
              <a:extLst>
                <a:ext uri="{FF2B5EF4-FFF2-40B4-BE49-F238E27FC236}">
                  <a16:creationId xmlns:a16="http://schemas.microsoft.com/office/drawing/2014/main" id="{D353D503-9167-A45B-8090-3ADEAB62CF05}"/>
                </a:ext>
              </a:extLst>
            </p:cNvPr>
            <p:cNvSpPr txBox="1"/>
            <p:nvPr/>
          </p:nvSpPr>
          <p:spPr>
            <a:xfrm>
              <a:off x="838200" y="1123950"/>
              <a:ext cx="304800" cy="369332"/>
            </a:xfrm>
            <a:prstGeom prst="rect">
              <a:avLst/>
            </a:prstGeom>
            <a:noFill/>
          </p:spPr>
          <p:txBody>
            <a:bodyPr wrap="square" rtlCol="0">
              <a:spAutoFit/>
            </a:bodyPr>
            <a:lstStyle/>
            <a:p>
              <a:r>
                <a:rPr lang="en-US" dirty="0"/>
                <a:t>x</a:t>
              </a:r>
            </a:p>
          </p:txBody>
        </p:sp>
        <p:sp>
          <p:nvSpPr>
            <p:cNvPr id="4" name="Oval 3">
              <a:extLst>
                <a:ext uri="{FF2B5EF4-FFF2-40B4-BE49-F238E27FC236}">
                  <a16:creationId xmlns:a16="http://schemas.microsoft.com/office/drawing/2014/main" id="{E44DF7DB-860A-4511-5CC3-2C275F0DED08}"/>
                </a:ext>
              </a:extLst>
            </p:cNvPr>
            <p:cNvSpPr/>
            <p:nvPr/>
          </p:nvSpPr>
          <p:spPr>
            <a:xfrm>
              <a:off x="1219200" y="1123950"/>
              <a:ext cx="762000" cy="71301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Oval 7">
              <a:extLst>
                <a:ext uri="{FF2B5EF4-FFF2-40B4-BE49-F238E27FC236}">
                  <a16:creationId xmlns:a16="http://schemas.microsoft.com/office/drawing/2014/main" id="{60BE94BF-46F1-26F6-B097-AB0AE36C0412}"/>
                </a:ext>
              </a:extLst>
            </p:cNvPr>
            <p:cNvSpPr/>
            <p:nvPr/>
          </p:nvSpPr>
          <p:spPr>
            <a:xfrm>
              <a:off x="3124200" y="1123950"/>
              <a:ext cx="762000" cy="71301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F79493D7-94E1-0038-E065-B8FA8648F601}"/>
                </a:ext>
              </a:extLst>
            </p:cNvPr>
            <p:cNvCxnSpPr>
              <a:stCxn id="4" idx="6"/>
            </p:cNvCxnSpPr>
            <p:nvPr/>
          </p:nvCxnSpPr>
          <p:spPr>
            <a:xfrm>
              <a:off x="1981200" y="1480457"/>
              <a:ext cx="11430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6B7F5CC8-864F-3C35-E2DD-589A045290A7}"/>
                </a:ext>
              </a:extLst>
            </p:cNvPr>
            <p:cNvSpPr txBox="1"/>
            <p:nvPr/>
          </p:nvSpPr>
          <p:spPr>
            <a:xfrm>
              <a:off x="4038600" y="1123950"/>
              <a:ext cx="304800" cy="369332"/>
            </a:xfrm>
            <a:prstGeom prst="rect">
              <a:avLst/>
            </a:prstGeom>
            <a:noFill/>
          </p:spPr>
          <p:txBody>
            <a:bodyPr wrap="square" rtlCol="0">
              <a:spAutoFit/>
            </a:bodyPr>
            <a:lstStyle/>
            <a:p>
              <a:r>
                <a:rPr lang="en-US" dirty="0"/>
                <a:t>y</a:t>
              </a:r>
            </a:p>
          </p:txBody>
        </p:sp>
      </p:grpSp>
      <p:graphicFrame>
        <p:nvGraphicFramePr>
          <p:cNvPr id="16" name="Table 15">
            <a:extLst>
              <a:ext uri="{FF2B5EF4-FFF2-40B4-BE49-F238E27FC236}">
                <a16:creationId xmlns:a16="http://schemas.microsoft.com/office/drawing/2014/main" id="{293CC110-1DA7-7B9B-DDB0-5F1248F52836}"/>
              </a:ext>
            </a:extLst>
          </p:cNvPr>
          <p:cNvGraphicFramePr>
            <a:graphicFrameLocks noGrp="1"/>
          </p:cNvGraphicFramePr>
          <p:nvPr>
            <p:extLst>
              <p:ext uri="{D42A27DB-BD31-4B8C-83A1-F6EECF244321}">
                <p14:modId xmlns:p14="http://schemas.microsoft.com/office/powerpoint/2010/main" val="533129691"/>
              </p:ext>
            </p:extLst>
          </p:nvPr>
        </p:nvGraphicFramePr>
        <p:xfrm>
          <a:off x="4571999" y="1713824"/>
          <a:ext cx="3962400" cy="1854200"/>
        </p:xfrm>
        <a:graphic>
          <a:graphicData uri="http://schemas.openxmlformats.org/drawingml/2006/table">
            <a:tbl>
              <a:tblPr firstRow="1" bandRow="1">
                <a:tableStyleId>{5C22544A-7EE6-4342-B048-85BDC9FD1C3A}</a:tableStyleId>
              </a:tblPr>
              <a:tblGrid>
                <a:gridCol w="1320800">
                  <a:extLst>
                    <a:ext uri="{9D8B030D-6E8A-4147-A177-3AD203B41FA5}">
                      <a16:colId xmlns:a16="http://schemas.microsoft.com/office/drawing/2014/main" val="1823947115"/>
                    </a:ext>
                  </a:extLst>
                </a:gridCol>
                <a:gridCol w="1320800">
                  <a:extLst>
                    <a:ext uri="{9D8B030D-6E8A-4147-A177-3AD203B41FA5}">
                      <a16:colId xmlns:a16="http://schemas.microsoft.com/office/drawing/2014/main" val="3219103393"/>
                    </a:ext>
                  </a:extLst>
                </a:gridCol>
                <a:gridCol w="1320800">
                  <a:extLst>
                    <a:ext uri="{9D8B030D-6E8A-4147-A177-3AD203B41FA5}">
                      <a16:colId xmlns:a16="http://schemas.microsoft.com/office/drawing/2014/main" val="4212164793"/>
                    </a:ext>
                  </a:extLst>
                </a:gridCol>
              </a:tblGrid>
              <a:tr h="370840">
                <a:tc>
                  <a:txBody>
                    <a:bodyPr/>
                    <a:lstStyle/>
                    <a:p>
                      <a:r>
                        <a:rPr lang="en-US" dirty="0"/>
                        <a:t>Input</a:t>
                      </a:r>
                    </a:p>
                  </a:txBody>
                  <a:tcPr/>
                </a:tc>
                <a:tc>
                  <a:txBody>
                    <a:bodyPr/>
                    <a:lstStyle/>
                    <a:p>
                      <a:r>
                        <a:rPr lang="en-US" dirty="0"/>
                        <a:t>Output</a:t>
                      </a:r>
                    </a:p>
                  </a:txBody>
                  <a:tcPr/>
                </a:tc>
                <a:tc>
                  <a:txBody>
                    <a:bodyPr/>
                    <a:lstStyle/>
                    <a:p>
                      <a:r>
                        <a:rPr lang="en-US" dirty="0"/>
                        <a:t>Weight</a:t>
                      </a:r>
                    </a:p>
                  </a:txBody>
                  <a:tcPr/>
                </a:tc>
                <a:extLst>
                  <a:ext uri="{0D108BD9-81ED-4DB2-BD59-A6C34878D82A}">
                    <a16:rowId xmlns:a16="http://schemas.microsoft.com/office/drawing/2014/main" val="3662403815"/>
                  </a:ext>
                </a:extLst>
              </a:tr>
              <a:tr h="370840">
                <a:tc>
                  <a:txBody>
                    <a:bodyPr/>
                    <a:lstStyle/>
                    <a:p>
                      <a:r>
                        <a:rPr lang="en-US" dirty="0"/>
                        <a:t>1</a:t>
                      </a:r>
                    </a:p>
                  </a:txBody>
                  <a:tcPr/>
                </a:tc>
                <a:tc>
                  <a:txBody>
                    <a:bodyPr/>
                    <a:lstStyle/>
                    <a:p>
                      <a:r>
                        <a:rPr lang="en-US" dirty="0"/>
                        <a:t>3</a:t>
                      </a:r>
                    </a:p>
                  </a:txBody>
                  <a:tcPr/>
                </a:tc>
                <a:tc>
                  <a:txBody>
                    <a:bodyPr/>
                    <a:lstStyle/>
                    <a:p>
                      <a:endParaRPr lang="en-US" dirty="0"/>
                    </a:p>
                  </a:txBody>
                  <a:tcPr/>
                </a:tc>
                <a:extLst>
                  <a:ext uri="{0D108BD9-81ED-4DB2-BD59-A6C34878D82A}">
                    <a16:rowId xmlns:a16="http://schemas.microsoft.com/office/drawing/2014/main" val="4026213618"/>
                  </a:ext>
                </a:extLst>
              </a:tr>
              <a:tr h="370840">
                <a:tc>
                  <a:txBody>
                    <a:bodyPr/>
                    <a:lstStyle/>
                    <a:p>
                      <a:r>
                        <a:rPr lang="en-US" dirty="0"/>
                        <a:t>2</a:t>
                      </a:r>
                    </a:p>
                  </a:txBody>
                  <a:tcPr/>
                </a:tc>
                <a:tc>
                  <a:txBody>
                    <a:bodyPr/>
                    <a:lstStyle/>
                    <a:p>
                      <a:r>
                        <a:rPr lang="en-US" dirty="0"/>
                        <a:t>6</a:t>
                      </a:r>
                    </a:p>
                  </a:txBody>
                  <a:tcPr/>
                </a:tc>
                <a:tc>
                  <a:txBody>
                    <a:bodyPr/>
                    <a:lstStyle/>
                    <a:p>
                      <a:endParaRPr lang="en-US" dirty="0"/>
                    </a:p>
                  </a:txBody>
                  <a:tcPr/>
                </a:tc>
                <a:extLst>
                  <a:ext uri="{0D108BD9-81ED-4DB2-BD59-A6C34878D82A}">
                    <a16:rowId xmlns:a16="http://schemas.microsoft.com/office/drawing/2014/main" val="3664766710"/>
                  </a:ext>
                </a:extLst>
              </a:tr>
              <a:tr h="370840">
                <a:tc>
                  <a:txBody>
                    <a:bodyPr/>
                    <a:lstStyle/>
                    <a:p>
                      <a:r>
                        <a:rPr lang="en-US" dirty="0"/>
                        <a:t>3</a:t>
                      </a:r>
                    </a:p>
                  </a:txBody>
                  <a:tcPr/>
                </a:tc>
                <a:tc>
                  <a:txBody>
                    <a:bodyPr/>
                    <a:lstStyle/>
                    <a:p>
                      <a:r>
                        <a:rPr lang="en-US" dirty="0"/>
                        <a:t>9</a:t>
                      </a:r>
                    </a:p>
                  </a:txBody>
                  <a:tcPr/>
                </a:tc>
                <a:tc>
                  <a:txBody>
                    <a:bodyPr/>
                    <a:lstStyle/>
                    <a:p>
                      <a:endParaRPr lang="en-US" dirty="0"/>
                    </a:p>
                  </a:txBody>
                  <a:tcPr/>
                </a:tc>
                <a:extLst>
                  <a:ext uri="{0D108BD9-81ED-4DB2-BD59-A6C34878D82A}">
                    <a16:rowId xmlns:a16="http://schemas.microsoft.com/office/drawing/2014/main" val="609739844"/>
                  </a:ext>
                </a:extLst>
              </a:tr>
              <a:tr h="370840">
                <a:tc>
                  <a:txBody>
                    <a:bodyPr/>
                    <a:lstStyle/>
                    <a:p>
                      <a:r>
                        <a:rPr lang="en-US" dirty="0"/>
                        <a:t>4</a:t>
                      </a:r>
                    </a:p>
                  </a:txBody>
                  <a:tcPr/>
                </a:tc>
                <a:tc>
                  <a:txBody>
                    <a:bodyPr/>
                    <a:lstStyle/>
                    <a:p>
                      <a:r>
                        <a:rPr lang="en-US" dirty="0"/>
                        <a:t>12</a:t>
                      </a:r>
                    </a:p>
                  </a:txBody>
                  <a:tcPr/>
                </a:tc>
                <a:tc>
                  <a:txBody>
                    <a:bodyPr/>
                    <a:lstStyle/>
                    <a:p>
                      <a:endParaRPr lang="en-US" dirty="0"/>
                    </a:p>
                  </a:txBody>
                  <a:tcPr/>
                </a:tc>
                <a:extLst>
                  <a:ext uri="{0D108BD9-81ED-4DB2-BD59-A6C34878D82A}">
                    <a16:rowId xmlns:a16="http://schemas.microsoft.com/office/drawing/2014/main" val="1058508919"/>
                  </a:ext>
                </a:extLst>
              </a:tr>
            </a:tbl>
          </a:graphicData>
        </a:graphic>
      </p:graphicFrame>
      <p:sp>
        <p:nvSpPr>
          <p:cNvPr id="19" name="TextBox 18">
            <a:extLst>
              <a:ext uri="{FF2B5EF4-FFF2-40B4-BE49-F238E27FC236}">
                <a16:creationId xmlns:a16="http://schemas.microsoft.com/office/drawing/2014/main" id="{25BD5CC1-C45C-3356-DBE1-80822CF7AB06}"/>
              </a:ext>
            </a:extLst>
          </p:cNvPr>
          <p:cNvSpPr txBox="1"/>
          <p:nvPr/>
        </p:nvSpPr>
        <p:spPr>
          <a:xfrm>
            <a:off x="1012373" y="1067493"/>
            <a:ext cx="3575955" cy="646331"/>
          </a:xfrm>
          <a:prstGeom prst="rect">
            <a:avLst/>
          </a:prstGeom>
          <a:noFill/>
        </p:spPr>
        <p:txBody>
          <a:bodyPr wrap="square" rtlCol="0">
            <a:spAutoFit/>
          </a:bodyPr>
          <a:lstStyle/>
          <a:p>
            <a:r>
              <a:rPr lang="en-US" dirty="0"/>
              <a:t>Let’s consider of a simple network</a:t>
            </a:r>
          </a:p>
        </p:txBody>
      </p:sp>
    </p:spTree>
    <p:extLst>
      <p:ext uri="{BB962C8B-B14F-4D97-AF65-F5344CB8AC3E}">
        <p14:creationId xmlns:p14="http://schemas.microsoft.com/office/powerpoint/2010/main" val="3661282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894B-0E5B-70B1-065A-0C31A3697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980FA6-F985-9D51-473E-4CF76872DEFF}"/>
              </a:ext>
            </a:extLst>
          </p:cNvPr>
          <p:cNvSpPr>
            <a:spLocks noGrp="1"/>
          </p:cNvSpPr>
          <p:nvPr>
            <p:ph type="title"/>
          </p:nvPr>
        </p:nvSpPr>
        <p:spPr>
          <a:xfrm>
            <a:off x="756138" y="130524"/>
            <a:ext cx="7631723" cy="833882"/>
          </a:xfrm>
        </p:spPr>
        <p:txBody>
          <a:bodyPr anchor="ctr">
            <a:normAutofit/>
          </a:bodyPr>
          <a:lstStyle/>
          <a:p>
            <a:pPr algn="ctr"/>
            <a:r>
              <a:rPr lang="en-US" sz="3000" dirty="0"/>
              <a:t>Impact of Learning Rate in Training</a:t>
            </a:r>
          </a:p>
        </p:txBody>
      </p:sp>
      <p:grpSp>
        <p:nvGrpSpPr>
          <p:cNvPr id="18" name="Group 17">
            <a:extLst>
              <a:ext uri="{FF2B5EF4-FFF2-40B4-BE49-F238E27FC236}">
                <a16:creationId xmlns:a16="http://schemas.microsoft.com/office/drawing/2014/main" id="{FB30EC73-DEC3-816B-00A4-3B6DC977E5E1}"/>
              </a:ext>
            </a:extLst>
          </p:cNvPr>
          <p:cNvGrpSpPr/>
          <p:nvPr/>
        </p:nvGrpSpPr>
        <p:grpSpPr>
          <a:xfrm>
            <a:off x="598715" y="2215243"/>
            <a:ext cx="3505200" cy="713014"/>
            <a:chOff x="838200" y="1123950"/>
            <a:chExt cx="3505200" cy="713014"/>
          </a:xfrm>
        </p:grpSpPr>
        <p:sp>
          <p:nvSpPr>
            <p:cNvPr id="3" name="TextBox 2">
              <a:extLst>
                <a:ext uri="{FF2B5EF4-FFF2-40B4-BE49-F238E27FC236}">
                  <a16:creationId xmlns:a16="http://schemas.microsoft.com/office/drawing/2014/main" id="{0C32CB32-9BD8-9FC7-FCED-6C5D7E4F2F62}"/>
                </a:ext>
              </a:extLst>
            </p:cNvPr>
            <p:cNvSpPr txBox="1"/>
            <p:nvPr/>
          </p:nvSpPr>
          <p:spPr>
            <a:xfrm>
              <a:off x="838200" y="1123950"/>
              <a:ext cx="304800" cy="369332"/>
            </a:xfrm>
            <a:prstGeom prst="rect">
              <a:avLst/>
            </a:prstGeom>
            <a:noFill/>
          </p:spPr>
          <p:txBody>
            <a:bodyPr wrap="square" rtlCol="0">
              <a:spAutoFit/>
            </a:bodyPr>
            <a:lstStyle/>
            <a:p>
              <a:r>
                <a:rPr lang="en-US" dirty="0"/>
                <a:t>x</a:t>
              </a:r>
            </a:p>
          </p:txBody>
        </p:sp>
        <p:sp>
          <p:nvSpPr>
            <p:cNvPr id="4" name="Oval 3">
              <a:extLst>
                <a:ext uri="{FF2B5EF4-FFF2-40B4-BE49-F238E27FC236}">
                  <a16:creationId xmlns:a16="http://schemas.microsoft.com/office/drawing/2014/main" id="{307034DC-0D26-D318-C739-DAAA5FE04BE3}"/>
                </a:ext>
              </a:extLst>
            </p:cNvPr>
            <p:cNvSpPr/>
            <p:nvPr/>
          </p:nvSpPr>
          <p:spPr>
            <a:xfrm>
              <a:off x="1219200" y="1123950"/>
              <a:ext cx="762000" cy="71301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Oval 7">
              <a:extLst>
                <a:ext uri="{FF2B5EF4-FFF2-40B4-BE49-F238E27FC236}">
                  <a16:creationId xmlns:a16="http://schemas.microsoft.com/office/drawing/2014/main" id="{B2C2874B-757E-AB46-16E8-FD0FA722354B}"/>
                </a:ext>
              </a:extLst>
            </p:cNvPr>
            <p:cNvSpPr/>
            <p:nvPr/>
          </p:nvSpPr>
          <p:spPr>
            <a:xfrm>
              <a:off x="3124200" y="1123950"/>
              <a:ext cx="762000" cy="71301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454CFB0-3A9B-7AE5-EDD1-1180AB4A6E8C}"/>
                </a:ext>
              </a:extLst>
            </p:cNvPr>
            <p:cNvCxnSpPr>
              <a:stCxn id="4" idx="6"/>
            </p:cNvCxnSpPr>
            <p:nvPr/>
          </p:nvCxnSpPr>
          <p:spPr>
            <a:xfrm>
              <a:off x="1981200" y="1480457"/>
              <a:ext cx="11430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C7A43B8D-6B53-3F31-0AF8-3ADB1B944EBA}"/>
                </a:ext>
              </a:extLst>
            </p:cNvPr>
            <p:cNvSpPr txBox="1"/>
            <p:nvPr/>
          </p:nvSpPr>
          <p:spPr>
            <a:xfrm>
              <a:off x="4038600" y="1123950"/>
              <a:ext cx="304800" cy="369332"/>
            </a:xfrm>
            <a:prstGeom prst="rect">
              <a:avLst/>
            </a:prstGeom>
            <a:noFill/>
          </p:spPr>
          <p:txBody>
            <a:bodyPr wrap="square" rtlCol="0">
              <a:spAutoFit/>
            </a:bodyPr>
            <a:lstStyle/>
            <a:p>
              <a:r>
                <a:rPr lang="en-US" dirty="0"/>
                <a:t>y</a:t>
              </a:r>
            </a:p>
          </p:txBody>
        </p:sp>
      </p:grpSp>
      <p:graphicFrame>
        <p:nvGraphicFramePr>
          <p:cNvPr id="16" name="Table 15">
            <a:extLst>
              <a:ext uri="{FF2B5EF4-FFF2-40B4-BE49-F238E27FC236}">
                <a16:creationId xmlns:a16="http://schemas.microsoft.com/office/drawing/2014/main" id="{025C5A18-839B-6DCA-CC61-9C170ADF8102}"/>
              </a:ext>
            </a:extLst>
          </p:cNvPr>
          <p:cNvGraphicFramePr>
            <a:graphicFrameLocks noGrp="1"/>
          </p:cNvGraphicFramePr>
          <p:nvPr>
            <p:extLst>
              <p:ext uri="{D42A27DB-BD31-4B8C-83A1-F6EECF244321}">
                <p14:modId xmlns:p14="http://schemas.microsoft.com/office/powerpoint/2010/main" val="3885066515"/>
              </p:ext>
            </p:extLst>
          </p:nvPr>
        </p:nvGraphicFramePr>
        <p:xfrm>
          <a:off x="4571999" y="1713824"/>
          <a:ext cx="3962400" cy="1854200"/>
        </p:xfrm>
        <a:graphic>
          <a:graphicData uri="http://schemas.openxmlformats.org/drawingml/2006/table">
            <a:tbl>
              <a:tblPr firstRow="1" bandRow="1">
                <a:tableStyleId>{5C22544A-7EE6-4342-B048-85BDC9FD1C3A}</a:tableStyleId>
              </a:tblPr>
              <a:tblGrid>
                <a:gridCol w="1320800">
                  <a:extLst>
                    <a:ext uri="{9D8B030D-6E8A-4147-A177-3AD203B41FA5}">
                      <a16:colId xmlns:a16="http://schemas.microsoft.com/office/drawing/2014/main" val="1823947115"/>
                    </a:ext>
                  </a:extLst>
                </a:gridCol>
                <a:gridCol w="1320800">
                  <a:extLst>
                    <a:ext uri="{9D8B030D-6E8A-4147-A177-3AD203B41FA5}">
                      <a16:colId xmlns:a16="http://schemas.microsoft.com/office/drawing/2014/main" val="3219103393"/>
                    </a:ext>
                  </a:extLst>
                </a:gridCol>
                <a:gridCol w="1320800">
                  <a:extLst>
                    <a:ext uri="{9D8B030D-6E8A-4147-A177-3AD203B41FA5}">
                      <a16:colId xmlns:a16="http://schemas.microsoft.com/office/drawing/2014/main" val="4212164793"/>
                    </a:ext>
                  </a:extLst>
                </a:gridCol>
              </a:tblGrid>
              <a:tr h="370840">
                <a:tc>
                  <a:txBody>
                    <a:bodyPr/>
                    <a:lstStyle/>
                    <a:p>
                      <a:r>
                        <a:rPr lang="en-US" dirty="0"/>
                        <a:t>Input</a:t>
                      </a:r>
                    </a:p>
                  </a:txBody>
                  <a:tcPr/>
                </a:tc>
                <a:tc>
                  <a:txBody>
                    <a:bodyPr/>
                    <a:lstStyle/>
                    <a:p>
                      <a:r>
                        <a:rPr lang="en-US" dirty="0"/>
                        <a:t>Output</a:t>
                      </a:r>
                    </a:p>
                  </a:txBody>
                  <a:tcPr/>
                </a:tc>
                <a:tc>
                  <a:txBody>
                    <a:bodyPr/>
                    <a:lstStyle/>
                    <a:p>
                      <a:r>
                        <a:rPr lang="en-US" dirty="0"/>
                        <a:t>Weight</a:t>
                      </a:r>
                    </a:p>
                  </a:txBody>
                  <a:tcPr/>
                </a:tc>
                <a:extLst>
                  <a:ext uri="{0D108BD9-81ED-4DB2-BD59-A6C34878D82A}">
                    <a16:rowId xmlns:a16="http://schemas.microsoft.com/office/drawing/2014/main" val="3662403815"/>
                  </a:ext>
                </a:extLst>
              </a:tr>
              <a:tr h="370840">
                <a:tc>
                  <a:txBody>
                    <a:bodyPr/>
                    <a:lstStyle/>
                    <a:p>
                      <a:r>
                        <a:rPr lang="en-US" dirty="0"/>
                        <a:t>1</a:t>
                      </a:r>
                    </a:p>
                  </a:txBody>
                  <a:tcPr/>
                </a:tc>
                <a:tc>
                  <a:txBody>
                    <a:bodyPr/>
                    <a:lstStyle/>
                    <a:p>
                      <a:r>
                        <a:rPr lang="en-US" dirty="0"/>
                        <a:t>3</a:t>
                      </a:r>
                    </a:p>
                  </a:txBody>
                  <a:tcPr/>
                </a:tc>
                <a:tc>
                  <a:txBody>
                    <a:bodyPr/>
                    <a:lstStyle/>
                    <a:p>
                      <a:r>
                        <a:rPr lang="en-US" dirty="0"/>
                        <a:t>3</a:t>
                      </a:r>
                    </a:p>
                  </a:txBody>
                  <a:tcPr/>
                </a:tc>
                <a:extLst>
                  <a:ext uri="{0D108BD9-81ED-4DB2-BD59-A6C34878D82A}">
                    <a16:rowId xmlns:a16="http://schemas.microsoft.com/office/drawing/2014/main" val="4026213618"/>
                  </a:ext>
                </a:extLst>
              </a:tr>
              <a:tr h="370840">
                <a:tc>
                  <a:txBody>
                    <a:bodyPr/>
                    <a:lstStyle/>
                    <a:p>
                      <a:r>
                        <a:rPr lang="en-US" dirty="0"/>
                        <a:t>2</a:t>
                      </a:r>
                    </a:p>
                  </a:txBody>
                  <a:tcPr/>
                </a:tc>
                <a:tc>
                  <a:txBody>
                    <a:bodyPr/>
                    <a:lstStyle/>
                    <a:p>
                      <a:r>
                        <a:rPr lang="en-US" dirty="0"/>
                        <a:t>6</a:t>
                      </a:r>
                    </a:p>
                  </a:txBody>
                  <a:tcPr/>
                </a:tc>
                <a:tc>
                  <a:txBody>
                    <a:bodyPr/>
                    <a:lstStyle/>
                    <a:p>
                      <a:r>
                        <a:rPr lang="en-US" dirty="0"/>
                        <a:t>3</a:t>
                      </a:r>
                    </a:p>
                  </a:txBody>
                  <a:tcPr/>
                </a:tc>
                <a:extLst>
                  <a:ext uri="{0D108BD9-81ED-4DB2-BD59-A6C34878D82A}">
                    <a16:rowId xmlns:a16="http://schemas.microsoft.com/office/drawing/2014/main" val="3664766710"/>
                  </a:ext>
                </a:extLst>
              </a:tr>
              <a:tr h="370840">
                <a:tc>
                  <a:txBody>
                    <a:bodyPr/>
                    <a:lstStyle/>
                    <a:p>
                      <a:r>
                        <a:rPr lang="en-US" dirty="0"/>
                        <a:t>3</a:t>
                      </a:r>
                    </a:p>
                  </a:txBody>
                  <a:tcPr/>
                </a:tc>
                <a:tc>
                  <a:txBody>
                    <a:bodyPr/>
                    <a:lstStyle/>
                    <a:p>
                      <a:r>
                        <a:rPr lang="en-US" dirty="0"/>
                        <a:t>9</a:t>
                      </a:r>
                    </a:p>
                  </a:txBody>
                  <a:tcPr/>
                </a:tc>
                <a:tc>
                  <a:txBody>
                    <a:bodyPr/>
                    <a:lstStyle/>
                    <a:p>
                      <a:r>
                        <a:rPr lang="en-US" dirty="0"/>
                        <a:t>3</a:t>
                      </a:r>
                    </a:p>
                  </a:txBody>
                  <a:tcPr/>
                </a:tc>
                <a:extLst>
                  <a:ext uri="{0D108BD9-81ED-4DB2-BD59-A6C34878D82A}">
                    <a16:rowId xmlns:a16="http://schemas.microsoft.com/office/drawing/2014/main" val="609739844"/>
                  </a:ext>
                </a:extLst>
              </a:tr>
              <a:tr h="370840">
                <a:tc>
                  <a:txBody>
                    <a:bodyPr/>
                    <a:lstStyle/>
                    <a:p>
                      <a:r>
                        <a:rPr lang="en-US" dirty="0"/>
                        <a:t>4</a:t>
                      </a:r>
                    </a:p>
                  </a:txBody>
                  <a:tcPr/>
                </a:tc>
                <a:tc>
                  <a:txBody>
                    <a:bodyPr/>
                    <a:lstStyle/>
                    <a:p>
                      <a:r>
                        <a:rPr lang="en-US" dirty="0"/>
                        <a:t>12</a:t>
                      </a:r>
                    </a:p>
                  </a:txBody>
                  <a:tcPr/>
                </a:tc>
                <a:tc>
                  <a:txBody>
                    <a:bodyPr/>
                    <a:lstStyle/>
                    <a:p>
                      <a:r>
                        <a:rPr lang="en-US" dirty="0"/>
                        <a:t>3</a:t>
                      </a:r>
                    </a:p>
                  </a:txBody>
                  <a:tcPr/>
                </a:tc>
                <a:extLst>
                  <a:ext uri="{0D108BD9-81ED-4DB2-BD59-A6C34878D82A}">
                    <a16:rowId xmlns:a16="http://schemas.microsoft.com/office/drawing/2014/main" val="1058508919"/>
                  </a:ext>
                </a:extLst>
              </a:tr>
            </a:tbl>
          </a:graphicData>
        </a:graphic>
      </p:graphicFrame>
      <p:sp>
        <p:nvSpPr>
          <p:cNvPr id="19" name="TextBox 18">
            <a:extLst>
              <a:ext uri="{FF2B5EF4-FFF2-40B4-BE49-F238E27FC236}">
                <a16:creationId xmlns:a16="http://schemas.microsoft.com/office/drawing/2014/main" id="{A69D0C18-4862-F250-7ABD-C2E8F5BB3521}"/>
              </a:ext>
            </a:extLst>
          </p:cNvPr>
          <p:cNvSpPr txBox="1"/>
          <p:nvPr/>
        </p:nvSpPr>
        <p:spPr>
          <a:xfrm>
            <a:off x="1012373" y="1067493"/>
            <a:ext cx="3575955" cy="646331"/>
          </a:xfrm>
          <a:prstGeom prst="rect">
            <a:avLst/>
          </a:prstGeom>
          <a:noFill/>
        </p:spPr>
        <p:txBody>
          <a:bodyPr wrap="square" rtlCol="0">
            <a:spAutoFit/>
          </a:bodyPr>
          <a:lstStyle/>
          <a:p>
            <a:r>
              <a:rPr lang="en-US" dirty="0"/>
              <a:t>Let’s consider of a simple network</a:t>
            </a:r>
          </a:p>
        </p:txBody>
      </p:sp>
    </p:spTree>
    <p:extLst>
      <p:ext uri="{BB962C8B-B14F-4D97-AF65-F5344CB8AC3E}">
        <p14:creationId xmlns:p14="http://schemas.microsoft.com/office/powerpoint/2010/main" val="242898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AA225-B34D-9B92-82A7-A9AD785F9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7E1CB-0296-E0B7-F2FB-B40082E98458}"/>
              </a:ext>
            </a:extLst>
          </p:cNvPr>
          <p:cNvSpPr>
            <a:spLocks noGrp="1"/>
          </p:cNvSpPr>
          <p:nvPr>
            <p:ph type="title"/>
          </p:nvPr>
        </p:nvSpPr>
        <p:spPr>
          <a:xfrm>
            <a:off x="756138" y="130524"/>
            <a:ext cx="7631723" cy="833882"/>
          </a:xfrm>
        </p:spPr>
        <p:txBody>
          <a:bodyPr anchor="ctr">
            <a:normAutofit/>
          </a:bodyPr>
          <a:lstStyle/>
          <a:p>
            <a:pPr algn="ctr"/>
            <a:r>
              <a:rPr lang="en-US" sz="3000" dirty="0"/>
              <a:t>Demonstration in Code</a:t>
            </a:r>
          </a:p>
        </p:txBody>
      </p:sp>
      <p:pic>
        <p:nvPicPr>
          <p:cNvPr id="5" name="Picture 4">
            <a:hlinkClick r:id="rId2"/>
            <a:extLst>
              <a:ext uri="{FF2B5EF4-FFF2-40B4-BE49-F238E27FC236}">
                <a16:creationId xmlns:a16="http://schemas.microsoft.com/office/drawing/2014/main" id="{C7F8392B-A0F7-392C-AE34-CC9291F79BF5}"/>
              </a:ext>
            </a:extLst>
          </p:cNvPr>
          <p:cNvPicPr>
            <a:picLocks noChangeAspect="1"/>
          </p:cNvPicPr>
          <p:nvPr/>
        </p:nvPicPr>
        <p:blipFill>
          <a:blip r:embed="rId3"/>
          <a:stretch>
            <a:fillRect/>
          </a:stretch>
        </p:blipFill>
        <p:spPr>
          <a:xfrm>
            <a:off x="3695577" y="1352550"/>
            <a:ext cx="1752845" cy="333422"/>
          </a:xfrm>
          <a:prstGeom prst="rect">
            <a:avLst/>
          </a:prstGeom>
        </p:spPr>
      </p:pic>
      <p:sp>
        <p:nvSpPr>
          <p:cNvPr id="6" name="Rectangle 5">
            <a:extLst>
              <a:ext uri="{FF2B5EF4-FFF2-40B4-BE49-F238E27FC236}">
                <a16:creationId xmlns:a16="http://schemas.microsoft.com/office/drawing/2014/main" id="{D4E3C4C1-BB8E-AD8F-A703-FA6804437C5F}"/>
              </a:ext>
            </a:extLst>
          </p:cNvPr>
          <p:cNvSpPr/>
          <p:nvPr/>
        </p:nvSpPr>
        <p:spPr>
          <a:xfrm>
            <a:off x="3289285" y="2109035"/>
            <a:ext cx="2743200" cy="77152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To Access Full Code, Click this button in slideshow</a:t>
            </a:r>
          </a:p>
        </p:txBody>
      </p:sp>
      <p:sp>
        <p:nvSpPr>
          <p:cNvPr id="10" name="Arrow: Up 9">
            <a:extLst>
              <a:ext uri="{FF2B5EF4-FFF2-40B4-BE49-F238E27FC236}">
                <a16:creationId xmlns:a16="http://schemas.microsoft.com/office/drawing/2014/main" id="{D3504D5D-272E-9810-5F4A-D77C722BE7DE}"/>
              </a:ext>
            </a:extLst>
          </p:cNvPr>
          <p:cNvSpPr/>
          <p:nvPr/>
        </p:nvSpPr>
        <p:spPr>
          <a:xfrm>
            <a:off x="4572000" y="1685972"/>
            <a:ext cx="76200" cy="423063"/>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0503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E8382-96C9-7E83-211A-73FC020D87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45827-A539-5BC3-D493-2339FED2B2E1}"/>
              </a:ext>
            </a:extLst>
          </p:cNvPr>
          <p:cNvSpPr>
            <a:spLocks noGrp="1"/>
          </p:cNvSpPr>
          <p:nvPr>
            <p:ph type="title"/>
          </p:nvPr>
        </p:nvSpPr>
        <p:spPr>
          <a:xfrm>
            <a:off x="603738" y="209550"/>
            <a:ext cx="7631723" cy="833882"/>
          </a:xfrm>
        </p:spPr>
        <p:txBody>
          <a:bodyPr anchor="ctr">
            <a:normAutofit/>
          </a:bodyPr>
          <a:lstStyle/>
          <a:p>
            <a:pPr algn="ctr" rtl="0"/>
            <a:r>
              <a:rPr lang="en-US" sz="3000" dirty="0"/>
              <a:t>Findings on Different Kinds of Learning Rate</a:t>
            </a:r>
          </a:p>
        </p:txBody>
      </p:sp>
      <p:pic>
        <p:nvPicPr>
          <p:cNvPr id="1026" name="Picture 2">
            <a:extLst>
              <a:ext uri="{FF2B5EF4-FFF2-40B4-BE49-F238E27FC236}">
                <a16:creationId xmlns:a16="http://schemas.microsoft.com/office/drawing/2014/main" id="{73185A54-2479-0DE9-1A14-F0CFA01B02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35" y="872634"/>
            <a:ext cx="2912131" cy="261351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D4506E0-226B-9EB8-7BE6-B223EA818219}"/>
              </a:ext>
            </a:extLst>
          </p:cNvPr>
          <p:cNvSpPr txBox="1"/>
          <p:nvPr/>
        </p:nvSpPr>
        <p:spPr>
          <a:xfrm>
            <a:off x="457200" y="3714750"/>
            <a:ext cx="2044665" cy="381000"/>
          </a:xfrm>
          <a:prstGeom prst="rect">
            <a:avLst/>
          </a:prstGeom>
          <a:noFill/>
        </p:spPr>
        <p:txBody>
          <a:bodyPr wrap="square" rtlCol="0">
            <a:spAutoFit/>
          </a:bodyPr>
          <a:lstStyle/>
          <a:p>
            <a:r>
              <a:rPr lang="en-US" dirty="0"/>
              <a:t>Learning Rate .01</a:t>
            </a:r>
          </a:p>
        </p:txBody>
      </p:sp>
      <p:sp>
        <p:nvSpPr>
          <p:cNvPr id="4" name="TextBox 3">
            <a:extLst>
              <a:ext uri="{FF2B5EF4-FFF2-40B4-BE49-F238E27FC236}">
                <a16:creationId xmlns:a16="http://schemas.microsoft.com/office/drawing/2014/main" id="{453A9877-A6C5-D9B3-E34A-D4EE9C010D6F}"/>
              </a:ext>
            </a:extLst>
          </p:cNvPr>
          <p:cNvSpPr txBox="1"/>
          <p:nvPr/>
        </p:nvSpPr>
        <p:spPr>
          <a:xfrm>
            <a:off x="3431874" y="3702050"/>
            <a:ext cx="2044665" cy="381000"/>
          </a:xfrm>
          <a:prstGeom prst="rect">
            <a:avLst/>
          </a:prstGeom>
          <a:noFill/>
        </p:spPr>
        <p:txBody>
          <a:bodyPr wrap="square" rtlCol="0">
            <a:spAutoFit/>
          </a:bodyPr>
          <a:lstStyle/>
          <a:p>
            <a:r>
              <a:rPr lang="en-US" dirty="0"/>
              <a:t>Learning Rate 1</a:t>
            </a:r>
          </a:p>
        </p:txBody>
      </p:sp>
      <p:sp>
        <p:nvSpPr>
          <p:cNvPr id="7" name="TextBox 6">
            <a:extLst>
              <a:ext uri="{FF2B5EF4-FFF2-40B4-BE49-F238E27FC236}">
                <a16:creationId xmlns:a16="http://schemas.microsoft.com/office/drawing/2014/main" id="{755C15F1-78E9-23B3-8812-AD87FA86AA84}"/>
              </a:ext>
            </a:extLst>
          </p:cNvPr>
          <p:cNvSpPr txBox="1"/>
          <p:nvPr/>
        </p:nvSpPr>
        <p:spPr>
          <a:xfrm>
            <a:off x="6477000" y="3689350"/>
            <a:ext cx="2044665" cy="381000"/>
          </a:xfrm>
          <a:prstGeom prst="rect">
            <a:avLst/>
          </a:prstGeom>
          <a:noFill/>
        </p:spPr>
        <p:txBody>
          <a:bodyPr wrap="square" rtlCol="0">
            <a:spAutoFit/>
          </a:bodyPr>
          <a:lstStyle/>
          <a:p>
            <a:r>
              <a:rPr lang="en-US" dirty="0"/>
              <a:t>Learning Rate .1</a:t>
            </a:r>
          </a:p>
        </p:txBody>
      </p:sp>
      <p:pic>
        <p:nvPicPr>
          <p:cNvPr id="1036" name="Picture 12">
            <a:extLst>
              <a:ext uri="{FF2B5EF4-FFF2-40B4-BE49-F238E27FC236}">
                <a16:creationId xmlns:a16="http://schemas.microsoft.com/office/drawing/2014/main" id="{6F5E1AC1-D414-6F9E-D4CF-49A7D5B4C6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4028" y="906624"/>
            <a:ext cx="3097572" cy="257952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A0064D82-84B7-AB49-80C8-3C36D36B3A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5304" y="898034"/>
            <a:ext cx="3054496" cy="2579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3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7E2A0-C0CA-F508-982C-574FBC27B9A6}"/>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31E8243E-64EE-81A0-F29D-F04E43E036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8691" y="1200150"/>
            <a:ext cx="7409170" cy="2928937"/>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6EB05AD1-B557-589D-95B3-A9AFA7564532}"/>
              </a:ext>
            </a:extLst>
          </p:cNvPr>
          <p:cNvSpPr txBox="1">
            <a:spLocks/>
          </p:cNvSpPr>
          <p:nvPr/>
        </p:nvSpPr>
        <p:spPr>
          <a:xfrm>
            <a:off x="756138" y="130524"/>
            <a:ext cx="7631723" cy="833882"/>
          </a:xfrm>
          <a:prstGeom prst="rect">
            <a:avLst/>
          </a:prstGeom>
        </p:spPr>
        <p:txBody>
          <a:bodyPr wrap="square" lIns="0" tIns="0" rIns="0" bIns="0" anchor="ctr">
            <a:normAutofit/>
          </a:bodyPr>
          <a:lstStyle>
            <a:lvl1pPr>
              <a:defRPr sz="2750" b="0" i="0">
                <a:solidFill>
                  <a:schemeClr val="tx1"/>
                </a:solidFill>
                <a:latin typeface="Tahoma"/>
                <a:ea typeface="+mj-ea"/>
                <a:cs typeface="Tahoma"/>
              </a:defRPr>
            </a:lvl1pPr>
          </a:lstStyle>
          <a:p>
            <a:pPr algn="ctr"/>
            <a:r>
              <a:rPr lang="en-US" sz="3000" dirty="0"/>
              <a:t>Change of Loss and Weight at LR .01</a:t>
            </a:r>
          </a:p>
        </p:txBody>
      </p:sp>
    </p:spTree>
    <p:extLst>
      <p:ext uri="{BB962C8B-B14F-4D97-AF65-F5344CB8AC3E}">
        <p14:creationId xmlns:p14="http://schemas.microsoft.com/office/powerpoint/2010/main" val="2625103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CD72E-5615-18D9-ECE3-ECCAE9CC3E6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008F9EC-8F15-ACF0-9A0B-68B351E1EE10}"/>
              </a:ext>
            </a:extLst>
          </p:cNvPr>
          <p:cNvSpPr txBox="1">
            <a:spLocks/>
          </p:cNvSpPr>
          <p:nvPr/>
        </p:nvSpPr>
        <p:spPr>
          <a:xfrm>
            <a:off x="756138" y="130524"/>
            <a:ext cx="7631723" cy="833882"/>
          </a:xfrm>
          <a:prstGeom prst="rect">
            <a:avLst/>
          </a:prstGeom>
        </p:spPr>
        <p:txBody>
          <a:bodyPr wrap="square" lIns="0" tIns="0" rIns="0" bIns="0" anchor="ctr">
            <a:normAutofit/>
          </a:bodyPr>
          <a:lstStyle>
            <a:lvl1pPr>
              <a:defRPr sz="2750" b="0" i="0">
                <a:solidFill>
                  <a:schemeClr val="tx1"/>
                </a:solidFill>
                <a:latin typeface="Tahoma"/>
                <a:ea typeface="+mj-ea"/>
                <a:cs typeface="Tahoma"/>
              </a:defRPr>
            </a:lvl1pPr>
          </a:lstStyle>
          <a:p>
            <a:pPr algn="ctr"/>
            <a:r>
              <a:rPr lang="en-US" sz="3000" dirty="0"/>
              <a:t>Change of Loss and Weight at LR 1</a:t>
            </a:r>
          </a:p>
        </p:txBody>
      </p:sp>
      <p:pic>
        <p:nvPicPr>
          <p:cNvPr id="3074" name="Picture 2">
            <a:extLst>
              <a:ext uri="{FF2B5EF4-FFF2-40B4-BE49-F238E27FC236}">
                <a16:creationId xmlns:a16="http://schemas.microsoft.com/office/drawing/2014/main" id="{112104F2-33AF-1955-A036-A590BCFC35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138" y="1095732"/>
            <a:ext cx="7543800" cy="2952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864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837C8-FA5E-63E4-2D0F-0961863532F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B4AFD45-3C80-0A7B-CDBD-8FC65076FDA5}"/>
              </a:ext>
            </a:extLst>
          </p:cNvPr>
          <p:cNvSpPr txBox="1">
            <a:spLocks/>
          </p:cNvSpPr>
          <p:nvPr/>
        </p:nvSpPr>
        <p:spPr>
          <a:xfrm>
            <a:off x="756138" y="130524"/>
            <a:ext cx="7631723" cy="833882"/>
          </a:xfrm>
          <a:prstGeom prst="rect">
            <a:avLst/>
          </a:prstGeom>
        </p:spPr>
        <p:txBody>
          <a:bodyPr wrap="square" lIns="0" tIns="0" rIns="0" bIns="0" anchor="ctr">
            <a:normAutofit/>
          </a:bodyPr>
          <a:lstStyle>
            <a:lvl1pPr>
              <a:defRPr sz="2750" b="0" i="0">
                <a:solidFill>
                  <a:schemeClr val="tx1"/>
                </a:solidFill>
                <a:latin typeface="Tahoma"/>
                <a:ea typeface="+mj-ea"/>
                <a:cs typeface="Tahoma"/>
              </a:defRPr>
            </a:lvl1pPr>
          </a:lstStyle>
          <a:p>
            <a:pPr algn="ctr"/>
            <a:r>
              <a:rPr lang="en-US" sz="3000" dirty="0"/>
              <a:t>Change of Loss and Weight at LR .1</a:t>
            </a:r>
          </a:p>
        </p:txBody>
      </p:sp>
      <p:pic>
        <p:nvPicPr>
          <p:cNvPr id="4098" name="Picture 2">
            <a:extLst>
              <a:ext uri="{FF2B5EF4-FFF2-40B4-BE49-F238E27FC236}">
                <a16:creationId xmlns:a16="http://schemas.microsoft.com/office/drawing/2014/main" id="{D29A67F1-0434-41DF-B580-4222BD71B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64406"/>
            <a:ext cx="7633288" cy="3040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293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694</TotalTime>
  <Words>974</Words>
  <Application>Microsoft Office PowerPoint</Application>
  <PresentationFormat>On-screen Show (16:9)</PresentationFormat>
  <Paragraphs>143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vt:lpstr>
      <vt:lpstr>Cambria Math</vt:lpstr>
      <vt:lpstr>Tahoma</vt:lpstr>
      <vt:lpstr>Wingdings</vt:lpstr>
      <vt:lpstr>Office Theme</vt:lpstr>
      <vt:lpstr>Back Propagation</vt:lpstr>
      <vt:lpstr>Feed Forward Output</vt:lpstr>
      <vt:lpstr>Back Propagation</vt:lpstr>
      <vt:lpstr>Gradient Descent</vt:lpstr>
      <vt:lpstr>Update The Weights</vt:lpstr>
      <vt:lpstr>Problems in this approach</vt:lpstr>
      <vt:lpstr>Solution</vt:lpstr>
      <vt:lpstr>Chain Rule</vt:lpstr>
      <vt:lpstr>Chain Rule</vt:lpstr>
      <vt:lpstr>Calculating change in Loss due to change of w_11(gradient)</vt:lpstr>
      <vt:lpstr>Analyzing Loss Values Over Epochs</vt:lpstr>
      <vt:lpstr>Impact of Learning Rate in Training</vt:lpstr>
      <vt:lpstr>Impact of Learning Rate in Training</vt:lpstr>
      <vt:lpstr>Demonstration in Code</vt:lpstr>
      <vt:lpstr>Findings on Different Kinds of Learning Rate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Image Classification with Linear Classifiers</dc:title>
  <cp:lastModifiedBy>Tanvir Ahmed</cp:lastModifiedBy>
  <cp:revision>15</cp:revision>
  <dcterms:created xsi:type="dcterms:W3CDTF">2026-01-16T14:01:30Z</dcterms:created>
  <dcterms:modified xsi:type="dcterms:W3CDTF">2026-02-18T03:11:47Z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2025-04-04T00:00:00Z</vt:filetime>
  </property>
  <property fmtid="{D5CDD505-2E9C-101B-9397-08002B2CF9AE}" pid="3" name="LastSaved">
    <vt:filetime>2026-01-16T00:00:00Z</vt:filetime>
  </property>
</Properties>
</file>