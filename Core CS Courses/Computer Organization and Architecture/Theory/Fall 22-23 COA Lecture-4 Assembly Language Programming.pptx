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9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311" r:id="rId9"/>
    <p:sldId id="271" r:id="rId10"/>
    <p:sldId id="272" r:id="rId11"/>
    <p:sldId id="273" r:id="rId12"/>
    <p:sldId id="274" r:id="rId13"/>
    <p:sldId id="275" r:id="rId14"/>
    <p:sldId id="312" r:id="rId15"/>
    <p:sldId id="276" r:id="rId16"/>
    <p:sldId id="313" r:id="rId17"/>
    <p:sldId id="277" r:id="rId18"/>
    <p:sldId id="278" r:id="rId19"/>
    <p:sldId id="279" r:id="rId20"/>
    <p:sldId id="280" r:id="rId21"/>
    <p:sldId id="281" r:id="rId22"/>
    <p:sldId id="314" r:id="rId23"/>
    <p:sldId id="282" r:id="rId24"/>
    <p:sldId id="315" r:id="rId25"/>
    <p:sldId id="283" r:id="rId26"/>
    <p:sldId id="316" r:id="rId27"/>
    <p:sldId id="317" r:id="rId28"/>
    <p:sldId id="284" r:id="rId29"/>
    <p:sldId id="318" r:id="rId30"/>
    <p:sldId id="319" r:id="rId31"/>
    <p:sldId id="320" r:id="rId32"/>
    <p:sldId id="285" r:id="rId33"/>
    <p:sldId id="321" r:id="rId34"/>
    <p:sldId id="286" r:id="rId35"/>
    <p:sldId id="287" r:id="rId36"/>
    <p:sldId id="322" r:id="rId37"/>
    <p:sldId id="323" r:id="rId38"/>
    <p:sldId id="324" r:id="rId39"/>
    <p:sldId id="325" r:id="rId40"/>
    <p:sldId id="288" r:id="rId41"/>
    <p:sldId id="326" r:id="rId42"/>
    <p:sldId id="327" r:id="rId43"/>
    <p:sldId id="289" r:id="rId44"/>
    <p:sldId id="290" r:id="rId45"/>
    <p:sldId id="291" r:id="rId46"/>
    <p:sldId id="328" r:id="rId47"/>
    <p:sldId id="329" r:id="rId48"/>
    <p:sldId id="292" r:id="rId49"/>
    <p:sldId id="293" r:id="rId50"/>
    <p:sldId id="330" r:id="rId51"/>
    <p:sldId id="294" r:id="rId52"/>
    <p:sldId id="331" r:id="rId53"/>
    <p:sldId id="332" r:id="rId54"/>
    <p:sldId id="333" r:id="rId55"/>
    <p:sldId id="295" r:id="rId56"/>
    <p:sldId id="296" r:id="rId57"/>
    <p:sldId id="334" r:id="rId58"/>
    <p:sldId id="297" r:id="rId59"/>
    <p:sldId id="298" r:id="rId60"/>
    <p:sldId id="335" r:id="rId61"/>
    <p:sldId id="299" r:id="rId62"/>
    <p:sldId id="336" r:id="rId63"/>
    <p:sldId id="300" r:id="rId64"/>
    <p:sldId id="337" r:id="rId65"/>
    <p:sldId id="338" r:id="rId66"/>
    <p:sldId id="301" r:id="rId67"/>
    <p:sldId id="339" r:id="rId68"/>
    <p:sldId id="340" r:id="rId69"/>
    <p:sldId id="341" r:id="rId70"/>
    <p:sldId id="342" r:id="rId71"/>
    <p:sldId id="302" r:id="rId72"/>
    <p:sldId id="343" r:id="rId73"/>
    <p:sldId id="344" r:id="rId74"/>
    <p:sldId id="260" r:id="rId75"/>
    <p:sldId id="261" r:id="rId76"/>
    <p:sldId id="262" r:id="rId77"/>
    <p:sldId id="263" r:id="rId78"/>
    <p:sldId id="264" r:id="rId79"/>
    <p:sldId id="265" r:id="rId80"/>
    <p:sldId id="305" r:id="rId81"/>
    <p:sldId id="306" r:id="rId82"/>
    <p:sldId id="307" r:id="rId83"/>
    <p:sldId id="308" r:id="rId84"/>
    <p:sldId id="309" r:id="rId85"/>
    <p:sldId id="310" r:id="rId86"/>
    <p:sldId id="303" r:id="rId87"/>
    <p:sldId id="304" r:id="rId8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608C87-A556-4C44-A2BF-BF501BB51E5B}" v="12" dt="2025-03-14T09:32:22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Dr. Md Mehedi Hasan" userId="5eb39d97-deb0-466a-af4c-298e34812974" providerId="ADAL" clId="{C6EBE828-EF8D-4739-9CC8-1CBD5D0A48A0}"/>
    <pc:docChg chg="undo custSel addSld modSld">
      <pc:chgData name="Dr. Md Mehedi Hasan" userId="5eb39d97-deb0-466a-af4c-298e34812974" providerId="ADAL" clId="{C6EBE828-EF8D-4739-9CC8-1CBD5D0A48A0}" dt="2022-06-14T09:27:58.013" v="124" actId="20577"/>
      <pc:docMkLst>
        <pc:docMk/>
      </pc:docMkLst>
      <pc:sldChg chg="modSp mod">
        <pc:chgData name="Dr. Md Mehedi Hasan" userId="5eb39d97-deb0-466a-af4c-298e34812974" providerId="ADAL" clId="{C6EBE828-EF8D-4739-9CC8-1CBD5D0A48A0}" dt="2022-06-14T08:16:34.588" v="29" actId="20577"/>
        <pc:sldMkLst>
          <pc:docMk/>
          <pc:sldMk cId="700707328" sldId="256"/>
        </pc:sldMkLst>
      </pc:sldChg>
      <pc:sldChg chg="modSp add mod">
        <pc:chgData name="Dr. Md Mehedi Hasan" userId="5eb39d97-deb0-466a-af4c-298e34812974" providerId="ADAL" clId="{C6EBE828-EF8D-4739-9CC8-1CBD5D0A48A0}" dt="2022-06-14T09:22:14.724" v="89" actId="6549"/>
        <pc:sldMkLst>
          <pc:docMk/>
          <pc:sldMk cId="516957041" sldId="260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29279564" sldId="261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535348899" sldId="262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330080826" sldId="263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3087697470" sldId="264"/>
        </pc:sldMkLst>
      </pc:sldChg>
      <pc:sldChg chg="modSp add mod">
        <pc:chgData name="Dr. Md Mehedi Hasan" userId="5eb39d97-deb0-466a-af4c-298e34812974" providerId="ADAL" clId="{C6EBE828-EF8D-4739-9CC8-1CBD5D0A48A0}" dt="2022-06-14T04:01:23.367" v="25" actId="27636"/>
        <pc:sldMkLst>
          <pc:docMk/>
          <pc:sldMk cId="1547557068" sldId="265"/>
        </pc:sldMkLst>
      </pc:sldChg>
      <pc:sldChg chg="modSp mod">
        <pc:chgData name="Dr. Md Mehedi Hasan" userId="5eb39d97-deb0-466a-af4c-298e34812974" providerId="ADAL" clId="{C6EBE828-EF8D-4739-9CC8-1CBD5D0A48A0}" dt="2022-06-14T02:21:28.263" v="2" actId="20577"/>
        <pc:sldMkLst>
          <pc:docMk/>
          <pc:sldMk cId="1313937606" sldId="277"/>
        </pc:sldMkLst>
      </pc:sldChg>
      <pc:sldChg chg="modSp">
        <pc:chgData name="Dr. Md Mehedi Hasan" userId="5eb39d97-deb0-466a-af4c-298e34812974" providerId="ADAL" clId="{C6EBE828-EF8D-4739-9CC8-1CBD5D0A48A0}" dt="2022-06-14T08:40:47.617" v="85" actId="20577"/>
        <pc:sldMkLst>
          <pc:docMk/>
          <pc:sldMk cId="2651961240" sldId="288"/>
        </pc:sldMkLst>
      </pc:sldChg>
      <pc:sldChg chg="modSp mod">
        <pc:chgData name="Dr. Md Mehedi Hasan" userId="5eb39d97-deb0-466a-af4c-298e34812974" providerId="ADAL" clId="{C6EBE828-EF8D-4739-9CC8-1CBD5D0A48A0}" dt="2022-06-14T02:52:31.530" v="6" actId="20577"/>
        <pc:sldMkLst>
          <pc:docMk/>
          <pc:sldMk cId="5289972" sldId="291"/>
        </pc:sldMkLst>
      </pc:sldChg>
      <pc:sldChg chg="modSp mod">
        <pc:chgData name="Dr. Md Mehedi Hasan" userId="5eb39d97-deb0-466a-af4c-298e34812974" providerId="ADAL" clId="{C6EBE828-EF8D-4739-9CC8-1CBD5D0A48A0}" dt="2022-06-14T02:52:22.402" v="4" actId="20577"/>
        <pc:sldMkLst>
          <pc:docMk/>
          <pc:sldMk cId="2893177530" sldId="294"/>
        </pc:sldMkLst>
      </pc:sldChg>
      <pc:sldChg chg="modSp mod">
        <pc:chgData name="Dr. Md Mehedi Hasan" userId="5eb39d97-deb0-466a-af4c-298e34812974" providerId="ADAL" clId="{C6EBE828-EF8D-4739-9CC8-1CBD5D0A48A0}" dt="2022-06-14T02:54:19.631" v="18"/>
        <pc:sldMkLst>
          <pc:docMk/>
          <pc:sldMk cId="2448644393" sldId="297"/>
        </pc:sldMkLst>
      </pc:sldChg>
      <pc:sldChg chg="addSp delSp mod">
        <pc:chgData name="Dr. Md Mehedi Hasan" userId="5eb39d97-deb0-466a-af4c-298e34812974" providerId="ADAL" clId="{C6EBE828-EF8D-4739-9CC8-1CBD5D0A48A0}" dt="2022-06-14T04:01:02.255" v="22" actId="22"/>
        <pc:sldMkLst>
          <pc:docMk/>
          <pc:sldMk cId="2387466709" sldId="302"/>
        </pc:sldMkLst>
      </pc:sldChg>
      <pc:sldChg chg="modSp add mod">
        <pc:chgData name="Dr. Md Mehedi Hasan" userId="5eb39d97-deb0-466a-af4c-298e34812974" providerId="ADAL" clId="{C6EBE828-EF8D-4739-9CC8-1CBD5D0A48A0}" dt="2022-06-14T09:27:58.013" v="124" actId="20577"/>
        <pc:sldMkLst>
          <pc:docMk/>
          <pc:sldMk cId="866215094" sldId="305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411690948" sldId="306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376264186" sldId="307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729991220" sldId="308"/>
        </pc:sldMkLst>
      </pc:sldChg>
      <pc:sldChg chg="modSp add mod">
        <pc:chgData name="Dr. Md Mehedi Hasan" userId="5eb39d97-deb0-466a-af4c-298e34812974" providerId="ADAL" clId="{C6EBE828-EF8D-4739-9CC8-1CBD5D0A48A0}" dt="2022-06-14T04:01:23.388" v="26" actId="27636"/>
        <pc:sldMkLst>
          <pc:docMk/>
          <pc:sldMk cId="2954195247" sldId="309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2705892617" sldId="310"/>
        </pc:sldMkLst>
      </pc:sldChg>
    </pc:docChg>
  </pc:docChgLst>
  <pc:docChgLst>
    <pc:chgData name="Syeda Asrafa Islam" userId="626c424c-c870-4792-90a3-28617519e11b" providerId="ADAL" clId="{C2608C87-A556-4C44-A2BF-BF501BB51E5B}"/>
    <pc:docChg chg="undo custSel addSld delSld modSld sldOrd">
      <pc:chgData name="Syeda Asrafa Islam" userId="626c424c-c870-4792-90a3-28617519e11b" providerId="ADAL" clId="{C2608C87-A556-4C44-A2BF-BF501BB51E5B}" dt="2025-03-14T09:37:58.221" v="418" actId="113"/>
      <pc:docMkLst>
        <pc:docMk/>
      </pc:docMkLst>
      <pc:sldChg chg="addSp modSp mod">
        <pc:chgData name="Syeda Asrafa Islam" userId="626c424c-c870-4792-90a3-28617519e11b" providerId="ADAL" clId="{C2608C87-A556-4C44-A2BF-BF501BB51E5B}" dt="2025-03-14T06:05:47.502" v="41" actId="14100"/>
        <pc:sldMkLst>
          <pc:docMk/>
          <pc:sldMk cId="1313937606" sldId="277"/>
        </pc:sldMkLst>
        <pc:graphicFrameChg chg="mod modGraphic">
          <ac:chgData name="Syeda Asrafa Islam" userId="626c424c-c870-4792-90a3-28617519e11b" providerId="ADAL" clId="{C2608C87-A556-4C44-A2BF-BF501BB51E5B}" dt="2025-03-14T06:05:44.472" v="40" actId="14100"/>
          <ac:graphicFrameMkLst>
            <pc:docMk/>
            <pc:sldMk cId="1313937606" sldId="277"/>
            <ac:graphicFrameMk id="75" creationId="{00000000-0000-0000-0000-000000000000}"/>
          </ac:graphicFrameMkLst>
        </pc:graphicFrameChg>
        <pc:picChg chg="add mod">
          <ac:chgData name="Syeda Asrafa Islam" userId="626c424c-c870-4792-90a3-28617519e11b" providerId="ADAL" clId="{C2608C87-A556-4C44-A2BF-BF501BB51E5B}" dt="2025-03-14T06:05:47.502" v="41" actId="14100"/>
          <ac:picMkLst>
            <pc:docMk/>
            <pc:sldMk cId="1313937606" sldId="277"/>
            <ac:picMk id="3" creationId="{D54D9229-1DE0-E301-CE75-83477DD1F950}"/>
          </ac:picMkLst>
        </pc:picChg>
      </pc:sldChg>
      <pc:sldChg chg="addSp modSp mod">
        <pc:chgData name="Syeda Asrafa Islam" userId="626c424c-c870-4792-90a3-28617519e11b" providerId="ADAL" clId="{C2608C87-A556-4C44-A2BF-BF501BB51E5B}" dt="2025-03-14T06:09:52.247" v="47" actId="14100"/>
        <pc:sldMkLst>
          <pc:docMk/>
          <pc:sldMk cId="2301356969" sldId="278"/>
        </pc:sldMkLst>
        <pc:spChg chg="mod">
          <ac:chgData name="Syeda Asrafa Islam" userId="626c424c-c870-4792-90a3-28617519e11b" providerId="ADAL" clId="{C2608C87-A556-4C44-A2BF-BF501BB51E5B}" dt="2025-03-14T06:09:52.247" v="47" actId="14100"/>
          <ac:spMkLst>
            <pc:docMk/>
            <pc:sldMk cId="2301356969" sldId="278"/>
            <ac:spMk id="78" creationId="{00000000-0000-0000-0000-000000000000}"/>
          </ac:spMkLst>
        </pc:spChg>
        <pc:picChg chg="add mod">
          <ac:chgData name="Syeda Asrafa Islam" userId="626c424c-c870-4792-90a3-28617519e11b" providerId="ADAL" clId="{C2608C87-A556-4C44-A2BF-BF501BB51E5B}" dt="2025-03-14T06:09:48.551" v="46" actId="14100"/>
          <ac:picMkLst>
            <pc:docMk/>
            <pc:sldMk cId="2301356969" sldId="278"/>
            <ac:picMk id="3" creationId="{14F74C56-A384-9A8C-1E55-1D3707E63679}"/>
          </ac:picMkLst>
        </pc:picChg>
      </pc:sldChg>
      <pc:sldChg chg="addSp modSp mod">
        <pc:chgData name="Syeda Asrafa Islam" userId="626c424c-c870-4792-90a3-28617519e11b" providerId="ADAL" clId="{C2608C87-A556-4C44-A2BF-BF501BB51E5B}" dt="2025-03-14T06:14:06.492" v="49" actId="1076"/>
        <pc:sldMkLst>
          <pc:docMk/>
          <pc:sldMk cId="4035259649" sldId="280"/>
        </pc:sldMkLst>
        <pc:picChg chg="add mod">
          <ac:chgData name="Syeda Asrafa Islam" userId="626c424c-c870-4792-90a3-28617519e11b" providerId="ADAL" clId="{C2608C87-A556-4C44-A2BF-BF501BB51E5B}" dt="2025-03-14T06:14:06.492" v="49" actId="1076"/>
          <ac:picMkLst>
            <pc:docMk/>
            <pc:sldMk cId="4035259649" sldId="280"/>
            <ac:picMk id="3" creationId="{D204422C-5A40-96B6-3580-702394F07A94}"/>
          </ac:picMkLst>
        </pc:picChg>
      </pc:sldChg>
      <pc:sldChg chg="addSp delSp modSp mod">
        <pc:chgData name="Syeda Asrafa Islam" userId="626c424c-c870-4792-90a3-28617519e11b" providerId="ADAL" clId="{C2608C87-A556-4C44-A2BF-BF501BB51E5B}" dt="2025-03-14T06:30:46.666" v="85" actId="21"/>
        <pc:sldMkLst>
          <pc:docMk/>
          <pc:sldMk cId="234536883" sldId="282"/>
        </pc:sldMkLst>
        <pc:graphicFrameChg chg="mod modGraphic">
          <ac:chgData name="Syeda Asrafa Islam" userId="626c424c-c870-4792-90a3-28617519e11b" providerId="ADAL" clId="{C2608C87-A556-4C44-A2BF-BF501BB51E5B}" dt="2025-03-14T06:29:35.506" v="70" actId="1076"/>
          <ac:graphicFrameMkLst>
            <pc:docMk/>
            <pc:sldMk cId="234536883" sldId="282"/>
            <ac:graphicFrameMk id="88" creationId="{00000000-0000-0000-0000-000000000000}"/>
          </ac:graphicFrameMkLst>
        </pc:graphicFrameChg>
        <pc:picChg chg="add del mod">
          <ac:chgData name="Syeda Asrafa Islam" userId="626c424c-c870-4792-90a3-28617519e11b" providerId="ADAL" clId="{C2608C87-A556-4C44-A2BF-BF501BB51E5B}" dt="2025-03-14T06:30:46.666" v="85" actId="21"/>
          <ac:picMkLst>
            <pc:docMk/>
            <pc:sldMk cId="234536883" sldId="282"/>
            <ac:picMk id="4" creationId="{903B3B34-3279-5382-E357-B92E5E9B488B}"/>
          </ac:picMkLst>
        </pc:picChg>
        <pc:picChg chg="add del mod">
          <ac:chgData name="Syeda Asrafa Islam" userId="626c424c-c870-4792-90a3-28617519e11b" providerId="ADAL" clId="{C2608C87-A556-4C44-A2BF-BF501BB51E5B}" dt="2025-03-14T06:29:56.774" v="76" actId="21"/>
          <ac:picMkLst>
            <pc:docMk/>
            <pc:sldMk cId="234536883" sldId="282"/>
            <ac:picMk id="5" creationId="{4057E401-C210-77B2-0A61-0C9B875B4450}"/>
          </ac:picMkLst>
        </pc:picChg>
      </pc:sldChg>
      <pc:sldChg chg="modSp mod">
        <pc:chgData name="Syeda Asrafa Islam" userId="626c424c-c870-4792-90a3-28617519e11b" providerId="ADAL" clId="{C2608C87-A556-4C44-A2BF-BF501BB51E5B}" dt="2025-03-14T09:01:51.274" v="240" actId="20577"/>
        <pc:sldMkLst>
          <pc:docMk/>
          <pc:sldMk cId="4238140169" sldId="293"/>
        </pc:sldMkLst>
        <pc:spChg chg="mod">
          <ac:chgData name="Syeda Asrafa Islam" userId="626c424c-c870-4792-90a3-28617519e11b" providerId="ADAL" clId="{C2608C87-A556-4C44-A2BF-BF501BB51E5B}" dt="2025-03-14T09:01:51.274" v="240" actId="20577"/>
          <ac:spMkLst>
            <pc:docMk/>
            <pc:sldMk cId="4238140169" sldId="293"/>
            <ac:spMk id="6" creationId="{00000000-0000-0000-0000-000000000000}"/>
          </ac:spMkLst>
        </pc:spChg>
      </pc:sldChg>
      <pc:sldChg chg="addSp delSp modSp">
        <pc:chgData name="Syeda Asrafa Islam" userId="626c424c-c870-4792-90a3-28617519e11b" providerId="ADAL" clId="{C2608C87-A556-4C44-A2BF-BF501BB51E5B}" dt="2025-03-14T09:17:33.192" v="315" actId="12084"/>
        <pc:sldMkLst>
          <pc:docMk/>
          <pc:sldMk cId="4012291655" sldId="300"/>
        </pc:sldMkLst>
        <pc:spChg chg="add del">
          <ac:chgData name="Syeda Asrafa Islam" userId="626c424c-c870-4792-90a3-28617519e11b" providerId="ADAL" clId="{C2608C87-A556-4C44-A2BF-BF501BB51E5B}" dt="2025-03-14T09:17:33.192" v="315" actId="12084"/>
          <ac:spMkLst>
            <pc:docMk/>
            <pc:sldMk cId="4012291655" sldId="300"/>
            <ac:spMk id="148" creationId="{00000000-0000-0000-0000-000000000000}"/>
          </ac:spMkLst>
        </pc:spChg>
        <pc:graphicFrameChg chg="add mod">
          <ac:chgData name="Syeda Asrafa Islam" userId="626c424c-c870-4792-90a3-28617519e11b" providerId="ADAL" clId="{C2608C87-A556-4C44-A2BF-BF501BB51E5B}" dt="2025-03-14T09:17:26.448" v="314" actId="12084"/>
          <ac:graphicFrameMkLst>
            <pc:docMk/>
            <pc:sldMk cId="4012291655" sldId="300"/>
            <ac:graphicFrameMk id="2" creationId="{893695BF-8ECD-3300-45E3-EF7675FF7FF7}"/>
          </ac:graphicFrameMkLst>
        </pc:graphicFrameChg>
      </pc:sldChg>
      <pc:sldChg chg="modSp mod">
        <pc:chgData name="Syeda Asrafa Islam" userId="626c424c-c870-4792-90a3-28617519e11b" providerId="ADAL" clId="{C2608C87-A556-4C44-A2BF-BF501BB51E5B}" dt="2025-03-14T09:32:41.460" v="373" actId="21"/>
        <pc:sldMkLst>
          <pc:docMk/>
          <pc:sldMk cId="2387466709" sldId="302"/>
        </pc:sldMkLst>
        <pc:graphicFrameChg chg="mod modGraphic">
          <ac:chgData name="Syeda Asrafa Islam" userId="626c424c-c870-4792-90a3-28617519e11b" providerId="ADAL" clId="{C2608C87-A556-4C44-A2BF-BF501BB51E5B}" dt="2025-03-14T09:32:41.460" v="373" actId="21"/>
          <ac:graphicFrameMkLst>
            <pc:docMk/>
            <pc:sldMk cId="2387466709" sldId="302"/>
            <ac:graphicFrameMk id="154" creationId="{00000000-0000-0000-0000-000000000000}"/>
          </ac:graphicFrameMkLst>
        </pc:graphicFrameChg>
      </pc:sldChg>
      <pc:sldChg chg="addSp delSp modSp new mod ord modTransition modClrScheme chgLayout">
        <pc:chgData name="Syeda Asrafa Islam" userId="626c424c-c870-4792-90a3-28617519e11b" providerId="ADAL" clId="{C2608C87-A556-4C44-A2BF-BF501BB51E5B}" dt="2025-03-14T05:43:35.912" v="13"/>
        <pc:sldMkLst>
          <pc:docMk/>
          <pc:sldMk cId="3930172559" sldId="311"/>
        </pc:sldMkLst>
        <pc:spChg chg="del mod">
          <ac:chgData name="Syeda Asrafa Islam" userId="626c424c-c870-4792-90a3-28617519e11b" providerId="ADAL" clId="{C2608C87-A556-4C44-A2BF-BF501BB51E5B}" dt="2025-03-14T05:43:19.237" v="6" actId="26606"/>
          <ac:spMkLst>
            <pc:docMk/>
            <pc:sldMk cId="3930172559" sldId="311"/>
            <ac:spMk id="2" creationId="{D1FF4779-AD0A-BEB7-6D35-B62E97F9244B}"/>
          </ac:spMkLst>
        </pc:spChg>
        <pc:spChg chg="del mod">
          <ac:chgData name="Syeda Asrafa Islam" userId="626c424c-c870-4792-90a3-28617519e11b" providerId="ADAL" clId="{C2608C87-A556-4C44-A2BF-BF501BB51E5B}" dt="2025-03-14T05:43:19.237" v="6" actId="26606"/>
          <ac:spMkLst>
            <pc:docMk/>
            <pc:sldMk cId="3930172559" sldId="311"/>
            <ac:spMk id="3" creationId="{37AD6408-D593-5F45-F52A-9F53D672AFCF}"/>
          </ac:spMkLst>
        </pc:spChg>
        <pc:spChg chg="add mod">
          <ac:chgData name="Syeda Asrafa Islam" userId="626c424c-c870-4792-90a3-28617519e11b" providerId="ADAL" clId="{C2608C87-A556-4C44-A2BF-BF501BB51E5B}" dt="2025-03-14T05:43:19.237" v="6" actId="26606"/>
          <ac:spMkLst>
            <pc:docMk/>
            <pc:sldMk cId="3930172559" sldId="311"/>
            <ac:spMk id="10" creationId="{B73210B6-2B9F-1418-63F8-13DD93D91B77}"/>
          </ac:spMkLst>
        </pc:spChg>
        <pc:picChg chg="add mod">
          <ac:chgData name="Syeda Asrafa Islam" userId="626c424c-c870-4792-90a3-28617519e11b" providerId="ADAL" clId="{C2608C87-A556-4C44-A2BF-BF501BB51E5B}" dt="2025-03-14T05:43:28.809" v="11" actId="14100"/>
          <ac:picMkLst>
            <pc:docMk/>
            <pc:sldMk cId="3930172559" sldId="311"/>
            <ac:picMk id="5" creationId="{23601E7A-0D31-539F-A6B9-8AC205E74B14}"/>
          </ac:picMkLst>
        </pc:picChg>
      </pc:sldChg>
      <pc:sldChg chg="addSp delSp modSp new mod">
        <pc:chgData name="Syeda Asrafa Islam" userId="626c424c-c870-4792-90a3-28617519e11b" providerId="ADAL" clId="{C2608C87-A556-4C44-A2BF-BF501BB51E5B}" dt="2025-03-14T05:52:54.300" v="24" actId="14100"/>
        <pc:sldMkLst>
          <pc:docMk/>
          <pc:sldMk cId="2215218134" sldId="312"/>
        </pc:sldMkLst>
        <pc:spChg chg="del">
          <ac:chgData name="Syeda Asrafa Islam" userId="626c424c-c870-4792-90a3-28617519e11b" providerId="ADAL" clId="{C2608C87-A556-4C44-A2BF-BF501BB51E5B}" dt="2025-03-14T05:52:11.443" v="15" actId="22"/>
          <ac:spMkLst>
            <pc:docMk/>
            <pc:sldMk cId="2215218134" sldId="312"/>
            <ac:spMk id="3" creationId="{14BC955A-4131-32C3-F4BD-0BE96EF494B5}"/>
          </ac:spMkLst>
        </pc:spChg>
        <pc:spChg chg="del mod">
          <ac:chgData name="Syeda Asrafa Islam" userId="626c424c-c870-4792-90a3-28617519e11b" providerId="ADAL" clId="{C2608C87-A556-4C44-A2BF-BF501BB51E5B}" dt="2025-03-14T05:52:50.814" v="22" actId="22"/>
          <ac:spMkLst>
            <pc:docMk/>
            <pc:sldMk cId="2215218134" sldId="312"/>
            <ac:spMk id="4" creationId="{9C6D4DCE-423A-65D5-0005-7FA9FD2B8136}"/>
          </ac:spMkLst>
        </pc:spChg>
        <pc:picChg chg="add mod ord">
          <ac:chgData name="Syeda Asrafa Islam" userId="626c424c-c870-4792-90a3-28617519e11b" providerId="ADAL" clId="{C2608C87-A556-4C44-A2BF-BF501BB51E5B}" dt="2025-03-14T05:52:26.785" v="20" actId="14100"/>
          <ac:picMkLst>
            <pc:docMk/>
            <pc:sldMk cId="2215218134" sldId="312"/>
            <ac:picMk id="6" creationId="{5173B7EE-6E1C-AAB8-AC0D-F77DBAADCCC0}"/>
          </ac:picMkLst>
        </pc:picChg>
        <pc:picChg chg="add mod ord">
          <ac:chgData name="Syeda Asrafa Islam" userId="626c424c-c870-4792-90a3-28617519e11b" providerId="ADAL" clId="{C2608C87-A556-4C44-A2BF-BF501BB51E5B}" dt="2025-03-14T05:52:54.300" v="24" actId="14100"/>
          <ac:picMkLst>
            <pc:docMk/>
            <pc:sldMk cId="2215218134" sldId="312"/>
            <ac:picMk id="8" creationId="{60504F2C-EE09-225A-6FD9-E2C2EF3D2EAC}"/>
          </ac:picMkLst>
        </pc:picChg>
      </pc:sldChg>
      <pc:sldChg chg="addSp modSp new mod">
        <pc:chgData name="Syeda Asrafa Islam" userId="626c424c-c870-4792-90a3-28617519e11b" providerId="ADAL" clId="{C2608C87-A556-4C44-A2BF-BF501BB51E5B}" dt="2025-03-14T05:56:39.078" v="30" actId="14100"/>
        <pc:sldMkLst>
          <pc:docMk/>
          <pc:sldMk cId="3287160696" sldId="313"/>
        </pc:sldMkLst>
        <pc:spChg chg="mod">
          <ac:chgData name="Syeda Asrafa Islam" userId="626c424c-c870-4792-90a3-28617519e11b" providerId="ADAL" clId="{C2608C87-A556-4C44-A2BF-BF501BB51E5B}" dt="2025-03-14T05:56:26.894" v="26" actId="14100"/>
          <ac:spMkLst>
            <pc:docMk/>
            <pc:sldMk cId="3287160696" sldId="313"/>
            <ac:spMk id="2" creationId="{712E4CF4-049F-A57D-0BD4-21C64E589FCD}"/>
          </ac:spMkLst>
        </pc:spChg>
        <pc:picChg chg="add mod">
          <ac:chgData name="Syeda Asrafa Islam" userId="626c424c-c870-4792-90a3-28617519e11b" providerId="ADAL" clId="{C2608C87-A556-4C44-A2BF-BF501BB51E5B}" dt="2025-03-14T05:56:39.078" v="30" actId="14100"/>
          <ac:picMkLst>
            <pc:docMk/>
            <pc:sldMk cId="3287160696" sldId="313"/>
            <ac:picMk id="5" creationId="{63FFB407-AC82-35E5-51A6-C95BAA50A104}"/>
          </ac:picMkLst>
        </pc:picChg>
      </pc:sldChg>
      <pc:sldChg chg="addSp modSp new mod">
        <pc:chgData name="Syeda Asrafa Islam" userId="626c424c-c870-4792-90a3-28617519e11b" providerId="ADAL" clId="{C2608C87-A556-4C44-A2BF-BF501BB51E5B}" dt="2025-03-14T06:23:04.485" v="67" actId="1076"/>
        <pc:sldMkLst>
          <pc:docMk/>
          <pc:sldMk cId="2600881802" sldId="314"/>
        </pc:sldMkLst>
        <pc:spChg chg="mod">
          <ac:chgData name="Syeda Asrafa Islam" userId="626c424c-c870-4792-90a3-28617519e11b" providerId="ADAL" clId="{C2608C87-A556-4C44-A2BF-BF501BB51E5B}" dt="2025-03-14T06:21:02.239" v="51" actId="14100"/>
          <ac:spMkLst>
            <pc:docMk/>
            <pc:sldMk cId="2600881802" sldId="314"/>
            <ac:spMk id="2" creationId="{47911DD0-D143-600E-C9F8-96F1C7DDBAF3}"/>
          </ac:spMkLst>
        </pc:spChg>
        <pc:spChg chg="mod">
          <ac:chgData name="Syeda Asrafa Islam" userId="626c424c-c870-4792-90a3-28617519e11b" providerId="ADAL" clId="{C2608C87-A556-4C44-A2BF-BF501BB51E5B}" dt="2025-03-14T06:21:03.923" v="52" actId="14100"/>
          <ac:spMkLst>
            <pc:docMk/>
            <pc:sldMk cId="2600881802" sldId="314"/>
            <ac:spMk id="3" creationId="{9054CAE3-CE06-2768-43B0-A6DD0037A0BB}"/>
          </ac:spMkLst>
        </pc:spChg>
        <pc:picChg chg="add mod">
          <ac:chgData name="Syeda Asrafa Islam" userId="626c424c-c870-4792-90a3-28617519e11b" providerId="ADAL" clId="{C2608C87-A556-4C44-A2BF-BF501BB51E5B}" dt="2025-03-14T06:22:31.020" v="62" actId="1076"/>
          <ac:picMkLst>
            <pc:docMk/>
            <pc:sldMk cId="2600881802" sldId="314"/>
            <ac:picMk id="5" creationId="{D46CD299-51BA-194E-D596-4FEEB406C80B}"/>
          </ac:picMkLst>
        </pc:picChg>
        <pc:picChg chg="add mod">
          <ac:chgData name="Syeda Asrafa Islam" userId="626c424c-c870-4792-90a3-28617519e11b" providerId="ADAL" clId="{C2608C87-A556-4C44-A2BF-BF501BB51E5B}" dt="2025-03-14T06:21:47.408" v="58" actId="14100"/>
          <ac:picMkLst>
            <pc:docMk/>
            <pc:sldMk cId="2600881802" sldId="314"/>
            <ac:picMk id="7" creationId="{7153BE62-42EA-81C9-58C9-6C7B9BA4FF6C}"/>
          </ac:picMkLst>
        </pc:picChg>
        <pc:picChg chg="add mod">
          <ac:chgData name="Syeda Asrafa Islam" userId="626c424c-c870-4792-90a3-28617519e11b" providerId="ADAL" clId="{C2608C87-A556-4C44-A2BF-BF501BB51E5B}" dt="2025-03-14T06:23:02.545" v="66" actId="1076"/>
          <ac:picMkLst>
            <pc:docMk/>
            <pc:sldMk cId="2600881802" sldId="314"/>
            <ac:picMk id="9" creationId="{18F20320-55D1-247F-9131-79D4340FCE66}"/>
          </ac:picMkLst>
        </pc:picChg>
        <pc:picChg chg="add mod">
          <ac:chgData name="Syeda Asrafa Islam" userId="626c424c-c870-4792-90a3-28617519e11b" providerId="ADAL" clId="{C2608C87-A556-4C44-A2BF-BF501BB51E5B}" dt="2025-03-14T06:23:04.485" v="67" actId="1076"/>
          <ac:picMkLst>
            <pc:docMk/>
            <pc:sldMk cId="2600881802" sldId="314"/>
            <ac:picMk id="11" creationId="{EC62F3F6-C4CA-C244-0061-41FDF1D3C3C2}"/>
          </ac:picMkLst>
        </pc:picChg>
      </pc:sldChg>
      <pc:sldChg chg="addSp delSp modSp new mod">
        <pc:chgData name="Syeda Asrafa Islam" userId="626c424c-c870-4792-90a3-28617519e11b" providerId="ADAL" clId="{C2608C87-A556-4C44-A2BF-BF501BB51E5B}" dt="2025-03-14T06:30:38.908" v="84" actId="21"/>
        <pc:sldMkLst>
          <pc:docMk/>
          <pc:sldMk cId="2979307109" sldId="315"/>
        </pc:sldMkLst>
        <pc:spChg chg="mod">
          <ac:chgData name="Syeda Asrafa Islam" userId="626c424c-c870-4792-90a3-28617519e11b" providerId="ADAL" clId="{C2608C87-A556-4C44-A2BF-BF501BB51E5B}" dt="2025-03-14T06:30:21.557" v="82" actId="14100"/>
          <ac:spMkLst>
            <pc:docMk/>
            <pc:sldMk cId="2979307109" sldId="315"/>
            <ac:spMk id="2" creationId="{55FD4E62-0AF9-9F16-EC54-642268270985}"/>
          </ac:spMkLst>
        </pc:spChg>
        <pc:spChg chg="del mod">
          <ac:chgData name="Syeda Asrafa Islam" userId="626c424c-c870-4792-90a3-28617519e11b" providerId="ADAL" clId="{C2608C87-A556-4C44-A2BF-BF501BB51E5B}" dt="2025-03-14T06:30:38.908" v="84" actId="21"/>
          <ac:spMkLst>
            <pc:docMk/>
            <pc:sldMk cId="2979307109" sldId="315"/>
            <ac:spMk id="3" creationId="{51DD7E39-D788-38AE-5696-8FE382AEC630}"/>
          </ac:spMkLst>
        </pc:spChg>
        <pc:picChg chg="add mod">
          <ac:chgData name="Syeda Asrafa Islam" userId="626c424c-c870-4792-90a3-28617519e11b" providerId="ADAL" clId="{C2608C87-A556-4C44-A2BF-BF501BB51E5B}" dt="2025-03-14T06:30:24.129" v="83" actId="1076"/>
          <ac:picMkLst>
            <pc:docMk/>
            <pc:sldMk cId="2979307109" sldId="315"/>
            <ac:picMk id="4" creationId="{82AA8A6E-81A4-13CE-3A8B-D22C7BC2017D}"/>
          </ac:picMkLst>
        </pc:picChg>
      </pc:sldChg>
      <pc:sldChg chg="addSp delSp modSp new mod">
        <pc:chgData name="Syeda Asrafa Islam" userId="626c424c-c870-4792-90a3-28617519e11b" providerId="ADAL" clId="{C2608C87-A556-4C44-A2BF-BF501BB51E5B}" dt="2025-03-14T08:09:24.467" v="91" actId="14100"/>
        <pc:sldMkLst>
          <pc:docMk/>
          <pc:sldMk cId="2159849107" sldId="316"/>
        </pc:sldMkLst>
        <pc:spChg chg="mod">
          <ac:chgData name="Syeda Asrafa Islam" userId="626c424c-c870-4792-90a3-28617519e11b" providerId="ADAL" clId="{C2608C87-A556-4C44-A2BF-BF501BB51E5B}" dt="2025-03-14T08:08:48.688" v="87" actId="14100"/>
          <ac:spMkLst>
            <pc:docMk/>
            <pc:sldMk cId="2159849107" sldId="316"/>
            <ac:spMk id="2" creationId="{ECCB6303-98B1-7D4F-5920-968B55A3EBDB}"/>
          </ac:spMkLst>
        </pc:spChg>
        <pc:spChg chg="del mod">
          <ac:chgData name="Syeda Asrafa Islam" userId="626c424c-c870-4792-90a3-28617519e11b" providerId="ADAL" clId="{C2608C87-A556-4C44-A2BF-BF501BB51E5B}" dt="2025-03-14T08:09:10.325" v="89"/>
          <ac:spMkLst>
            <pc:docMk/>
            <pc:sldMk cId="2159849107" sldId="316"/>
            <ac:spMk id="3" creationId="{5850F5DF-A9A9-D52B-3295-22C2B0EF84CD}"/>
          </ac:spMkLst>
        </pc:spChg>
        <pc:spChg chg="add mod">
          <ac:chgData name="Syeda Asrafa Islam" userId="626c424c-c870-4792-90a3-28617519e11b" providerId="ADAL" clId="{C2608C87-A556-4C44-A2BF-BF501BB51E5B}" dt="2025-03-14T08:09:24.467" v="91" actId="14100"/>
          <ac:spMkLst>
            <pc:docMk/>
            <pc:sldMk cId="2159849107" sldId="316"/>
            <ac:spMk id="4" creationId="{F320F1E0-FEE8-6E24-74AD-F446CD05334A}"/>
          </ac:spMkLst>
        </pc:spChg>
      </pc:sldChg>
      <pc:sldChg chg="addSp modSp new mod">
        <pc:chgData name="Syeda Asrafa Islam" userId="626c424c-c870-4792-90a3-28617519e11b" providerId="ADAL" clId="{C2608C87-A556-4C44-A2BF-BF501BB51E5B}" dt="2025-03-14T08:13:02.805" v="104" actId="14100"/>
        <pc:sldMkLst>
          <pc:docMk/>
          <pc:sldMk cId="4067168250" sldId="317"/>
        </pc:sldMkLst>
        <pc:spChg chg="mod">
          <ac:chgData name="Syeda Asrafa Islam" userId="626c424c-c870-4792-90a3-28617519e11b" providerId="ADAL" clId="{C2608C87-A556-4C44-A2BF-BF501BB51E5B}" dt="2025-03-14T08:12:51.060" v="101" actId="1076"/>
          <ac:spMkLst>
            <pc:docMk/>
            <pc:sldMk cId="4067168250" sldId="317"/>
            <ac:spMk id="2" creationId="{B3FBCE5A-AB4C-5181-1C91-F28BD98FF0F5}"/>
          </ac:spMkLst>
        </pc:spChg>
        <pc:spChg chg="mod">
          <ac:chgData name="Syeda Asrafa Islam" userId="626c424c-c870-4792-90a3-28617519e11b" providerId="ADAL" clId="{C2608C87-A556-4C44-A2BF-BF501BB51E5B}" dt="2025-03-14T08:12:29.499" v="94" actId="14100"/>
          <ac:spMkLst>
            <pc:docMk/>
            <pc:sldMk cId="4067168250" sldId="317"/>
            <ac:spMk id="3" creationId="{4BF93BD2-6DCF-272D-0A35-A5CD5C157E2A}"/>
          </ac:spMkLst>
        </pc:spChg>
        <pc:picChg chg="add mod">
          <ac:chgData name="Syeda Asrafa Islam" userId="626c424c-c870-4792-90a3-28617519e11b" providerId="ADAL" clId="{C2608C87-A556-4C44-A2BF-BF501BB51E5B}" dt="2025-03-14T08:13:02.805" v="104" actId="14100"/>
          <ac:picMkLst>
            <pc:docMk/>
            <pc:sldMk cId="4067168250" sldId="317"/>
            <ac:picMk id="5" creationId="{7539EEE7-5DEE-4316-4C1B-6A6482B3EDB1}"/>
          </ac:picMkLst>
        </pc:picChg>
      </pc:sldChg>
      <pc:sldChg chg="addSp modSp new mod">
        <pc:chgData name="Syeda Asrafa Islam" userId="626c424c-c870-4792-90a3-28617519e11b" providerId="ADAL" clId="{C2608C87-A556-4C44-A2BF-BF501BB51E5B}" dt="2025-03-14T08:15:57.437" v="116" actId="14100"/>
        <pc:sldMkLst>
          <pc:docMk/>
          <pc:sldMk cId="2265444005" sldId="318"/>
        </pc:sldMkLst>
        <pc:spChg chg="mod">
          <ac:chgData name="Syeda Asrafa Islam" userId="626c424c-c870-4792-90a3-28617519e11b" providerId="ADAL" clId="{C2608C87-A556-4C44-A2BF-BF501BB51E5B}" dt="2025-03-14T08:14:32.951" v="107" actId="27636"/>
          <ac:spMkLst>
            <pc:docMk/>
            <pc:sldMk cId="2265444005" sldId="318"/>
            <ac:spMk id="2" creationId="{61C13290-4183-367D-1A99-9D98DB244769}"/>
          </ac:spMkLst>
        </pc:spChg>
        <pc:spChg chg="mod">
          <ac:chgData name="Syeda Asrafa Islam" userId="626c424c-c870-4792-90a3-28617519e11b" providerId="ADAL" clId="{C2608C87-A556-4C44-A2BF-BF501BB51E5B}" dt="2025-03-14T08:15:57.437" v="116" actId="14100"/>
          <ac:spMkLst>
            <pc:docMk/>
            <pc:sldMk cId="2265444005" sldId="318"/>
            <ac:spMk id="3" creationId="{589ED92A-400A-2CF6-FE0D-265AAE6A7F4B}"/>
          </ac:spMkLst>
        </pc:spChg>
        <pc:picChg chg="add mod">
          <ac:chgData name="Syeda Asrafa Islam" userId="626c424c-c870-4792-90a3-28617519e11b" providerId="ADAL" clId="{C2608C87-A556-4C44-A2BF-BF501BB51E5B}" dt="2025-03-14T08:15:51.015" v="114" actId="14100"/>
          <ac:picMkLst>
            <pc:docMk/>
            <pc:sldMk cId="2265444005" sldId="318"/>
            <ac:picMk id="5" creationId="{886EFD89-86FD-E58B-8101-89A5FD108D54}"/>
          </ac:picMkLst>
        </pc:picChg>
      </pc:sldChg>
      <pc:sldChg chg="addSp modSp new mod">
        <pc:chgData name="Syeda Asrafa Islam" userId="626c424c-c870-4792-90a3-28617519e11b" providerId="ADAL" clId="{C2608C87-A556-4C44-A2BF-BF501BB51E5B}" dt="2025-03-14T08:16:51.871" v="126" actId="14100"/>
        <pc:sldMkLst>
          <pc:docMk/>
          <pc:sldMk cId="3526069660" sldId="319"/>
        </pc:sldMkLst>
        <pc:spChg chg="mod">
          <ac:chgData name="Syeda Asrafa Islam" userId="626c424c-c870-4792-90a3-28617519e11b" providerId="ADAL" clId="{C2608C87-A556-4C44-A2BF-BF501BB51E5B}" dt="2025-03-14T08:16:10.563" v="118" actId="14100"/>
          <ac:spMkLst>
            <pc:docMk/>
            <pc:sldMk cId="3526069660" sldId="319"/>
            <ac:spMk id="2" creationId="{E5732867-2B98-822C-492B-63FC4605A1A6}"/>
          </ac:spMkLst>
        </pc:spChg>
        <pc:spChg chg="mod">
          <ac:chgData name="Syeda Asrafa Islam" userId="626c424c-c870-4792-90a3-28617519e11b" providerId="ADAL" clId="{C2608C87-A556-4C44-A2BF-BF501BB51E5B}" dt="2025-03-14T08:16:12.932" v="119" actId="14100"/>
          <ac:spMkLst>
            <pc:docMk/>
            <pc:sldMk cId="3526069660" sldId="319"/>
            <ac:spMk id="3" creationId="{71E15589-273D-81F3-8B0B-018C93F3D74F}"/>
          </ac:spMkLst>
        </pc:spChg>
        <pc:picChg chg="add mod">
          <ac:chgData name="Syeda Asrafa Islam" userId="626c424c-c870-4792-90a3-28617519e11b" providerId="ADAL" clId="{C2608C87-A556-4C44-A2BF-BF501BB51E5B}" dt="2025-03-14T08:16:51.871" v="126" actId="14100"/>
          <ac:picMkLst>
            <pc:docMk/>
            <pc:sldMk cId="3526069660" sldId="319"/>
            <ac:picMk id="5" creationId="{6475BD68-ADF0-117D-BEC6-27031FC425D5}"/>
          </ac:picMkLst>
        </pc:picChg>
      </pc:sldChg>
      <pc:sldChg chg="addSp modSp new mod">
        <pc:chgData name="Syeda Asrafa Islam" userId="626c424c-c870-4792-90a3-28617519e11b" providerId="ADAL" clId="{C2608C87-A556-4C44-A2BF-BF501BB51E5B}" dt="2025-03-14T08:20:38.292" v="139" actId="14100"/>
        <pc:sldMkLst>
          <pc:docMk/>
          <pc:sldMk cId="3135897051" sldId="320"/>
        </pc:sldMkLst>
        <pc:spChg chg="mod">
          <ac:chgData name="Syeda Asrafa Islam" userId="626c424c-c870-4792-90a3-28617519e11b" providerId="ADAL" clId="{C2608C87-A556-4C44-A2BF-BF501BB51E5B}" dt="2025-03-14T08:19:26.004" v="130" actId="1076"/>
          <ac:spMkLst>
            <pc:docMk/>
            <pc:sldMk cId="3135897051" sldId="320"/>
            <ac:spMk id="2" creationId="{848D7E20-9F1A-6B3C-ED18-58E95D71B3E6}"/>
          </ac:spMkLst>
        </pc:spChg>
        <pc:spChg chg="mod">
          <ac:chgData name="Syeda Asrafa Islam" userId="626c424c-c870-4792-90a3-28617519e11b" providerId="ADAL" clId="{C2608C87-A556-4C44-A2BF-BF501BB51E5B}" dt="2025-03-14T08:19:28.890" v="131" actId="14100"/>
          <ac:spMkLst>
            <pc:docMk/>
            <pc:sldMk cId="3135897051" sldId="320"/>
            <ac:spMk id="3" creationId="{AECF2825-009B-E10F-381A-DB5A60045FFD}"/>
          </ac:spMkLst>
        </pc:spChg>
        <pc:picChg chg="add mod">
          <ac:chgData name="Syeda Asrafa Islam" userId="626c424c-c870-4792-90a3-28617519e11b" providerId="ADAL" clId="{C2608C87-A556-4C44-A2BF-BF501BB51E5B}" dt="2025-03-14T08:20:38.292" v="139" actId="14100"/>
          <ac:picMkLst>
            <pc:docMk/>
            <pc:sldMk cId="3135897051" sldId="320"/>
            <ac:picMk id="5" creationId="{045DD810-A2BE-AC76-5F74-75E82D6D5428}"/>
          </ac:picMkLst>
        </pc:picChg>
        <pc:picChg chg="add mod">
          <ac:chgData name="Syeda Asrafa Islam" userId="626c424c-c870-4792-90a3-28617519e11b" providerId="ADAL" clId="{C2608C87-A556-4C44-A2BF-BF501BB51E5B}" dt="2025-03-14T08:20:35.759" v="138" actId="1076"/>
          <ac:picMkLst>
            <pc:docMk/>
            <pc:sldMk cId="3135897051" sldId="320"/>
            <ac:picMk id="7" creationId="{2A0E64A2-A433-F9EE-5656-D903C80D7937}"/>
          </ac:picMkLst>
        </pc:picChg>
      </pc:sldChg>
      <pc:sldChg chg="addSp delSp modSp new mod">
        <pc:chgData name="Syeda Asrafa Islam" userId="626c424c-c870-4792-90a3-28617519e11b" providerId="ADAL" clId="{C2608C87-A556-4C44-A2BF-BF501BB51E5B}" dt="2025-03-14T08:28:30.465" v="155" actId="14100"/>
        <pc:sldMkLst>
          <pc:docMk/>
          <pc:sldMk cId="3921088794" sldId="321"/>
        </pc:sldMkLst>
        <pc:spChg chg="mod">
          <ac:chgData name="Syeda Asrafa Islam" userId="626c424c-c870-4792-90a3-28617519e11b" providerId="ADAL" clId="{C2608C87-A556-4C44-A2BF-BF501BB51E5B}" dt="2025-03-14T08:26:27.739" v="141" actId="14100"/>
          <ac:spMkLst>
            <pc:docMk/>
            <pc:sldMk cId="3921088794" sldId="321"/>
            <ac:spMk id="2" creationId="{A08B21A7-D371-77F7-3600-A254E70376E8}"/>
          </ac:spMkLst>
        </pc:spChg>
        <pc:spChg chg="del mod">
          <ac:chgData name="Syeda Asrafa Islam" userId="626c424c-c870-4792-90a3-28617519e11b" providerId="ADAL" clId="{C2608C87-A556-4C44-A2BF-BF501BB51E5B}" dt="2025-03-14T08:27:56.808" v="149" actId="21"/>
          <ac:spMkLst>
            <pc:docMk/>
            <pc:sldMk cId="3921088794" sldId="321"/>
            <ac:spMk id="3" creationId="{057C27F3-FDAA-514F-4DCC-980039CA5540}"/>
          </ac:spMkLst>
        </pc:spChg>
        <pc:picChg chg="add mod">
          <ac:chgData name="Syeda Asrafa Islam" userId="626c424c-c870-4792-90a3-28617519e11b" providerId="ADAL" clId="{C2608C87-A556-4C44-A2BF-BF501BB51E5B}" dt="2025-03-14T08:28:00.508" v="150" actId="14100"/>
          <ac:picMkLst>
            <pc:docMk/>
            <pc:sldMk cId="3921088794" sldId="321"/>
            <ac:picMk id="5" creationId="{28471BD0-6DFC-21E8-0456-85925BF6F976}"/>
          </ac:picMkLst>
        </pc:picChg>
        <pc:picChg chg="add mod">
          <ac:chgData name="Syeda Asrafa Islam" userId="626c424c-c870-4792-90a3-28617519e11b" providerId="ADAL" clId="{C2608C87-A556-4C44-A2BF-BF501BB51E5B}" dt="2025-03-14T08:28:30.465" v="155" actId="14100"/>
          <ac:picMkLst>
            <pc:docMk/>
            <pc:sldMk cId="3921088794" sldId="321"/>
            <ac:picMk id="7" creationId="{E29CE85B-1D00-381C-B79B-F98B2D9D9A03}"/>
          </ac:picMkLst>
        </pc:picChg>
      </pc:sldChg>
      <pc:sldChg chg="addSp modSp new mod">
        <pc:chgData name="Syeda Asrafa Islam" userId="626c424c-c870-4792-90a3-28617519e11b" providerId="ADAL" clId="{C2608C87-A556-4C44-A2BF-BF501BB51E5B}" dt="2025-03-14T08:35:23.746" v="182" actId="14100"/>
        <pc:sldMkLst>
          <pc:docMk/>
          <pc:sldMk cId="3024567881" sldId="322"/>
        </pc:sldMkLst>
        <pc:spChg chg="mod">
          <ac:chgData name="Syeda Asrafa Islam" userId="626c424c-c870-4792-90a3-28617519e11b" providerId="ADAL" clId="{C2608C87-A556-4C44-A2BF-BF501BB51E5B}" dt="2025-03-14T08:33:04.287" v="157" actId="14100"/>
          <ac:spMkLst>
            <pc:docMk/>
            <pc:sldMk cId="3024567881" sldId="322"/>
            <ac:spMk id="2" creationId="{A4D2A8C6-B247-D9A1-13BA-F05814AB66CC}"/>
          </ac:spMkLst>
        </pc:spChg>
        <pc:spChg chg="mod">
          <ac:chgData name="Syeda Asrafa Islam" userId="626c424c-c870-4792-90a3-28617519e11b" providerId="ADAL" clId="{C2608C87-A556-4C44-A2BF-BF501BB51E5B}" dt="2025-03-14T08:33:06.302" v="158" actId="14100"/>
          <ac:spMkLst>
            <pc:docMk/>
            <pc:sldMk cId="3024567881" sldId="322"/>
            <ac:spMk id="3" creationId="{2E28F6F5-7386-080A-7665-B29DF673CBCE}"/>
          </ac:spMkLst>
        </pc:spChg>
        <pc:picChg chg="add mod">
          <ac:chgData name="Syeda Asrafa Islam" userId="626c424c-c870-4792-90a3-28617519e11b" providerId="ADAL" clId="{C2608C87-A556-4C44-A2BF-BF501BB51E5B}" dt="2025-03-14T08:35:23.746" v="182" actId="14100"/>
          <ac:picMkLst>
            <pc:docMk/>
            <pc:sldMk cId="3024567881" sldId="322"/>
            <ac:picMk id="5" creationId="{0EA289CA-F6BE-73F2-550F-B7D86E35F849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8:35:37.068" v="184" actId="14100"/>
        <pc:sldMkLst>
          <pc:docMk/>
          <pc:sldMk cId="1860397927" sldId="323"/>
        </pc:sldMkLst>
        <pc:picChg chg="del">
          <ac:chgData name="Syeda Asrafa Islam" userId="626c424c-c870-4792-90a3-28617519e11b" providerId="ADAL" clId="{C2608C87-A556-4C44-A2BF-BF501BB51E5B}" dt="2025-03-14T08:33:45.549" v="166" actId="21"/>
          <ac:picMkLst>
            <pc:docMk/>
            <pc:sldMk cId="1860397927" sldId="323"/>
            <ac:picMk id="5" creationId="{3F232008-C74E-3463-0F04-A2BF6E4C882A}"/>
          </ac:picMkLst>
        </pc:picChg>
        <pc:picChg chg="add mod">
          <ac:chgData name="Syeda Asrafa Islam" userId="626c424c-c870-4792-90a3-28617519e11b" providerId="ADAL" clId="{C2608C87-A556-4C44-A2BF-BF501BB51E5B}" dt="2025-03-14T08:35:37.068" v="184" actId="14100"/>
          <ac:picMkLst>
            <pc:docMk/>
            <pc:sldMk cId="1860397927" sldId="323"/>
            <ac:picMk id="6" creationId="{B1464B6D-BDF0-E837-511D-154986D1C6F1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8:35:29.978" v="183" actId="14100"/>
        <pc:sldMkLst>
          <pc:docMk/>
          <pc:sldMk cId="1635798486" sldId="324"/>
        </pc:sldMkLst>
        <pc:picChg chg="add mod">
          <ac:chgData name="Syeda Asrafa Islam" userId="626c424c-c870-4792-90a3-28617519e11b" providerId="ADAL" clId="{C2608C87-A556-4C44-A2BF-BF501BB51E5B}" dt="2025-03-14T08:35:29.978" v="183" actId="14100"/>
          <ac:picMkLst>
            <pc:docMk/>
            <pc:sldMk cId="1635798486" sldId="324"/>
            <ac:picMk id="5" creationId="{F753B099-5477-127B-D5C6-DAEC6D22918C}"/>
          </ac:picMkLst>
        </pc:picChg>
        <pc:picChg chg="del">
          <ac:chgData name="Syeda Asrafa Islam" userId="626c424c-c870-4792-90a3-28617519e11b" providerId="ADAL" clId="{C2608C87-A556-4C44-A2BF-BF501BB51E5B}" dt="2025-03-14T08:34:42.069" v="175" actId="21"/>
          <ac:picMkLst>
            <pc:docMk/>
            <pc:sldMk cId="1635798486" sldId="324"/>
            <ac:picMk id="6" creationId="{D280CE36-0CFB-882C-F84B-C4DCBDBFE29E}"/>
          </ac:picMkLst>
        </pc:picChg>
      </pc:sldChg>
      <pc:sldChg chg="addSp modSp new mod">
        <pc:chgData name="Syeda Asrafa Islam" userId="626c424c-c870-4792-90a3-28617519e11b" providerId="ADAL" clId="{C2608C87-A556-4C44-A2BF-BF501BB51E5B}" dt="2025-03-14T08:36:37.187" v="193" actId="14100"/>
        <pc:sldMkLst>
          <pc:docMk/>
          <pc:sldMk cId="1054605810" sldId="325"/>
        </pc:sldMkLst>
        <pc:spChg chg="mod">
          <ac:chgData name="Syeda Asrafa Islam" userId="626c424c-c870-4792-90a3-28617519e11b" providerId="ADAL" clId="{C2608C87-A556-4C44-A2BF-BF501BB51E5B}" dt="2025-03-14T08:36:18.700" v="186" actId="14100"/>
          <ac:spMkLst>
            <pc:docMk/>
            <pc:sldMk cId="1054605810" sldId="325"/>
            <ac:spMk id="2" creationId="{A789C14E-7E6E-C4A1-8A37-09E42C1DEA2E}"/>
          </ac:spMkLst>
        </pc:spChg>
        <pc:picChg chg="add mod">
          <ac:chgData name="Syeda Asrafa Islam" userId="626c424c-c870-4792-90a3-28617519e11b" providerId="ADAL" clId="{C2608C87-A556-4C44-A2BF-BF501BB51E5B}" dt="2025-03-14T08:36:37.187" v="193" actId="14100"/>
          <ac:picMkLst>
            <pc:docMk/>
            <pc:sldMk cId="1054605810" sldId="325"/>
            <ac:picMk id="5" creationId="{E4340D8B-D2E5-2A59-1EE8-37D2A1A96332}"/>
          </ac:picMkLst>
        </pc:picChg>
      </pc:sldChg>
      <pc:sldChg chg="modSp add mod">
        <pc:chgData name="Syeda Asrafa Islam" userId="626c424c-c870-4792-90a3-28617519e11b" providerId="ADAL" clId="{C2608C87-A556-4C44-A2BF-BF501BB51E5B}" dt="2025-03-14T08:45:11.460" v="204" actId="20577"/>
        <pc:sldMkLst>
          <pc:docMk/>
          <pc:sldMk cId="3579439048" sldId="326"/>
        </pc:sldMkLst>
        <pc:spChg chg="mod">
          <ac:chgData name="Syeda Asrafa Islam" userId="626c424c-c870-4792-90a3-28617519e11b" providerId="ADAL" clId="{C2608C87-A556-4C44-A2BF-BF501BB51E5B}" dt="2025-03-14T08:45:11.460" v="204" actId="20577"/>
          <ac:spMkLst>
            <pc:docMk/>
            <pc:sldMk cId="3579439048" sldId="326"/>
            <ac:spMk id="107" creationId="{6BA6CEE5-E947-AA83-55E8-3974228E7848}"/>
          </ac:spMkLst>
        </pc:spChg>
      </pc:sldChg>
      <pc:sldChg chg="addSp delSp modSp add mod delAnim">
        <pc:chgData name="Syeda Asrafa Islam" userId="626c424c-c870-4792-90a3-28617519e11b" providerId="ADAL" clId="{C2608C87-A556-4C44-A2BF-BF501BB51E5B}" dt="2025-03-14T08:46:57.787" v="215" actId="1076"/>
        <pc:sldMkLst>
          <pc:docMk/>
          <pc:sldMk cId="678230677" sldId="327"/>
        </pc:sldMkLst>
        <pc:spChg chg="add del mod">
          <ac:chgData name="Syeda Asrafa Islam" userId="626c424c-c870-4792-90a3-28617519e11b" providerId="ADAL" clId="{C2608C87-A556-4C44-A2BF-BF501BB51E5B}" dt="2025-03-14T08:46:42.214" v="210" actId="21"/>
          <ac:spMkLst>
            <pc:docMk/>
            <pc:sldMk cId="678230677" sldId="327"/>
            <ac:spMk id="3" creationId="{CDF0491B-E5E3-31A2-360C-4B0F5440CA73}"/>
          </ac:spMkLst>
        </pc:spChg>
        <pc:spChg chg="del">
          <ac:chgData name="Syeda Asrafa Islam" userId="626c424c-c870-4792-90a3-28617519e11b" providerId="ADAL" clId="{C2608C87-A556-4C44-A2BF-BF501BB51E5B}" dt="2025-03-14T08:45:38.258" v="206" actId="21"/>
          <ac:spMkLst>
            <pc:docMk/>
            <pc:sldMk cId="678230677" sldId="327"/>
            <ac:spMk id="106" creationId="{FE63C8AD-8567-D3D3-82B6-F166AE19DC3E}"/>
          </ac:spMkLst>
        </pc:spChg>
        <pc:picChg chg="add mod">
          <ac:chgData name="Syeda Asrafa Islam" userId="626c424c-c870-4792-90a3-28617519e11b" providerId="ADAL" clId="{C2608C87-A556-4C44-A2BF-BF501BB51E5B}" dt="2025-03-14T08:46:57.787" v="215" actId="1076"/>
          <ac:picMkLst>
            <pc:docMk/>
            <pc:sldMk cId="678230677" sldId="327"/>
            <ac:picMk id="7" creationId="{68946CC5-4061-0334-DE54-3C8B2E0EADDC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8:52:15.899" v="223" actId="14100"/>
        <pc:sldMkLst>
          <pc:docMk/>
          <pc:sldMk cId="2617876018" sldId="328"/>
        </pc:sldMkLst>
        <pc:spChg chg="del mod">
          <ac:chgData name="Syeda Asrafa Islam" userId="626c424c-c870-4792-90a3-28617519e11b" providerId="ADAL" clId="{C2608C87-A556-4C44-A2BF-BF501BB51E5B}" dt="2025-03-14T08:52:11.693" v="221" actId="21"/>
          <ac:spMkLst>
            <pc:docMk/>
            <pc:sldMk cId="2617876018" sldId="328"/>
            <ac:spMk id="117" creationId="{4D4E78BC-2836-F088-9B64-ED52A5BC6C7E}"/>
          </ac:spMkLst>
        </pc:spChg>
        <pc:picChg chg="add mod">
          <ac:chgData name="Syeda Asrafa Islam" userId="626c424c-c870-4792-90a3-28617519e11b" providerId="ADAL" clId="{C2608C87-A556-4C44-A2BF-BF501BB51E5B}" dt="2025-03-14T08:52:15.899" v="223" actId="14100"/>
          <ac:picMkLst>
            <pc:docMk/>
            <pc:sldMk cId="2617876018" sldId="328"/>
            <ac:picMk id="3" creationId="{931D2783-FD3E-287C-7273-4E56187EC16C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8:53:35.751" v="229" actId="14100"/>
        <pc:sldMkLst>
          <pc:docMk/>
          <pc:sldMk cId="3406849735" sldId="329"/>
        </pc:sldMkLst>
        <pc:picChg chg="del">
          <ac:chgData name="Syeda Asrafa Islam" userId="626c424c-c870-4792-90a3-28617519e11b" providerId="ADAL" clId="{C2608C87-A556-4C44-A2BF-BF501BB51E5B}" dt="2025-03-14T08:52:25.145" v="225" actId="21"/>
          <ac:picMkLst>
            <pc:docMk/>
            <pc:sldMk cId="3406849735" sldId="329"/>
            <ac:picMk id="3" creationId="{E2944A4D-0B73-140E-FD1A-3280AB871752}"/>
          </ac:picMkLst>
        </pc:picChg>
        <pc:picChg chg="add mod">
          <ac:chgData name="Syeda Asrafa Islam" userId="626c424c-c870-4792-90a3-28617519e11b" providerId="ADAL" clId="{C2608C87-A556-4C44-A2BF-BF501BB51E5B}" dt="2025-03-14T08:53:35.751" v="229" actId="14100"/>
          <ac:picMkLst>
            <pc:docMk/>
            <pc:sldMk cId="3406849735" sldId="329"/>
            <ac:picMk id="4" creationId="{0E813DD4-C3DB-E1E9-0809-F6ABC8ED9A93}"/>
          </ac:picMkLst>
        </pc:picChg>
      </pc:sldChg>
      <pc:sldChg chg="delSp add del mod">
        <pc:chgData name="Syeda Asrafa Islam" userId="626c424c-c870-4792-90a3-28617519e11b" providerId="ADAL" clId="{C2608C87-A556-4C44-A2BF-BF501BB51E5B}" dt="2025-03-14T08:56:48.599" v="232" actId="2696"/>
        <pc:sldMkLst>
          <pc:docMk/>
          <pc:sldMk cId="711172119" sldId="330"/>
        </pc:sldMkLst>
        <pc:picChg chg="del">
          <ac:chgData name="Syeda Asrafa Islam" userId="626c424c-c870-4792-90a3-28617519e11b" providerId="ADAL" clId="{C2608C87-A556-4C44-A2BF-BF501BB51E5B}" dt="2025-03-14T08:53:56.932" v="231" actId="21"/>
          <ac:picMkLst>
            <pc:docMk/>
            <pc:sldMk cId="711172119" sldId="330"/>
            <ac:picMk id="4" creationId="{4B1980DC-25D8-DA0D-79BD-9759877328DE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03:51.432" v="254" actId="1076"/>
        <pc:sldMkLst>
          <pc:docMk/>
          <pc:sldMk cId="3894385776" sldId="330"/>
        </pc:sldMkLst>
        <pc:graphicFrameChg chg="del">
          <ac:chgData name="Syeda Asrafa Islam" userId="626c424c-c870-4792-90a3-28617519e11b" providerId="ADAL" clId="{C2608C87-A556-4C44-A2BF-BF501BB51E5B}" dt="2025-03-14T09:03:05.451" v="242" actId="21"/>
          <ac:graphicFrameMkLst>
            <pc:docMk/>
            <pc:sldMk cId="3894385776" sldId="330"/>
            <ac:graphicFrameMk id="124" creationId="{F79E5372-FEE8-3EED-210D-693625032131}"/>
          </ac:graphicFrameMkLst>
        </pc:graphicFrameChg>
        <pc:picChg chg="add mod">
          <ac:chgData name="Syeda Asrafa Islam" userId="626c424c-c870-4792-90a3-28617519e11b" providerId="ADAL" clId="{C2608C87-A556-4C44-A2BF-BF501BB51E5B}" dt="2025-03-14T09:03:49.159" v="253" actId="14100"/>
          <ac:picMkLst>
            <pc:docMk/>
            <pc:sldMk cId="3894385776" sldId="330"/>
            <ac:picMk id="3" creationId="{59A1D909-FBBD-6C37-462A-840E83E7EF0B}"/>
          </ac:picMkLst>
        </pc:picChg>
        <pc:picChg chg="add mod">
          <ac:chgData name="Syeda Asrafa Islam" userId="626c424c-c870-4792-90a3-28617519e11b" providerId="ADAL" clId="{C2608C87-A556-4C44-A2BF-BF501BB51E5B}" dt="2025-03-14T09:03:51.432" v="254" actId="1076"/>
          <ac:picMkLst>
            <pc:docMk/>
            <pc:sldMk cId="3894385776" sldId="330"/>
            <ac:picMk id="7" creationId="{627A8B5D-AAA9-2122-937C-E8FCAA176EED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05:19.680" v="262" actId="14100"/>
        <pc:sldMkLst>
          <pc:docMk/>
          <pc:sldMk cId="3058210743" sldId="331"/>
        </pc:sldMkLst>
        <pc:spChg chg="add del mod">
          <ac:chgData name="Syeda Asrafa Islam" userId="626c424c-c870-4792-90a3-28617519e11b" providerId="ADAL" clId="{C2608C87-A556-4C44-A2BF-BF501BB51E5B}" dt="2025-03-14T09:05:03.316" v="257" actId="21"/>
          <ac:spMkLst>
            <pc:docMk/>
            <pc:sldMk cId="3058210743" sldId="331"/>
            <ac:spMk id="3" creationId="{A4F5CEE0-AC46-6191-16B5-AFABAC815AA0}"/>
          </ac:spMkLst>
        </pc:spChg>
        <pc:spChg chg="del">
          <ac:chgData name="Syeda Asrafa Islam" userId="626c424c-c870-4792-90a3-28617519e11b" providerId="ADAL" clId="{C2608C87-A556-4C44-A2BF-BF501BB51E5B}" dt="2025-03-14T09:04:59.280" v="256" actId="21"/>
          <ac:spMkLst>
            <pc:docMk/>
            <pc:sldMk cId="3058210743" sldId="331"/>
            <ac:spMk id="127" creationId="{366CBF39-F4FE-9A11-7624-94BBA16F463B}"/>
          </ac:spMkLst>
        </pc:spChg>
        <pc:picChg chg="add mod">
          <ac:chgData name="Syeda Asrafa Islam" userId="626c424c-c870-4792-90a3-28617519e11b" providerId="ADAL" clId="{C2608C87-A556-4C44-A2BF-BF501BB51E5B}" dt="2025-03-14T09:05:19.680" v="262" actId="14100"/>
          <ac:picMkLst>
            <pc:docMk/>
            <pc:sldMk cId="3058210743" sldId="331"/>
            <ac:picMk id="7" creationId="{C6E61E3D-A234-1F75-F0A1-5727C47CE4EA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05:59.768" v="270" actId="14100"/>
        <pc:sldMkLst>
          <pc:docMk/>
          <pc:sldMk cId="3044565537" sldId="332"/>
        </pc:sldMkLst>
        <pc:picChg chg="add mod">
          <ac:chgData name="Syeda Asrafa Islam" userId="626c424c-c870-4792-90a3-28617519e11b" providerId="ADAL" clId="{C2608C87-A556-4C44-A2BF-BF501BB51E5B}" dt="2025-03-14T09:05:59.768" v="270" actId="14100"/>
          <ac:picMkLst>
            <pc:docMk/>
            <pc:sldMk cId="3044565537" sldId="332"/>
            <ac:picMk id="3" creationId="{C392DBDB-1E21-E251-CB6B-DF25CE50390D}"/>
          </ac:picMkLst>
        </pc:picChg>
        <pc:picChg chg="del">
          <ac:chgData name="Syeda Asrafa Islam" userId="626c424c-c870-4792-90a3-28617519e11b" providerId="ADAL" clId="{C2608C87-A556-4C44-A2BF-BF501BB51E5B}" dt="2025-03-14T09:05:34.507" v="264" actId="21"/>
          <ac:picMkLst>
            <pc:docMk/>
            <pc:sldMk cId="3044565537" sldId="332"/>
            <ac:picMk id="7" creationId="{D8BB1050-CFF8-E0CC-91A1-6AB0C58C42C2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08:24.841" v="280" actId="14100"/>
        <pc:sldMkLst>
          <pc:docMk/>
          <pc:sldMk cId="2875682528" sldId="333"/>
        </pc:sldMkLst>
        <pc:picChg chg="del">
          <ac:chgData name="Syeda Asrafa Islam" userId="626c424c-c870-4792-90a3-28617519e11b" providerId="ADAL" clId="{C2608C87-A556-4C44-A2BF-BF501BB51E5B}" dt="2025-03-14T09:06:57.320" v="272" actId="21"/>
          <ac:picMkLst>
            <pc:docMk/>
            <pc:sldMk cId="2875682528" sldId="333"/>
            <ac:picMk id="3" creationId="{3442EB7F-E335-E44D-60A3-8F62DEE4C98A}"/>
          </ac:picMkLst>
        </pc:picChg>
        <pc:picChg chg="add mod">
          <ac:chgData name="Syeda Asrafa Islam" userId="626c424c-c870-4792-90a3-28617519e11b" providerId="ADAL" clId="{C2608C87-A556-4C44-A2BF-BF501BB51E5B}" dt="2025-03-14T09:08:04.185" v="276" actId="14100"/>
          <ac:picMkLst>
            <pc:docMk/>
            <pc:sldMk cId="2875682528" sldId="333"/>
            <ac:picMk id="4" creationId="{9E329806-442B-9083-F437-40DE84978436}"/>
          </ac:picMkLst>
        </pc:picChg>
        <pc:picChg chg="add mod">
          <ac:chgData name="Syeda Asrafa Islam" userId="626c424c-c870-4792-90a3-28617519e11b" providerId="ADAL" clId="{C2608C87-A556-4C44-A2BF-BF501BB51E5B}" dt="2025-03-14T09:08:24.841" v="280" actId="14100"/>
          <ac:picMkLst>
            <pc:docMk/>
            <pc:sldMk cId="2875682528" sldId="333"/>
            <ac:picMk id="8" creationId="{DBD70E41-5D79-0344-5549-EAD3A36C651F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11:14.907" v="290" actId="14100"/>
        <pc:sldMkLst>
          <pc:docMk/>
          <pc:sldMk cId="1984479429" sldId="334"/>
        </pc:sldMkLst>
        <pc:spChg chg="add del mod">
          <ac:chgData name="Syeda Asrafa Islam" userId="626c424c-c870-4792-90a3-28617519e11b" providerId="ADAL" clId="{C2608C87-A556-4C44-A2BF-BF501BB51E5B}" dt="2025-03-14T09:10:51.843" v="283" actId="21"/>
          <ac:spMkLst>
            <pc:docMk/>
            <pc:sldMk cId="1984479429" sldId="334"/>
            <ac:spMk id="3" creationId="{31B66B9C-E8D5-09C6-22B3-91D8FB39C54C}"/>
          </ac:spMkLst>
        </pc:spChg>
        <pc:spChg chg="del">
          <ac:chgData name="Syeda Asrafa Islam" userId="626c424c-c870-4792-90a3-28617519e11b" providerId="ADAL" clId="{C2608C87-A556-4C44-A2BF-BF501BB51E5B}" dt="2025-03-14T09:10:45.838" v="282" actId="21"/>
          <ac:spMkLst>
            <pc:docMk/>
            <pc:sldMk cId="1984479429" sldId="334"/>
            <ac:spMk id="134" creationId="{61CB2DE8-3D4C-E747-6898-717F084C7D74}"/>
          </ac:spMkLst>
        </pc:spChg>
        <pc:picChg chg="add mod">
          <ac:chgData name="Syeda Asrafa Islam" userId="626c424c-c870-4792-90a3-28617519e11b" providerId="ADAL" clId="{C2608C87-A556-4C44-A2BF-BF501BB51E5B}" dt="2025-03-14T09:11:14.907" v="290" actId="14100"/>
          <ac:picMkLst>
            <pc:docMk/>
            <pc:sldMk cId="1984479429" sldId="334"/>
            <ac:picMk id="7" creationId="{48B4302E-35DE-9B24-536D-7D9114CDF791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13:14.295" v="304" actId="14100"/>
        <pc:sldMkLst>
          <pc:docMk/>
          <pc:sldMk cId="2996125239" sldId="335"/>
        </pc:sldMkLst>
        <pc:spChg chg="add del mod">
          <ac:chgData name="Syeda Asrafa Islam" userId="626c424c-c870-4792-90a3-28617519e11b" providerId="ADAL" clId="{C2608C87-A556-4C44-A2BF-BF501BB51E5B}" dt="2025-03-14T09:12:37.137" v="293" actId="21"/>
          <ac:spMkLst>
            <pc:docMk/>
            <pc:sldMk cId="2996125239" sldId="335"/>
            <ac:spMk id="3" creationId="{AC6FCFD7-C4B5-7068-C6C0-4EE92A967756}"/>
          </ac:spMkLst>
        </pc:spChg>
        <pc:spChg chg="add del mod">
          <ac:chgData name="Syeda Asrafa Islam" userId="626c424c-c870-4792-90a3-28617519e11b" providerId="ADAL" clId="{C2608C87-A556-4C44-A2BF-BF501BB51E5B}" dt="2025-03-14T09:12:50.096" v="296" actId="21"/>
          <ac:spMkLst>
            <pc:docMk/>
            <pc:sldMk cId="2996125239" sldId="335"/>
            <ac:spMk id="4" creationId="{69E6C1D6-FCC1-A647-D3EF-69678FCB1C43}"/>
          </ac:spMkLst>
        </pc:spChg>
        <pc:spChg chg="del">
          <ac:chgData name="Syeda Asrafa Islam" userId="626c424c-c870-4792-90a3-28617519e11b" providerId="ADAL" clId="{C2608C87-A556-4C44-A2BF-BF501BB51E5B}" dt="2025-03-14T09:12:34.083" v="292" actId="21"/>
          <ac:spMkLst>
            <pc:docMk/>
            <pc:sldMk cId="2996125239" sldId="335"/>
            <ac:spMk id="141" creationId="{A9235E2D-22CC-E14D-BB51-54F4C6D33DD1}"/>
          </ac:spMkLst>
        </pc:spChg>
        <pc:picChg chg="add mod">
          <ac:chgData name="Syeda Asrafa Islam" userId="626c424c-c870-4792-90a3-28617519e11b" providerId="ADAL" clId="{C2608C87-A556-4C44-A2BF-BF501BB51E5B}" dt="2025-03-14T09:13:14.295" v="304" actId="14100"/>
          <ac:picMkLst>
            <pc:docMk/>
            <pc:sldMk cId="2996125239" sldId="335"/>
            <ac:picMk id="8" creationId="{E339CC9F-E733-55A3-316F-A85E409DE8BD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17:16.393" v="313" actId="14100"/>
        <pc:sldMkLst>
          <pc:docMk/>
          <pc:sldMk cId="989936935" sldId="336"/>
        </pc:sldMkLst>
        <pc:spChg chg="mod">
          <ac:chgData name="Syeda Asrafa Islam" userId="626c424c-c870-4792-90a3-28617519e11b" providerId="ADAL" clId="{C2608C87-A556-4C44-A2BF-BF501BB51E5B}" dt="2025-03-14T09:17:06.798" v="309" actId="20577"/>
          <ac:spMkLst>
            <pc:docMk/>
            <pc:sldMk cId="989936935" sldId="336"/>
            <ac:spMk id="144" creationId="{53DA26C1-9E52-71E9-2518-BA54EE51653C}"/>
          </ac:spMkLst>
        </pc:spChg>
        <pc:graphicFrameChg chg="del">
          <ac:chgData name="Syeda Asrafa Islam" userId="626c424c-c870-4792-90a3-28617519e11b" providerId="ADAL" clId="{C2608C87-A556-4C44-A2BF-BF501BB51E5B}" dt="2025-03-14T09:16:51.377" v="306" actId="21"/>
          <ac:graphicFrameMkLst>
            <pc:docMk/>
            <pc:sldMk cId="989936935" sldId="336"/>
            <ac:graphicFrameMk id="145" creationId="{2BF127B3-8686-DC1E-945F-D243B844E452}"/>
          </ac:graphicFrameMkLst>
        </pc:graphicFrameChg>
        <pc:picChg chg="add mod">
          <ac:chgData name="Syeda Asrafa Islam" userId="626c424c-c870-4792-90a3-28617519e11b" providerId="ADAL" clId="{C2608C87-A556-4C44-A2BF-BF501BB51E5B}" dt="2025-03-14T09:17:16.393" v="313" actId="14100"/>
          <ac:picMkLst>
            <pc:docMk/>
            <pc:sldMk cId="989936935" sldId="336"/>
            <ac:picMk id="3" creationId="{CBDFFF67-5AB0-4020-1FFC-91A6F7B88861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20:14.709" v="324" actId="14100"/>
        <pc:sldMkLst>
          <pc:docMk/>
          <pc:sldMk cId="974691135" sldId="337"/>
        </pc:sldMkLst>
        <pc:spChg chg="add del mod">
          <ac:chgData name="Syeda Asrafa Islam" userId="626c424c-c870-4792-90a3-28617519e11b" providerId="ADAL" clId="{C2608C87-A556-4C44-A2BF-BF501BB51E5B}" dt="2025-03-14T09:19:57.687" v="318" actId="21"/>
          <ac:spMkLst>
            <pc:docMk/>
            <pc:sldMk cId="974691135" sldId="337"/>
            <ac:spMk id="3" creationId="{BB0FB874-49E3-45D8-D229-05550BD77C19}"/>
          </ac:spMkLst>
        </pc:spChg>
        <pc:spChg chg="del">
          <ac:chgData name="Syeda Asrafa Islam" userId="626c424c-c870-4792-90a3-28617519e11b" providerId="ADAL" clId="{C2608C87-A556-4C44-A2BF-BF501BB51E5B}" dt="2025-03-14T09:19:54.770" v="317" actId="21"/>
          <ac:spMkLst>
            <pc:docMk/>
            <pc:sldMk cId="974691135" sldId="337"/>
            <ac:spMk id="148" creationId="{B45A1A32-3729-4C91-EC62-DABE429E83C8}"/>
          </ac:spMkLst>
        </pc:spChg>
        <pc:picChg chg="add mod">
          <ac:chgData name="Syeda Asrafa Islam" userId="626c424c-c870-4792-90a3-28617519e11b" providerId="ADAL" clId="{C2608C87-A556-4C44-A2BF-BF501BB51E5B}" dt="2025-03-14T09:20:14.709" v="324" actId="14100"/>
          <ac:picMkLst>
            <pc:docMk/>
            <pc:sldMk cId="974691135" sldId="337"/>
            <ac:picMk id="7" creationId="{004C7EB1-EC55-D32C-6697-BD364D354206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21:13.430" v="333" actId="14100"/>
        <pc:sldMkLst>
          <pc:docMk/>
          <pc:sldMk cId="3271652266" sldId="338"/>
        </pc:sldMkLst>
        <pc:picChg chg="add mod">
          <ac:chgData name="Syeda Asrafa Islam" userId="626c424c-c870-4792-90a3-28617519e11b" providerId="ADAL" clId="{C2608C87-A556-4C44-A2BF-BF501BB51E5B}" dt="2025-03-14T09:21:13.430" v="333" actId="14100"/>
          <ac:picMkLst>
            <pc:docMk/>
            <pc:sldMk cId="3271652266" sldId="338"/>
            <ac:picMk id="3" creationId="{F68F7EDA-3A61-55C1-75B5-5A6B4BBBBB13}"/>
          </ac:picMkLst>
        </pc:picChg>
        <pc:picChg chg="del">
          <ac:chgData name="Syeda Asrafa Islam" userId="626c424c-c870-4792-90a3-28617519e11b" providerId="ADAL" clId="{C2608C87-A556-4C44-A2BF-BF501BB51E5B}" dt="2025-03-14T09:20:29.241" v="326" actId="21"/>
          <ac:picMkLst>
            <pc:docMk/>
            <pc:sldMk cId="3271652266" sldId="338"/>
            <ac:picMk id="7" creationId="{C8241CFE-9F38-FFFA-8AA2-C1BA39C87ED0}"/>
          </ac:picMkLst>
        </pc:picChg>
      </pc:sldChg>
      <pc:sldChg chg="modSp add mod">
        <pc:chgData name="Syeda Asrafa Islam" userId="626c424c-c870-4792-90a3-28617519e11b" providerId="ADAL" clId="{C2608C87-A556-4C44-A2BF-BF501BB51E5B}" dt="2025-03-14T09:22:56.726" v="336"/>
        <pc:sldMkLst>
          <pc:docMk/>
          <pc:sldMk cId="2469270074" sldId="339"/>
        </pc:sldMkLst>
        <pc:spChg chg="mod">
          <ac:chgData name="Syeda Asrafa Islam" userId="626c424c-c870-4792-90a3-28617519e11b" providerId="ADAL" clId="{C2608C87-A556-4C44-A2BF-BF501BB51E5B}" dt="2025-03-14T09:22:56.726" v="336"/>
          <ac:spMkLst>
            <pc:docMk/>
            <pc:sldMk cId="2469270074" sldId="339"/>
            <ac:spMk id="151" creationId="{F2A62B77-7A73-6E3D-6679-9B121EA7893B}"/>
          </ac:spMkLst>
        </pc:spChg>
      </pc:sldChg>
      <pc:sldChg chg="addSp delSp modSp add mod">
        <pc:chgData name="Syeda Asrafa Islam" userId="626c424c-c870-4792-90a3-28617519e11b" providerId="ADAL" clId="{C2608C87-A556-4C44-A2BF-BF501BB51E5B}" dt="2025-03-14T09:23:55.115" v="344" actId="21"/>
        <pc:sldMkLst>
          <pc:docMk/>
          <pc:sldMk cId="1696705564" sldId="340"/>
        </pc:sldMkLst>
        <pc:spChg chg="del mod">
          <ac:chgData name="Syeda Asrafa Islam" userId="626c424c-c870-4792-90a3-28617519e11b" providerId="ADAL" clId="{C2608C87-A556-4C44-A2BF-BF501BB51E5B}" dt="2025-03-14T09:23:55.115" v="344" actId="21"/>
          <ac:spMkLst>
            <pc:docMk/>
            <pc:sldMk cId="1696705564" sldId="340"/>
            <ac:spMk id="151" creationId="{B65BF43D-9E5D-30B1-CDBE-D1B4BE1ED04C}"/>
          </ac:spMkLst>
        </pc:spChg>
        <pc:picChg chg="add mod">
          <ac:chgData name="Syeda Asrafa Islam" userId="626c424c-c870-4792-90a3-28617519e11b" providerId="ADAL" clId="{C2608C87-A556-4C44-A2BF-BF501BB51E5B}" dt="2025-03-14T09:23:41.929" v="343" actId="14100"/>
          <ac:picMkLst>
            <pc:docMk/>
            <pc:sldMk cId="1696705564" sldId="340"/>
            <ac:picMk id="3" creationId="{70EA08E3-E83E-5A08-FB9B-7703AD31A857}"/>
          </ac:picMkLst>
        </pc:picChg>
      </pc:sldChg>
      <pc:sldChg chg="addSp delSp modSp add mod">
        <pc:chgData name="Syeda Asrafa Islam" userId="626c424c-c870-4792-90a3-28617519e11b" providerId="ADAL" clId="{C2608C87-A556-4C44-A2BF-BF501BB51E5B}" dt="2025-03-14T09:25:08.542" v="351" actId="14100"/>
        <pc:sldMkLst>
          <pc:docMk/>
          <pc:sldMk cId="3812148272" sldId="341"/>
        </pc:sldMkLst>
        <pc:picChg chg="del">
          <ac:chgData name="Syeda Asrafa Islam" userId="626c424c-c870-4792-90a3-28617519e11b" providerId="ADAL" clId="{C2608C87-A556-4C44-A2BF-BF501BB51E5B}" dt="2025-03-14T09:24:46.014" v="346" actId="21"/>
          <ac:picMkLst>
            <pc:docMk/>
            <pc:sldMk cId="3812148272" sldId="341"/>
            <ac:picMk id="3" creationId="{11ED5FB2-5ADB-376A-D938-AE421DD15329}"/>
          </ac:picMkLst>
        </pc:picChg>
        <pc:picChg chg="add mod">
          <ac:chgData name="Syeda Asrafa Islam" userId="626c424c-c870-4792-90a3-28617519e11b" providerId="ADAL" clId="{C2608C87-A556-4C44-A2BF-BF501BB51E5B}" dt="2025-03-14T09:25:08.542" v="351" actId="14100"/>
          <ac:picMkLst>
            <pc:docMk/>
            <pc:sldMk cId="3812148272" sldId="341"/>
            <ac:picMk id="4" creationId="{BA4A2672-E49F-C6AB-83D5-178140A5D8D0}"/>
          </ac:picMkLst>
        </pc:picChg>
      </pc:sldChg>
      <pc:sldChg chg="add ord">
        <pc:chgData name="Syeda Asrafa Islam" userId="626c424c-c870-4792-90a3-28617519e11b" providerId="ADAL" clId="{C2608C87-A556-4C44-A2BF-BF501BB51E5B}" dt="2025-03-14T09:32:30.560" v="372"/>
        <pc:sldMkLst>
          <pc:docMk/>
          <pc:sldMk cId="1197393548" sldId="342"/>
        </pc:sldMkLst>
      </pc:sldChg>
      <pc:sldChg chg="addSp modSp add mod">
        <pc:chgData name="Syeda Asrafa Islam" userId="626c424c-c870-4792-90a3-28617519e11b" providerId="ADAL" clId="{C2608C87-A556-4C44-A2BF-BF501BB51E5B}" dt="2025-03-14T09:36:43.740" v="403" actId="113"/>
        <pc:sldMkLst>
          <pc:docMk/>
          <pc:sldMk cId="4089980206" sldId="343"/>
        </pc:sldMkLst>
        <pc:spChg chg="add mod">
          <ac:chgData name="Syeda Asrafa Islam" userId="626c424c-c870-4792-90a3-28617519e11b" providerId="ADAL" clId="{C2608C87-A556-4C44-A2BF-BF501BB51E5B}" dt="2025-03-14T09:34:34.966" v="390" actId="1076"/>
          <ac:spMkLst>
            <pc:docMk/>
            <pc:sldMk cId="4089980206" sldId="343"/>
            <ac:spMk id="3" creationId="{C43484DD-7F83-2BF6-0BBE-63198BD53FA9}"/>
          </ac:spMkLst>
        </pc:spChg>
        <pc:spChg chg="add mod">
          <ac:chgData name="Syeda Asrafa Islam" userId="626c424c-c870-4792-90a3-28617519e11b" providerId="ADAL" clId="{C2608C87-A556-4C44-A2BF-BF501BB51E5B}" dt="2025-03-14T09:35:23.135" v="394" actId="113"/>
          <ac:spMkLst>
            <pc:docMk/>
            <pc:sldMk cId="4089980206" sldId="343"/>
            <ac:spMk id="7" creationId="{2F9B8B1F-C966-770F-FAE6-8D1219180707}"/>
          </ac:spMkLst>
        </pc:spChg>
        <pc:spChg chg="add mod">
          <ac:chgData name="Syeda Asrafa Islam" userId="626c424c-c870-4792-90a3-28617519e11b" providerId="ADAL" clId="{C2608C87-A556-4C44-A2BF-BF501BB51E5B}" dt="2025-03-14T09:35:37.674" v="396" actId="1076"/>
          <ac:spMkLst>
            <pc:docMk/>
            <pc:sldMk cId="4089980206" sldId="343"/>
            <ac:spMk id="9" creationId="{71C2CD04-AE7F-1A8A-1276-6FEC2A6C9799}"/>
          </ac:spMkLst>
        </pc:spChg>
        <pc:spChg chg="add mod">
          <ac:chgData name="Syeda Asrafa Islam" userId="626c424c-c870-4792-90a3-28617519e11b" providerId="ADAL" clId="{C2608C87-A556-4C44-A2BF-BF501BB51E5B}" dt="2025-03-14T09:36:43.740" v="403" actId="113"/>
          <ac:spMkLst>
            <pc:docMk/>
            <pc:sldMk cId="4089980206" sldId="343"/>
            <ac:spMk id="11" creationId="{9FE952AA-DEC0-F8A8-27B5-E354FA296234}"/>
          </ac:spMkLst>
        </pc:spChg>
        <pc:graphicFrameChg chg="mod modGraphic">
          <ac:chgData name="Syeda Asrafa Islam" userId="626c424c-c870-4792-90a3-28617519e11b" providerId="ADAL" clId="{C2608C87-A556-4C44-A2BF-BF501BB51E5B}" dt="2025-03-14T09:35:51.383" v="399" actId="14100"/>
          <ac:graphicFrameMkLst>
            <pc:docMk/>
            <pc:sldMk cId="4089980206" sldId="343"/>
            <ac:graphicFrameMk id="154" creationId="{5FAD4AF9-8A79-FEA5-3DFF-5AA306DE3569}"/>
          </ac:graphicFrameMkLst>
        </pc:graphicFrameChg>
        <pc:picChg chg="mod">
          <ac:chgData name="Syeda Asrafa Islam" userId="626c424c-c870-4792-90a3-28617519e11b" providerId="ADAL" clId="{C2608C87-A556-4C44-A2BF-BF501BB51E5B}" dt="2025-03-14T09:35:46.326" v="397" actId="1076"/>
          <ac:picMkLst>
            <pc:docMk/>
            <pc:sldMk cId="4089980206" sldId="343"/>
            <ac:picMk id="5" creationId="{69B0098B-98CF-49DD-A974-2A4F60290B72}"/>
          </ac:picMkLst>
        </pc:picChg>
      </pc:sldChg>
      <pc:sldChg chg="addSp modSp add mod ord">
        <pc:chgData name="Syeda Asrafa Islam" userId="626c424c-c870-4792-90a3-28617519e11b" providerId="ADAL" clId="{C2608C87-A556-4C44-A2BF-BF501BB51E5B}" dt="2025-03-14T09:37:58.221" v="418" actId="113"/>
        <pc:sldMkLst>
          <pc:docMk/>
          <pc:sldMk cId="2376037967" sldId="344"/>
        </pc:sldMkLst>
        <pc:spChg chg="add mod">
          <ac:chgData name="Syeda Asrafa Islam" userId="626c424c-c870-4792-90a3-28617519e11b" providerId="ADAL" clId="{C2608C87-A556-4C44-A2BF-BF501BB51E5B}" dt="2025-03-14T09:37:32.133" v="412" actId="1076"/>
          <ac:spMkLst>
            <pc:docMk/>
            <pc:sldMk cId="2376037967" sldId="344"/>
            <ac:spMk id="3" creationId="{B127CE02-096A-398C-3C82-BD38F56ED2F3}"/>
          </ac:spMkLst>
        </pc:spChg>
        <pc:spChg chg="add mod">
          <ac:chgData name="Syeda Asrafa Islam" userId="626c424c-c870-4792-90a3-28617519e11b" providerId="ADAL" clId="{C2608C87-A556-4C44-A2BF-BF501BB51E5B}" dt="2025-03-14T09:37:58.221" v="418" actId="113"/>
          <ac:spMkLst>
            <pc:docMk/>
            <pc:sldMk cId="2376037967" sldId="344"/>
            <ac:spMk id="7" creationId="{CE12A486-2261-C292-87A9-FE31C38A8BD6}"/>
          </ac:spMkLst>
        </pc:spChg>
        <pc:graphicFrameChg chg="modGraphic">
          <ac:chgData name="Syeda Asrafa Islam" userId="626c424c-c870-4792-90a3-28617519e11b" providerId="ADAL" clId="{C2608C87-A556-4C44-A2BF-BF501BB51E5B}" dt="2025-03-14T09:37:40.121" v="414" actId="14100"/>
          <ac:graphicFrameMkLst>
            <pc:docMk/>
            <pc:sldMk cId="2376037967" sldId="344"/>
            <ac:graphicFrameMk id="154" creationId="{6E4F3D17-2B11-0F38-8838-6231F9AD612B}"/>
          </ac:graphicFrameMkLst>
        </pc:graphicFrameChg>
      </pc:sldChg>
    </pc:docChg>
  </pc:docChgLst>
  <pc:docChgLst>
    <pc:chgData name="Dr. Md Mehedi Hasan" userId="5eb39d97-deb0-466a-af4c-298e34812974" providerId="ADAL" clId="{73B50B58-F72B-420E-AC38-9B1C11CD3770}"/>
    <pc:docChg chg="custSel modSld">
      <pc:chgData name="Dr. Md Mehedi Hasan" userId="5eb39d97-deb0-466a-af4c-298e34812974" providerId="ADAL" clId="{73B50B58-F72B-420E-AC38-9B1C11CD3770}" dt="2022-03-15T04:14:04.532" v="11" actId="1036"/>
      <pc:docMkLst>
        <pc:docMk/>
      </pc:docMkLst>
      <pc:sldChg chg="modSp mod">
        <pc:chgData name="Dr. Md Mehedi Hasan" userId="5eb39d97-deb0-466a-af4c-298e34812974" providerId="ADAL" clId="{73B50B58-F72B-420E-AC38-9B1C11CD3770}" dt="2022-03-15T04:14:04.532" v="11" actId="1036"/>
        <pc:sldMkLst>
          <pc:docMk/>
          <pc:sldMk cId="2113900517" sldId="285"/>
        </pc:sldMkLst>
      </pc:sldChg>
    </pc:docChg>
  </pc:docChgLst>
  <pc:docChgLst>
    <pc:chgData name="Md Mehedi Hasan" userId="5eb39d97-deb0-466a-af4c-298e34812974" providerId="ADAL" clId="{8B981234-8F37-4044-8308-F0237BB6A29C}"/>
    <pc:docChg chg="modSld">
      <pc:chgData name="Md Mehedi Hasan" userId="5eb39d97-deb0-466a-af4c-298e34812974" providerId="ADAL" clId="{8B981234-8F37-4044-8308-F0237BB6A29C}" dt="2022-02-20T02:09:28.391" v="74" actId="20577"/>
      <pc:docMkLst>
        <pc:docMk/>
      </pc:docMkLst>
      <pc:sldChg chg="modSp mod">
        <pc:chgData name="Md Mehedi Hasan" userId="5eb39d97-deb0-466a-af4c-298e34812974" providerId="ADAL" clId="{8B981234-8F37-4044-8308-F0237BB6A29C}" dt="2022-02-20T02:09:28.391" v="74" actId="20577"/>
        <pc:sldMkLst>
          <pc:docMk/>
          <pc:sldMk cId="700707328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11EC7-98A6-4CEE-9054-809A58FA74A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D6083-28BD-4FA6-8E8C-4019CBAF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64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D1B9A-F7F3-4036-8F4F-066D0F39D72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6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0968694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ishostingthis.com/resources/assembly-language/" TargetMode="External"/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Assembly </a:t>
            </a:r>
            <a:r>
              <a:rPr lang="en-US"/>
              <a:t>Language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37221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93706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81686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5154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21-22 Summer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8C29-2A26-C608-B793-A55BB24C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tx1"/>
                </a:solidFill>
              </a:rPr>
              <a:t>1. Creating, Assembling and executing assembly language program.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400" b="1" dirty="0">
              <a:solidFill>
                <a:schemeClr val="tx1"/>
              </a:solidFill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tx1"/>
                </a:solidFill>
              </a:rPr>
              <a:t>2. By the end of this lesson we will be able to write simple but interesting assembly program.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xfrm>
            <a:off x="599046" y="1788416"/>
            <a:ext cx="7945908" cy="508379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defTabSz="258772"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sz="2531" b="1" dirty="0">
                <a:solidFill>
                  <a:schemeClr val="accent2">
                    <a:lumMod val="75000"/>
                  </a:schemeClr>
                </a:solidFill>
              </a:rPr>
              <a:t>                          </a:t>
            </a:r>
            <a:r>
              <a:rPr sz="2531" b="1" u="sng" dirty="0">
                <a:solidFill>
                  <a:schemeClr val="accent2">
                    <a:lumMod val="75000"/>
                  </a:schemeClr>
                </a:solidFill>
              </a:rPr>
              <a:t>Four Steps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Learn Syntax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Variable declarations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Introduction of basic data movement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Program organization: Code, Data and stack</a:t>
            </a:r>
          </a:p>
          <a:p>
            <a:pPr marL="321457" indent="-321457" algn="l" defTabSz="258772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Assembly language instructions are so basic. So, I/O is much harder unlike high-level languages.</a:t>
            </a:r>
          </a:p>
          <a:p>
            <a:pPr marL="321457" indent="-321457" algn="l" defTabSz="258772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We Use DOS functions for I/O as they are easy to invoke and faster</a:t>
            </a:r>
          </a:p>
          <a:p>
            <a:pPr marL="321457" indent="-321457" algn="l" defTabSz="258772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 program is must be converted to machine language before execution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6745703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412440" y="1907404"/>
            <a:ext cx="8319120" cy="518721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321457" indent="-321457" algn="l" defTabSz="308063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Assembly language is </a:t>
            </a:r>
            <a:r>
              <a:rPr lang="en-US" sz="1969" b="1" dirty="0">
                <a:solidFill>
                  <a:schemeClr val="tx1"/>
                </a:solidFill>
              </a:rPr>
              <a:t>not</a:t>
            </a:r>
            <a:r>
              <a:rPr sz="1969" b="1" dirty="0">
                <a:solidFill>
                  <a:schemeClr val="tx1"/>
                </a:solidFill>
              </a:rPr>
              <a:t> case sensitive</a:t>
            </a:r>
            <a:r>
              <a:rPr sz="1969" dirty="0">
                <a:solidFill>
                  <a:schemeClr val="tx1"/>
                </a:solidFill>
              </a:rPr>
              <a:t>, however, we use upper case to differentiate code from rest of the text.</a:t>
            </a:r>
          </a:p>
          <a:p>
            <a:pPr marL="321457" indent="-321457" algn="l" defTabSz="308063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Statements:</a:t>
            </a:r>
          </a:p>
          <a:p>
            <a:pPr marL="555853" lvl="1" indent="-321457" algn="l" defTabSz="308063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Programs consist of statements (one per line)</a:t>
            </a:r>
          </a:p>
          <a:p>
            <a:pPr marL="555853" lvl="1" indent="-321457" algn="l" defTabSz="308063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Each statement can be any of following types:</a:t>
            </a:r>
          </a:p>
          <a:p>
            <a:pPr marL="790249" lvl="2" indent="-321457" algn="l" defTabSz="308063">
              <a:spcBef>
                <a:spcPts val="2180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Instruction that are translated into machine code</a:t>
            </a:r>
          </a:p>
          <a:p>
            <a:pPr marL="790249" lvl="2" indent="-321457" algn="l" defTabSz="308063">
              <a:spcBef>
                <a:spcPts val="2180"/>
              </a:spcBef>
              <a:buClrTx/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Assembler directives that instruct the assemble to perform some specific task:</a:t>
            </a:r>
          </a:p>
          <a:p>
            <a:pPr marL="1024645" lvl="3" indent="-321457" algn="l" defTabSz="308063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Allocating memory space for variables</a:t>
            </a:r>
          </a:p>
          <a:p>
            <a:pPr marL="1024645" lvl="3" indent="-321457" algn="l" defTabSz="308063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Creating procedure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41"/>
          <p:cNvSpPr>
            <a:spLocks noGrp="1"/>
          </p:cNvSpPr>
          <p:nvPr>
            <p:ph type="title"/>
          </p:nvPr>
        </p:nvSpPr>
        <p:spPr>
          <a:xfrm>
            <a:off x="189873" y="492604"/>
            <a:ext cx="7400801" cy="803207"/>
          </a:xfrm>
          <a:prstGeom prst="rect">
            <a:avLst/>
          </a:prstGeom>
        </p:spPr>
        <p:txBody>
          <a:bodyPr>
            <a:normAutofit/>
          </a:bodyPr>
          <a:lstStyle>
            <a:lvl1pPr defTabSz="496570">
              <a:defRPr sz="68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Assembly Language </a:t>
            </a:r>
            <a:r>
              <a:rPr lang="en-US" sz="4219" b="1" dirty="0">
                <a:solidFill>
                  <a:schemeClr val="accent3">
                    <a:lumMod val="75000"/>
                  </a:schemeClr>
                </a:solidFill>
              </a:rPr>
              <a:t>S</a:t>
            </a: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yntax</a:t>
            </a:r>
          </a:p>
        </p:txBody>
      </p:sp>
    </p:spTree>
    <p:extLst>
      <p:ext uri="{BB962C8B-B14F-4D97-AF65-F5344CB8AC3E}">
        <p14:creationId xmlns:p14="http://schemas.microsoft.com/office/powerpoint/2010/main" val="96550773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776656" y="2095800"/>
            <a:ext cx="8223359" cy="39774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618359" lvl="1" indent="-321457" algn="l" defTabSz="390213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Instructions and </a:t>
            </a:r>
            <a:r>
              <a:rPr lang="en-US" sz="1969" dirty="0">
                <a:solidFill>
                  <a:schemeClr val="tx1"/>
                </a:solidFill>
              </a:rPr>
              <a:t>d</a:t>
            </a:r>
            <a:r>
              <a:rPr sz="1969" dirty="0">
                <a:solidFill>
                  <a:schemeClr val="tx1"/>
                </a:solidFill>
              </a:rPr>
              <a:t>irective</a:t>
            </a:r>
            <a:r>
              <a:rPr lang="en-US" sz="1969" dirty="0">
                <a:solidFill>
                  <a:schemeClr val="tx1"/>
                </a:solidFill>
              </a:rPr>
              <a:t>s</a:t>
            </a:r>
            <a:r>
              <a:rPr sz="1969" dirty="0">
                <a:solidFill>
                  <a:schemeClr val="tx1"/>
                </a:solidFill>
              </a:rPr>
              <a:t> can have u</a:t>
            </a:r>
            <a:r>
              <a:rPr lang="en-US" sz="1969" dirty="0">
                <a:solidFill>
                  <a:schemeClr val="tx1"/>
                </a:solidFill>
              </a:rPr>
              <a:t>p </a:t>
            </a:r>
            <a:r>
              <a:rPr sz="1969" dirty="0">
                <a:solidFill>
                  <a:schemeClr val="tx1"/>
                </a:solidFill>
              </a:rPr>
              <a:t>to </a:t>
            </a:r>
            <a:r>
              <a:rPr sz="1969" b="1" dirty="0">
                <a:solidFill>
                  <a:schemeClr val="tx1"/>
                </a:solidFill>
              </a:rPr>
              <a:t>four fields</a:t>
            </a:r>
            <a:r>
              <a:rPr sz="1969" dirty="0">
                <a:solidFill>
                  <a:schemeClr val="tx1"/>
                </a:solidFill>
              </a:rPr>
              <a:t>: </a:t>
            </a:r>
          </a:p>
          <a:p>
            <a:pPr marL="890705" lvl="2" indent="-296902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Name     Operation   Operand(s)   comment</a:t>
            </a:r>
          </a:p>
          <a:p>
            <a:pPr lvl="2" indent="305384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	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	 START    MOV CX,5              ; initialize counter   	</a:t>
            </a:r>
            <a:r>
              <a:rPr sz="1969" b="1" dirty="0">
                <a:solidFill>
                  <a:schemeClr val="tx1"/>
                </a:solidFill>
              </a:rPr>
              <a:t>	</a:t>
            </a:r>
            <a:endParaRPr lang="en-US" sz="1969" b="1" dirty="0">
              <a:solidFill>
                <a:schemeClr val="tx1"/>
              </a:solidFill>
            </a:endParaRPr>
          </a:p>
          <a:p>
            <a:pPr lvl="2" indent="305384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**[Fields </a:t>
            </a:r>
            <a:r>
              <a:rPr lang="en-US" sz="1969" b="1" dirty="0">
                <a:solidFill>
                  <a:schemeClr val="tx1"/>
                </a:solidFill>
              </a:rPr>
              <a:t> m</a:t>
            </a:r>
            <a:r>
              <a:rPr sz="1969" b="1" dirty="0">
                <a:solidFill>
                  <a:schemeClr val="tx1"/>
                </a:solidFill>
              </a:rPr>
              <a:t>ust appear in this order]</a:t>
            </a:r>
          </a:p>
          <a:p>
            <a:pPr lvl="2" indent="305384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 </a:t>
            </a:r>
            <a:r>
              <a:rPr sz="1969" b="1" dirty="0">
                <a:solidFill>
                  <a:schemeClr val="tx1"/>
                </a:solidFill>
              </a:rPr>
              <a:t>MAIN		PROC  </a:t>
            </a:r>
            <a:r>
              <a:rPr sz="1969" dirty="0">
                <a:solidFill>
                  <a:schemeClr val="tx1"/>
                </a:solidFill>
              </a:rPr>
              <a:t>[ creates a Procedure]</a:t>
            </a:r>
            <a:endParaRPr sz="1969" b="1" dirty="0">
              <a:solidFill>
                <a:schemeClr val="tx1"/>
              </a:solidFill>
            </a:endParaRPr>
          </a:p>
          <a:p>
            <a:pPr marL="915260" lvl="2" indent="-321457" algn="l" defTabSz="390213">
              <a:spcBef>
                <a:spcPts val="274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At least one </a:t>
            </a:r>
            <a:r>
              <a:rPr sz="1969" b="1" dirty="0">
                <a:solidFill>
                  <a:schemeClr val="tx1"/>
                </a:solidFill>
              </a:rPr>
              <a:t>blank</a:t>
            </a:r>
            <a:r>
              <a:rPr sz="1969" dirty="0">
                <a:solidFill>
                  <a:schemeClr val="tx1"/>
                </a:solidFill>
              </a:rPr>
              <a:t> or </a:t>
            </a:r>
            <a:r>
              <a:rPr sz="1969" b="1" dirty="0">
                <a:solidFill>
                  <a:schemeClr val="tx1"/>
                </a:solidFill>
              </a:rPr>
              <a:t>tab</a:t>
            </a:r>
            <a:r>
              <a:rPr sz="1969" dirty="0">
                <a:solidFill>
                  <a:schemeClr val="tx1"/>
                </a:solidFill>
              </a:rPr>
              <a:t> character must separate the fields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640" b="1" dirty="0">
                <a:solidFill>
                  <a:schemeClr val="accent3">
                    <a:lumMod val="75000"/>
                  </a:schemeClr>
                </a:solidFill>
              </a:rPr>
              <a:t>Fields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3512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01277" y="1812491"/>
            <a:ext cx="8341445" cy="51704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87526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Name</a:t>
            </a:r>
            <a:r>
              <a:rPr sz="1969" dirty="0">
                <a:solidFill>
                  <a:schemeClr val="tx1"/>
                </a:solidFill>
              </a:rPr>
              <a:t>: it is used for instruction levels, procedure names and variable names.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assembler translates names into variable names.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Can be 1 to 31 characters long and consists of letter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,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digit and special characters.</a:t>
            </a:r>
          </a:p>
          <a:p>
            <a:pPr marL="580409" lvl="1" indent="-361639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Embedded blanks are not allowed.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Names may not begin with number.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UPPERCASE</a:t>
            </a:r>
            <a:r>
              <a:rPr sz="1969" dirty="0">
                <a:solidFill>
                  <a:schemeClr val="tx1"/>
                </a:solidFill>
              </a:rPr>
              <a:t> and </a:t>
            </a:r>
            <a:r>
              <a:rPr sz="1969" b="1" dirty="0">
                <a:solidFill>
                  <a:schemeClr val="tx1"/>
                </a:solidFill>
              </a:rPr>
              <a:t>lowercase</a:t>
            </a:r>
            <a:r>
              <a:rPr sz="1969" dirty="0">
                <a:solidFill>
                  <a:schemeClr val="tx1"/>
                </a:solidFill>
              </a:rPr>
              <a:t> in name are same.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Examples: COUNTER1, $1000, Done?,  .TEST</a:t>
            </a:r>
          </a:p>
          <a:p>
            <a:pPr marL="758996" lvl="2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Ille</a:t>
            </a:r>
            <a:r>
              <a:rPr sz="1969" b="1" dirty="0">
                <a:solidFill>
                  <a:schemeClr val="tx1"/>
                </a:solidFill>
              </a:rPr>
              <a:t>gal names TWO WORD, 2AB, A45.28, ME &amp;YOU  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4294967295"/>
          </p:nvPr>
        </p:nvSpPr>
        <p:spPr>
          <a:xfrm>
            <a:off x="-22696" y="6546289"/>
            <a:ext cx="192360" cy="194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wrap="none" lIns="0" tIns="0" rIns="0" bIns="0" rtlCol="0" anchor="ctr">
            <a:spAutoFit/>
          </a:bodyPr>
          <a:lstStyle>
            <a:lvl1pPr>
              <a:defRPr sz="1266"/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fld id="{86CB4B4D-7CA3-9044-876B-883B54F8677D}" type="slidenum">
              <a:rPr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Name Field 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36611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body" idx="1"/>
          </p:nvPr>
        </p:nvSpPr>
        <p:spPr>
          <a:xfrm>
            <a:off x="292712" y="1925965"/>
            <a:ext cx="8707505" cy="46851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287526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Which of the following names are legal in IBM PC assembly language?</a:t>
            </a:r>
          </a:p>
          <a:p>
            <a:pPr marL="218770" lvl="1" indent="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TWO_WORDS</a:t>
            </a:r>
          </a:p>
          <a:p>
            <a:pPr marL="218770" lvl="1" indent="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 err="1">
                <a:solidFill>
                  <a:schemeClr val="tx1"/>
                </a:solidFill>
              </a:rPr>
              <a:t>TwoWOrDs</a:t>
            </a:r>
            <a:endParaRPr sz="1969" b="1" dirty="0">
              <a:solidFill>
                <a:schemeClr val="tx1"/>
              </a:solidFill>
            </a:endParaRP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?1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.@?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$145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LET’S_GO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 = 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5326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73210B6-2B9F-1418-63F8-13DD93D91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601E7A-0D31-539F-A6B9-8AC205E7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7" y="1926771"/>
            <a:ext cx="8237764" cy="4300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017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/>
        </p:nvSpPr>
        <p:spPr>
          <a:xfrm>
            <a:off x="564989" y="1476304"/>
            <a:ext cx="8341444" cy="508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Operation field contains a symbolic operation code (opcode).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The assembler translates a symbolic opcode into a machine language.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Opcode symbols often describe the </a:t>
            </a:r>
            <a:r>
              <a:rPr sz="1969" b="1" dirty="0"/>
              <a:t>operations function </a:t>
            </a:r>
            <a:r>
              <a:rPr sz="1969" dirty="0"/>
              <a:t>(e.g. </a:t>
            </a:r>
            <a:r>
              <a:rPr sz="1969" b="1" dirty="0"/>
              <a:t>MOV, ADD, SUM </a:t>
            </a:r>
            <a:r>
              <a:rPr sz="1969" dirty="0"/>
              <a:t>etc</a:t>
            </a:r>
            <a:r>
              <a:rPr lang="en-US" sz="1969" dirty="0"/>
              <a:t>..</a:t>
            </a:r>
            <a:r>
              <a:rPr sz="1969" dirty="0"/>
              <a:t>).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In assembler directive, the operation field contains pseudo operation code (pseudo-ops).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/>
              <a:t>P</a:t>
            </a:r>
            <a:r>
              <a:rPr sz="1969" dirty="0"/>
              <a:t>seudo-ops are NOT translated into machine code. they simply </a:t>
            </a:r>
            <a:r>
              <a:rPr sz="1969" b="1" dirty="0"/>
              <a:t>tell</a:t>
            </a:r>
            <a:r>
              <a:rPr sz="1969" dirty="0"/>
              <a:t> the assembler to do something.</a:t>
            </a:r>
          </a:p>
          <a:p>
            <a:pPr marL="493794" lvl="1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e.g. </a:t>
            </a:r>
            <a:r>
              <a:rPr sz="1969" b="1" dirty="0"/>
              <a:t>PROC</a:t>
            </a:r>
            <a:r>
              <a:rPr sz="1969" dirty="0"/>
              <a:t> pseudo-op is used to create procedure.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Operation Field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05772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/>
          </p:cNvSpPr>
          <p:nvPr>
            <p:ph type="body" idx="1"/>
          </p:nvPr>
        </p:nvSpPr>
        <p:spPr>
          <a:xfrm>
            <a:off x="703778" y="1788416"/>
            <a:ext cx="8117312" cy="532683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Operand field species the data that are to be </a:t>
            </a:r>
            <a:r>
              <a:rPr sz="1969" b="1" dirty="0">
                <a:solidFill>
                  <a:schemeClr val="tx1"/>
                </a:solidFill>
              </a:rPr>
              <a:t>acted on</a:t>
            </a:r>
            <a:r>
              <a:rPr sz="1969" dirty="0">
                <a:solidFill>
                  <a:schemeClr val="tx1"/>
                </a:solidFill>
              </a:rPr>
              <a:t> by the operation.</a:t>
            </a:r>
          </a:p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An instruction may have zero, one or two operands. e.g.</a:t>
            </a:r>
          </a:p>
          <a:p>
            <a:pPr marL="231270" indent="-231270" algn="l" defTabSz="303956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endParaRPr sz="1969" dirty="0">
              <a:solidFill>
                <a:schemeClr val="tx1"/>
              </a:solidFill>
            </a:endParaRPr>
          </a:p>
          <a:p>
            <a:pPr marL="231270" indent="-231270" algn="l" defTabSz="303956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endParaRPr sz="1969" dirty="0">
              <a:solidFill>
                <a:schemeClr val="tx1"/>
              </a:solidFill>
            </a:endParaRPr>
          </a:p>
          <a:p>
            <a:pPr marL="231270" indent="-231270" algn="l" defTabSz="303956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endParaRPr sz="1969" dirty="0">
              <a:solidFill>
                <a:schemeClr val="tx1"/>
              </a:solidFill>
            </a:endParaRPr>
          </a:p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First operand is </a:t>
            </a:r>
            <a:r>
              <a:rPr sz="1969" b="1" dirty="0">
                <a:solidFill>
                  <a:schemeClr val="tx1"/>
                </a:solidFill>
              </a:rPr>
              <a:t>Destination</a:t>
            </a:r>
            <a:r>
              <a:rPr sz="1969" dirty="0">
                <a:solidFill>
                  <a:schemeClr val="tx1"/>
                </a:solidFill>
              </a:rPr>
              <a:t> (i.e. register or Memory location)</a:t>
            </a:r>
          </a:p>
          <a:p>
            <a:pPr marL="552728" lvl="1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some instruction do not store any result</a:t>
            </a:r>
          </a:p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Second operand is </a:t>
            </a:r>
            <a:r>
              <a:rPr sz="1969" b="1" dirty="0">
                <a:solidFill>
                  <a:schemeClr val="tx1"/>
                </a:solidFill>
              </a:rPr>
              <a:t>Source </a:t>
            </a:r>
            <a:r>
              <a:rPr sz="1969" dirty="0">
                <a:solidFill>
                  <a:schemeClr val="tx1"/>
                </a:solidFill>
              </a:rPr>
              <a:t>and its not usually modified by instruction</a:t>
            </a:r>
          </a:p>
        </p:txBody>
      </p:sp>
      <p:graphicFrame>
        <p:nvGraphicFramePr>
          <p:cNvPr id="59" name="Table 59"/>
          <p:cNvGraphicFramePr/>
          <p:nvPr/>
        </p:nvGraphicFramePr>
        <p:xfrm>
          <a:off x="2099389" y="2807931"/>
          <a:ext cx="5379681" cy="148082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396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63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700" b="1" dirty="0"/>
                        <a:t>NOP</a:t>
                      </a:r>
                      <a:endParaRPr sz="27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/>
                        <a:t>No operands; does nothing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63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700" b="1" dirty="0"/>
                        <a:t>INC AX</a:t>
                      </a:r>
                      <a:endParaRPr sz="27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b="1" dirty="0"/>
                        <a:t>A</a:t>
                      </a:r>
                      <a:r>
                        <a:rPr sz="1600" b="1" dirty="0"/>
                        <a:t>dds one to the contents of AX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86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700" b="1" dirty="0"/>
                        <a:t>ADD WORD1,2</a:t>
                      </a:r>
                      <a:endParaRPr sz="27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b="1" dirty="0"/>
                        <a:t>A</a:t>
                      </a:r>
                      <a:r>
                        <a:rPr sz="1600" b="1" dirty="0"/>
                        <a:t>dd</a:t>
                      </a:r>
                      <a:r>
                        <a:rPr lang="en-US" sz="1600" b="1" dirty="0"/>
                        <a:t> </a:t>
                      </a:r>
                      <a:r>
                        <a:rPr sz="1600" b="1" dirty="0"/>
                        <a:t> 2 to the contents of WORD1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Operand  Field(cont’d…)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38349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826554" y="2007865"/>
            <a:ext cx="8027232" cy="48363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Comment: </a:t>
            </a:r>
            <a:r>
              <a:rPr sz="1969" dirty="0">
                <a:solidFill>
                  <a:schemeClr val="tx1"/>
                </a:solidFill>
              </a:rPr>
              <a:t>put instruction into the context of program.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Comment field of a statement is used to say something about what the statement does?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S</a:t>
            </a:r>
            <a:r>
              <a:rPr sz="1969" b="1" dirty="0">
                <a:solidFill>
                  <a:schemeClr val="tx1"/>
                </a:solidFill>
              </a:rPr>
              <a:t>emicolon ( ; ) marks</a:t>
            </a:r>
            <a:r>
              <a:rPr lang="en-US" sz="1969" b="1" dirty="0">
                <a:solidFill>
                  <a:schemeClr val="tx1"/>
                </a:solidFill>
              </a:rPr>
              <a:t> in</a:t>
            </a:r>
            <a:r>
              <a:rPr sz="1969" b="1" dirty="0">
                <a:solidFill>
                  <a:schemeClr val="tx1"/>
                </a:solidFill>
              </a:rPr>
              <a:t> the beginning of this field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A</a:t>
            </a:r>
            <a:r>
              <a:rPr sz="1969" dirty="0">
                <a:solidFill>
                  <a:schemeClr val="tx1"/>
                </a:solidFill>
              </a:rPr>
              <a:t>ssembler ignores anything typed after “ ; “</a:t>
            </a:r>
          </a:p>
          <a:p>
            <a:pPr marL="265649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**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lang="en-US" sz="1969" dirty="0">
                <a:solidFill>
                  <a:schemeClr val="tx1"/>
                </a:solidFill>
              </a:rPr>
              <a:t>C</a:t>
            </a:r>
            <a:r>
              <a:rPr sz="1969" dirty="0">
                <a:solidFill>
                  <a:schemeClr val="tx1"/>
                </a:solidFill>
              </a:rPr>
              <a:t>omment is very important in assembly language and it is almost impossible to understand assembly code without comment.</a:t>
            </a:r>
          </a:p>
          <a:p>
            <a:pPr marL="265649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**</a:t>
            </a:r>
            <a:r>
              <a:rPr sz="1969" dirty="0">
                <a:solidFill>
                  <a:schemeClr val="tx1"/>
                </a:solidFill>
              </a:rPr>
              <a:t> Commenting is considered as good programming practice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Comment Field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05833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xfrm>
            <a:off x="507250" y="1848754"/>
            <a:ext cx="8347864" cy="4620286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241093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Processor operates only on </a:t>
            </a:r>
            <a:r>
              <a:rPr sz="1576" b="1" dirty="0">
                <a:solidFill>
                  <a:schemeClr val="tx1"/>
                </a:solidFill>
              </a:rPr>
              <a:t>binary</a:t>
            </a:r>
            <a:r>
              <a:rPr sz="1576" dirty="0">
                <a:solidFill>
                  <a:schemeClr val="tx1"/>
                </a:solidFill>
              </a:rPr>
              <a:t> data. </a:t>
            </a:r>
          </a:p>
          <a:p>
            <a:pPr marL="241093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So, the assembler MUST </a:t>
            </a:r>
            <a:r>
              <a:rPr sz="1576" b="1" dirty="0">
                <a:solidFill>
                  <a:schemeClr val="tx1"/>
                </a:solidFill>
              </a:rPr>
              <a:t>translate</a:t>
            </a:r>
            <a:r>
              <a:rPr sz="1576" dirty="0">
                <a:solidFill>
                  <a:schemeClr val="tx1"/>
                </a:solidFill>
              </a:rPr>
              <a:t> all data representation into binary numbers.</a:t>
            </a:r>
          </a:p>
          <a:p>
            <a:pPr marL="241093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In assembly program, we may express data as </a:t>
            </a:r>
            <a:r>
              <a:rPr sz="1576" b="1" dirty="0">
                <a:solidFill>
                  <a:schemeClr val="tx1"/>
                </a:solidFill>
              </a:rPr>
              <a:t>binary</a:t>
            </a:r>
            <a:r>
              <a:rPr sz="1576" dirty="0">
                <a:solidFill>
                  <a:schemeClr val="tx1"/>
                </a:solidFill>
              </a:rPr>
              <a:t>, </a:t>
            </a:r>
            <a:r>
              <a:rPr sz="1576" b="1" dirty="0">
                <a:solidFill>
                  <a:schemeClr val="tx1"/>
                </a:solidFill>
              </a:rPr>
              <a:t>decimal</a:t>
            </a:r>
            <a:r>
              <a:rPr sz="1576" dirty="0">
                <a:solidFill>
                  <a:schemeClr val="tx1"/>
                </a:solidFill>
              </a:rPr>
              <a:t> or </a:t>
            </a:r>
            <a:r>
              <a:rPr sz="1576" b="1" dirty="0">
                <a:solidFill>
                  <a:schemeClr val="tx1"/>
                </a:solidFill>
              </a:rPr>
              <a:t>hex</a:t>
            </a:r>
            <a:r>
              <a:rPr sz="1576" dirty="0">
                <a:solidFill>
                  <a:schemeClr val="tx1"/>
                </a:solidFill>
              </a:rPr>
              <a:t> numbers and even characters.</a:t>
            </a:r>
          </a:p>
          <a:p>
            <a:pPr marL="241093" indent="-241093" algn="l" defTabSz="242342">
              <a:spcBef>
                <a:spcPts val="1687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Numbers:</a:t>
            </a:r>
          </a:p>
          <a:p>
            <a:pPr marL="425484" lvl="1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Binary: </a:t>
            </a:r>
            <a:r>
              <a:rPr sz="1576" dirty="0">
                <a:solidFill>
                  <a:schemeClr val="tx1"/>
                </a:solidFill>
              </a:rPr>
              <a:t>a binary number is written as bit string followed by the letter </a:t>
            </a:r>
            <a:r>
              <a:rPr sz="1576" b="1" dirty="0">
                <a:solidFill>
                  <a:schemeClr val="tx1"/>
                </a:solidFill>
              </a:rPr>
              <a:t>B </a:t>
            </a:r>
            <a:r>
              <a:rPr sz="1576" dirty="0">
                <a:solidFill>
                  <a:schemeClr val="tx1"/>
                </a:solidFill>
              </a:rPr>
              <a:t>or</a:t>
            </a:r>
            <a:r>
              <a:rPr sz="1576" b="1" dirty="0">
                <a:solidFill>
                  <a:schemeClr val="tx1"/>
                </a:solidFill>
              </a:rPr>
              <a:t> b </a:t>
            </a:r>
            <a:r>
              <a:rPr sz="1576" dirty="0">
                <a:solidFill>
                  <a:schemeClr val="tx1"/>
                </a:solidFill>
              </a:rPr>
              <a:t> (e.g.</a:t>
            </a:r>
            <a:r>
              <a:rPr sz="1576" b="1" dirty="0">
                <a:solidFill>
                  <a:schemeClr val="tx1"/>
                </a:solidFill>
              </a:rPr>
              <a:t> </a:t>
            </a:r>
            <a:r>
              <a:rPr sz="1576" dirty="0">
                <a:solidFill>
                  <a:schemeClr val="tx1"/>
                </a:solidFill>
              </a:rPr>
              <a:t>1010</a:t>
            </a:r>
            <a:r>
              <a:rPr sz="1576" b="1" dirty="0">
                <a:solidFill>
                  <a:schemeClr val="tx1"/>
                </a:solidFill>
              </a:rPr>
              <a:t>B</a:t>
            </a:r>
            <a:r>
              <a:rPr sz="1576" dirty="0">
                <a:solidFill>
                  <a:schemeClr val="tx1"/>
                </a:solidFill>
              </a:rPr>
              <a:t>)</a:t>
            </a:r>
          </a:p>
          <a:p>
            <a:pPr marL="425484" lvl="1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Decimal:</a:t>
            </a:r>
            <a:r>
              <a:rPr sz="1576" dirty="0">
                <a:solidFill>
                  <a:schemeClr val="tx1"/>
                </a:solidFill>
              </a:rPr>
              <a:t> A decimal number is a string of decimal digits. It ends with optional “D” or “d” (e.g. 1234).</a:t>
            </a:r>
          </a:p>
          <a:p>
            <a:pPr marL="425484" lvl="1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76" b="1" dirty="0">
                <a:solidFill>
                  <a:schemeClr val="tx1"/>
                </a:solidFill>
              </a:rPr>
              <a:t>Hex</a:t>
            </a:r>
            <a:r>
              <a:rPr sz="1576" b="1" dirty="0">
                <a:solidFill>
                  <a:schemeClr val="tx1"/>
                </a:solidFill>
              </a:rPr>
              <a:t>: </a:t>
            </a:r>
            <a:r>
              <a:rPr sz="1576" dirty="0">
                <a:solidFill>
                  <a:schemeClr val="tx1"/>
                </a:solidFill>
              </a:rPr>
              <a:t>A hex number begins with a decimal digit and ends with the letter </a:t>
            </a:r>
            <a:r>
              <a:rPr sz="1576" b="1" dirty="0">
                <a:solidFill>
                  <a:schemeClr val="tx1"/>
                </a:solidFill>
              </a:rPr>
              <a:t>H</a:t>
            </a:r>
            <a:r>
              <a:rPr sz="1576" dirty="0">
                <a:solidFill>
                  <a:schemeClr val="tx1"/>
                </a:solidFill>
              </a:rPr>
              <a:t> or </a:t>
            </a:r>
            <a:r>
              <a:rPr sz="1576" b="1" dirty="0">
                <a:solidFill>
                  <a:schemeClr val="tx1"/>
                </a:solidFill>
              </a:rPr>
              <a:t>h (e.g. </a:t>
            </a:r>
            <a:r>
              <a:rPr sz="1576" dirty="0">
                <a:solidFill>
                  <a:schemeClr val="tx1"/>
                </a:solidFill>
              </a:rPr>
              <a:t>12AB</a:t>
            </a:r>
            <a:r>
              <a:rPr sz="1576" b="1" dirty="0">
                <a:solidFill>
                  <a:schemeClr val="tx1"/>
                </a:solidFill>
              </a:rPr>
              <a:t>h</a:t>
            </a:r>
            <a:r>
              <a:rPr sz="1576" dirty="0">
                <a:solidFill>
                  <a:schemeClr val="tx1"/>
                </a:solidFill>
              </a:rPr>
              <a:t>).</a:t>
            </a:r>
          </a:p>
          <a:p>
            <a:pPr marL="241093" indent="-241093" algn="l" defTabSz="242342">
              <a:spcBef>
                <a:spcPts val="1687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Characters: </a:t>
            </a:r>
          </a:p>
          <a:p>
            <a:pPr marL="368782" lvl="1" indent="-184391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Character strings must be enclosed with single or double quotes.</a:t>
            </a:r>
          </a:p>
          <a:p>
            <a:pPr marL="425484" lvl="1" indent="-241093" algn="l" defTabSz="242342">
              <a:spcBef>
                <a:spcPts val="1687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76" dirty="0">
                <a:solidFill>
                  <a:schemeClr val="tx1"/>
                </a:solidFill>
              </a:rPr>
              <a:t>    </a:t>
            </a:r>
            <a:r>
              <a:rPr sz="1576" b="1" dirty="0">
                <a:solidFill>
                  <a:schemeClr val="tx1"/>
                </a:solidFill>
              </a:rPr>
              <a:t>e.g. ‘A’ or “hello” is translated into ASCII by assembler. So, there is no difference between ‘A’ or 41h or 65d.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Program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Data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0139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Program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Data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8" name="Shape 68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75203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Which of the following are legal numbers? if they are legal tell whether they are Binary, decimal or hex numbers?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246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246h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1001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1,001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2A3h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 err="1">
                <a:solidFill>
                  <a:schemeClr val="tx1"/>
                </a:solidFill>
              </a:rPr>
              <a:t>FFFEh</a:t>
            </a:r>
            <a:endParaRPr lang="en-US" sz="1969" b="1" dirty="0">
              <a:solidFill>
                <a:schemeClr val="tx1"/>
              </a:solidFill>
            </a:endParaRP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0Ah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 err="1">
                <a:solidFill>
                  <a:schemeClr val="tx1"/>
                </a:solidFill>
              </a:rPr>
              <a:t>Bh</a:t>
            </a:r>
            <a:endParaRPr lang="en-US" sz="1969" b="1" dirty="0">
              <a:solidFill>
                <a:schemeClr val="tx1"/>
              </a:solidFill>
            </a:endParaRP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1110b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010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ACD0-C4BA-A064-F36D-67AACE2B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73B7EE-6E1C-AAB8-AC0D-F77DBAADCC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0327" y="1850571"/>
            <a:ext cx="7543346" cy="2276515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504F2C-EE09-225A-6FD9-E2C2EF3D2E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331029" y="4379436"/>
            <a:ext cx="2771773" cy="1746728"/>
          </a:xfrm>
        </p:spPr>
      </p:pic>
    </p:spTree>
    <p:extLst>
      <p:ext uri="{BB962C8B-B14F-4D97-AF65-F5344CB8AC3E}">
        <p14:creationId xmlns:p14="http://schemas.microsoft.com/office/powerpoint/2010/main" val="2215218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body" idx="1"/>
          </p:nvPr>
        </p:nvSpPr>
        <p:spPr>
          <a:xfrm>
            <a:off x="561940" y="1924334"/>
            <a:ext cx="8400232" cy="4776717"/>
          </a:xfrm>
          <a:prstGeom prst="rect">
            <a:avLst/>
          </a:prstGeom>
        </p:spPr>
        <p:txBody>
          <a:bodyPr anchor="t">
            <a:normAutofit fontScale="92500"/>
          </a:bodyPr>
          <a:lstStyle/>
          <a:p>
            <a:pPr marL="321457" indent="-321457" algn="l" defTabSz="271096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We use a variable to store values temporarily.</a:t>
            </a:r>
          </a:p>
          <a:p>
            <a:pPr marL="321457" indent="-321457" algn="l" defTabSz="271096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Each variable has a data type and is assigned a memory address by the program.</a:t>
            </a:r>
          </a:p>
          <a:p>
            <a:pPr marL="321457" indent="-321457" algn="l" defTabSz="271096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We will mostly use DB (define byte) and DW(define word) variables.</a:t>
            </a:r>
          </a:p>
          <a:p>
            <a:pPr marL="321457" indent="-321457" algn="l" defTabSz="271096">
              <a:spcBef>
                <a:spcPts val="189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763" b="1" dirty="0">
                <a:solidFill>
                  <a:schemeClr val="tx1"/>
                </a:solidFill>
              </a:rPr>
              <a:t>Byte Variables: </a:t>
            </a:r>
            <a:r>
              <a:rPr lang="en-US" sz="1763" dirty="0">
                <a:solidFill>
                  <a:schemeClr val="tx1"/>
                </a:solidFill>
              </a:rPr>
              <a:t>I</a:t>
            </a:r>
            <a:r>
              <a:rPr sz="1763" dirty="0">
                <a:solidFill>
                  <a:schemeClr val="tx1"/>
                </a:solidFill>
              </a:rPr>
              <a:t>n the following</a:t>
            </a:r>
            <a:r>
              <a:rPr lang="en-US" sz="1763" dirty="0">
                <a:solidFill>
                  <a:schemeClr val="tx1"/>
                </a:solidFill>
              </a:rPr>
              <a:t> ,</a:t>
            </a:r>
            <a:r>
              <a:rPr sz="1763" dirty="0">
                <a:solidFill>
                  <a:schemeClr val="tx1"/>
                </a:solidFill>
              </a:rPr>
              <a:t> the directive </a:t>
            </a:r>
            <a:r>
              <a:rPr sz="1763" b="1" dirty="0">
                <a:solidFill>
                  <a:schemeClr val="tx1"/>
                </a:solidFill>
              </a:rPr>
              <a:t>associates a memory byte to ALPHA and initialize it to 4.</a:t>
            </a:r>
            <a:r>
              <a:rPr sz="1763" dirty="0">
                <a:solidFill>
                  <a:schemeClr val="tx1"/>
                </a:solidFill>
              </a:rPr>
              <a:t>  A </a:t>
            </a:r>
            <a:r>
              <a:rPr sz="1763" b="1" dirty="0">
                <a:solidFill>
                  <a:schemeClr val="tx1"/>
                </a:solidFill>
              </a:rPr>
              <a:t>“?” </a:t>
            </a:r>
            <a:r>
              <a:rPr sz="1763" dirty="0">
                <a:solidFill>
                  <a:schemeClr val="tx1"/>
                </a:solidFill>
              </a:rPr>
              <a:t>mark can be used for uninitialized byte. The range of values in a byte is </a:t>
            </a:r>
            <a:r>
              <a:rPr sz="1763" b="1" dirty="0">
                <a:solidFill>
                  <a:schemeClr val="tx1"/>
                </a:solidFill>
              </a:rPr>
              <a:t>2^8 or 256</a:t>
            </a: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63" b="1" dirty="0">
                <a:solidFill>
                  <a:schemeClr val="tx1"/>
                </a:solidFill>
              </a:rPr>
              <a:t>N</a:t>
            </a:r>
            <a:r>
              <a:rPr sz="1763" b="1" dirty="0">
                <a:solidFill>
                  <a:schemeClr val="tx1"/>
                </a:solidFill>
              </a:rPr>
              <a:t>ame      DB   </a:t>
            </a:r>
            <a:r>
              <a:rPr lang="en-US" sz="1763" b="1" dirty="0" err="1">
                <a:solidFill>
                  <a:schemeClr val="tx1"/>
                </a:solidFill>
              </a:rPr>
              <a:t>I</a:t>
            </a:r>
            <a:r>
              <a:rPr sz="1763" b="1" dirty="0" err="1">
                <a:solidFill>
                  <a:schemeClr val="tx1"/>
                </a:solidFill>
              </a:rPr>
              <a:t>nitial_value</a:t>
            </a:r>
            <a:endParaRPr sz="1763" b="1" dirty="0">
              <a:solidFill>
                <a:schemeClr val="tx1"/>
              </a:solidFill>
            </a:endParaRP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ALPHA   DB    4</a:t>
            </a:r>
          </a:p>
          <a:p>
            <a:pPr marL="321457" indent="-321457" algn="l" defTabSz="271096">
              <a:spcBef>
                <a:spcPts val="189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763" b="1" dirty="0">
                <a:solidFill>
                  <a:schemeClr val="tx1"/>
                </a:solidFill>
              </a:rPr>
              <a:t>Word Variables:</a:t>
            </a:r>
            <a:r>
              <a:rPr sz="1763" dirty="0">
                <a:solidFill>
                  <a:schemeClr val="tx1"/>
                </a:solidFill>
              </a:rPr>
              <a:t> Similar to byte variable and the range of initial values is </a:t>
            </a:r>
            <a:r>
              <a:rPr sz="1763" b="1" dirty="0">
                <a:solidFill>
                  <a:schemeClr val="tx1"/>
                </a:solidFill>
              </a:rPr>
              <a:t>2^16 or 65536.</a:t>
            </a: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63" b="1" dirty="0">
                <a:solidFill>
                  <a:schemeClr val="tx1"/>
                </a:solidFill>
              </a:rPr>
              <a:t>N</a:t>
            </a:r>
            <a:r>
              <a:rPr sz="1763" b="1" dirty="0">
                <a:solidFill>
                  <a:schemeClr val="tx1"/>
                </a:solidFill>
              </a:rPr>
              <a:t>ame     DW   </a:t>
            </a:r>
            <a:r>
              <a:rPr lang="en-US" sz="1763" b="1" dirty="0" err="1">
                <a:solidFill>
                  <a:schemeClr val="tx1"/>
                </a:solidFill>
              </a:rPr>
              <a:t>I</a:t>
            </a:r>
            <a:r>
              <a:rPr sz="1763" b="1" dirty="0" err="1">
                <a:solidFill>
                  <a:schemeClr val="tx1"/>
                </a:solidFill>
              </a:rPr>
              <a:t>nitial_value</a:t>
            </a:r>
            <a:endParaRPr sz="1763" b="1" dirty="0">
              <a:solidFill>
                <a:schemeClr val="tx1"/>
              </a:solidFill>
            </a:endParaRP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WRD      DW      -2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Variables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47394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4CF4-049F-A57D-0BD4-21C64E589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11231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31254-8C28-51A5-28FC-3F95507C7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FB407-AC82-35E5-51A6-C95BAA50A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9" y="2492326"/>
            <a:ext cx="7547590" cy="268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6069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body" idx="1"/>
          </p:nvPr>
        </p:nvSpPr>
        <p:spPr>
          <a:xfrm>
            <a:off x="426113" y="1788416"/>
            <a:ext cx="8559664" cy="4949637"/>
          </a:xfrm>
          <a:prstGeom prst="rect">
            <a:avLst/>
          </a:prstGeom>
        </p:spPr>
        <p:txBody>
          <a:bodyPr/>
          <a:lstStyle/>
          <a:p>
            <a:pPr marL="321457" indent="-321457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Array is just a </a:t>
            </a:r>
            <a:r>
              <a:rPr sz="1969" b="1" dirty="0">
                <a:solidFill>
                  <a:schemeClr val="tx1"/>
                </a:solidFill>
              </a:rPr>
              <a:t>sequence</a:t>
            </a:r>
            <a:r>
              <a:rPr sz="1969" dirty="0">
                <a:solidFill>
                  <a:schemeClr val="tx1"/>
                </a:solidFill>
              </a:rPr>
              <a:t> of bytes or words.</a:t>
            </a:r>
          </a:p>
          <a:p>
            <a:pPr marL="321457" indent="-321457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i.e. to define a three-byte array, we write</a:t>
            </a:r>
          </a:p>
          <a:p>
            <a:pPr marL="606304" lvl="1" indent="-303152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B_ARRAY       DB     10h,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20</a:t>
            </a:r>
            <a:r>
              <a:rPr lang="en-US" sz="1969" b="1" dirty="0">
                <a:solidFill>
                  <a:schemeClr val="tx1"/>
                </a:solidFill>
              </a:rPr>
              <a:t>h</a:t>
            </a:r>
            <a:r>
              <a:rPr sz="1969" b="1" dirty="0">
                <a:solidFill>
                  <a:schemeClr val="tx1"/>
                </a:solidFill>
              </a:rPr>
              <a:t>,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30h</a:t>
            </a:r>
          </a:p>
          <a:p>
            <a:pPr marL="606304" lvl="1" indent="-303152" algn="l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N</a:t>
            </a:r>
            <a:r>
              <a:rPr sz="1969" dirty="0">
                <a:solidFill>
                  <a:schemeClr val="tx1"/>
                </a:solidFill>
              </a:rPr>
              <a:t>ame B_ARRAY is associated </a:t>
            </a:r>
            <a:r>
              <a:rPr lang="en-US" sz="1969" dirty="0">
                <a:solidFill>
                  <a:schemeClr val="tx1"/>
                </a:solidFill>
              </a:rPr>
              <a:t>w</a:t>
            </a:r>
            <a:r>
              <a:rPr sz="1969" dirty="0">
                <a:solidFill>
                  <a:schemeClr val="tx1"/>
                </a:solidFill>
              </a:rPr>
              <a:t>ith first byte, B_ARRAY+1 with second and B_ARRAY+2 with third.</a:t>
            </a:r>
          </a:p>
          <a:p>
            <a:pPr marL="606304" lvl="1" indent="-303152" algn="l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endParaRPr sz="2592" dirty="0">
              <a:solidFill>
                <a:srgbClr val="FFFFFF"/>
              </a:solidFill>
            </a:endParaRPr>
          </a:p>
          <a:p>
            <a:pPr marL="606304" lvl="1" indent="-303152" algn="l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endParaRPr sz="2592" dirty="0">
              <a:solidFill>
                <a:srgbClr val="FFFFFF"/>
              </a:solidFill>
            </a:endParaRPr>
          </a:p>
        </p:txBody>
      </p:sp>
      <p:graphicFrame>
        <p:nvGraphicFramePr>
          <p:cNvPr id="75" name="Table 75"/>
          <p:cNvGraphicFramePr/>
          <p:nvPr>
            <p:extLst>
              <p:ext uri="{D42A27DB-BD31-4B8C-83A1-F6EECF244321}">
                <p14:modId xmlns:p14="http://schemas.microsoft.com/office/powerpoint/2010/main" val="673821987"/>
              </p:ext>
            </p:extLst>
          </p:nvPr>
        </p:nvGraphicFramePr>
        <p:xfrm>
          <a:off x="267890" y="4590125"/>
          <a:ext cx="4304109" cy="16073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97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B_ARRAY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200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/>
                        <a:t>10h</a:t>
                      </a:r>
                      <a:endParaRPr sz="25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B_ARRAY+1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/>
                        <a:t>201</a:t>
                      </a:r>
                      <a:endParaRPr sz="25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20h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B_ARRAY+2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/>
                        <a:t>202</a:t>
                      </a:r>
                      <a:endParaRPr sz="25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30h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Array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4D9229-1DE0-E301-CE75-83477DD1F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914" y="4590125"/>
            <a:ext cx="4119863" cy="141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3760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575964" y="1861839"/>
            <a:ext cx="8234336" cy="4898189"/>
          </a:xfrm>
          <a:prstGeom prst="rect">
            <a:avLst/>
          </a:prstGeom>
        </p:spPr>
        <p:txBody>
          <a:bodyPr/>
          <a:lstStyle/>
          <a:p>
            <a:pPr marL="401822" lvl="1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672" b="1" dirty="0">
                <a:solidFill>
                  <a:schemeClr val="tx1"/>
                </a:solidFill>
              </a:rPr>
              <a:t>C</a:t>
            </a:r>
            <a:r>
              <a:rPr sz="2672" b="1" dirty="0">
                <a:solidFill>
                  <a:schemeClr val="tx1"/>
                </a:solidFill>
              </a:rPr>
              <a:t>reate a word array (named MY_W_ARRAY) table of which the starting address is 500 and values are 2000,323,4000 and 1000.</a:t>
            </a:r>
            <a:endParaRPr lang="en-US" sz="2672" b="1" dirty="0">
              <a:solidFill>
                <a:schemeClr val="tx1"/>
              </a:solidFill>
            </a:endParaRPr>
          </a:p>
          <a:p>
            <a:pPr marL="401822" lvl="1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pl-PL" sz="2672" b="1" dirty="0">
                <a:solidFill>
                  <a:schemeClr val="tx1"/>
                </a:solidFill>
              </a:rPr>
              <a:t>MY_W_ARRAY   DW   2000, 323, 4000, 1000</a:t>
            </a:r>
          </a:p>
          <a:p>
            <a:pPr marL="401822" lvl="1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sz="2672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Array Exercise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74C56-A384-9A8C-1E55-1D3707E63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84" y="3771742"/>
            <a:ext cx="6591639" cy="28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696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75">
            <a:extLst>
              <a:ext uri="{FF2B5EF4-FFF2-40B4-BE49-F238E27FC236}">
                <a16:creationId xmlns:a16="http://schemas.microsoft.com/office/drawing/2014/main" id="{D7792972-4617-42A0-AA7D-AFFB7ACF4C85}"/>
              </a:ext>
            </a:extLst>
          </p:cNvPr>
          <p:cNvGraphicFramePr/>
          <p:nvPr/>
        </p:nvGraphicFramePr>
        <p:xfrm>
          <a:off x="1026914" y="3178969"/>
          <a:ext cx="6496697" cy="21431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63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 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500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2000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MY_W_ARRAY+2 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502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323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MY_W_ARRAY+4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504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4000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 +6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506</a:t>
                      </a:r>
                      <a:endParaRPr sz="25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sz="25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324605532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26914" y="2439116"/>
            <a:ext cx="4509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MY_W_ARRAY       DW     2000,323,4000,1000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40634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459460" y="1841816"/>
            <a:ext cx="8528550" cy="5336466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High and Low bytes of Word:</a:t>
            </a:r>
            <a:r>
              <a:rPr sz="1969" dirty="0">
                <a:solidFill>
                  <a:schemeClr val="tx1"/>
                </a:solidFill>
              </a:rPr>
              <a:t> Sometimes we may need to refer to the high and </a:t>
            </a:r>
            <a:r>
              <a:rPr sz="1969" b="1" dirty="0">
                <a:solidFill>
                  <a:schemeClr val="tx1"/>
                </a:solidFill>
              </a:rPr>
              <a:t>low bytes</a:t>
            </a:r>
            <a:r>
              <a:rPr sz="1969" dirty="0">
                <a:solidFill>
                  <a:schemeClr val="tx1"/>
                </a:solidFill>
              </a:rPr>
              <a:t> of a word variable. i.e. if we define,        </a:t>
            </a:r>
          </a:p>
          <a:p>
            <a:pPr marL="684436" lvl="2" indent="-228145" algn="l" defTabSz="299848">
              <a:spcBef>
                <a:spcPts val="2109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WORD1     DW     1234H</a:t>
            </a:r>
          </a:p>
          <a:p>
            <a:pPr marL="456291" lvl="2" indent="0" algn="l" defTabSz="299848">
              <a:spcBef>
                <a:spcPts val="2109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</a:t>
            </a:r>
            <a:r>
              <a:rPr sz="1969" b="1" dirty="0">
                <a:solidFill>
                  <a:schemeClr val="tx1"/>
                </a:solidFill>
              </a:rPr>
              <a:t>low byte </a:t>
            </a:r>
            <a:r>
              <a:rPr sz="1969" dirty="0">
                <a:solidFill>
                  <a:schemeClr val="tx1"/>
                </a:solidFill>
              </a:rPr>
              <a:t>of WORD1 contains 34h (symbolic address: WORD1) and </a:t>
            </a:r>
            <a:r>
              <a:rPr sz="1969" b="1" dirty="0">
                <a:solidFill>
                  <a:schemeClr val="tx1"/>
                </a:solidFill>
              </a:rPr>
              <a:t>High byte</a:t>
            </a:r>
            <a:r>
              <a:rPr sz="1969" dirty="0">
                <a:solidFill>
                  <a:schemeClr val="tx1"/>
                </a:solidFill>
              </a:rPr>
              <a:t> contains 12h (symbolic address: WORD1+1).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Character string: </a:t>
            </a:r>
            <a:r>
              <a:rPr lang="en-US" sz="1969" dirty="0">
                <a:solidFill>
                  <a:schemeClr val="tx1"/>
                </a:solidFill>
              </a:rPr>
              <a:t>A</a:t>
            </a:r>
            <a:r>
              <a:rPr sz="1969" dirty="0">
                <a:solidFill>
                  <a:schemeClr val="tx1"/>
                </a:solidFill>
              </a:rPr>
              <a:t>n array of ASCII codes.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LETTER     DB     ‘ABC’  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LETTER     DB     41h,42h,43h   [ UPPERCASE]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MSG          DB     `HELLO’, 0Ah, 0Dh, ’$’  [combination is also possible]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MSG          DB     48h,45h,4Ch,4Ch,4Fh,0Ah,0Dh,24h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Array (Cont.)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04422C-5A40-96B6-3580-702394F07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065" y="2437925"/>
            <a:ext cx="3435527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5964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body" idx="1"/>
          </p:nvPr>
        </p:nvSpPr>
        <p:spPr>
          <a:xfrm>
            <a:off x="238473" y="2425491"/>
            <a:ext cx="8667053" cy="349415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Using a symbolic name for constant quantity make the assembly code much easier.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EQU (Equates): </a:t>
            </a:r>
            <a:r>
              <a:rPr lang="en-US" sz="2531" dirty="0">
                <a:solidFill>
                  <a:schemeClr val="tx1"/>
                </a:solidFill>
              </a:rPr>
              <a:t>A</a:t>
            </a:r>
            <a:r>
              <a:rPr sz="2531" dirty="0">
                <a:solidFill>
                  <a:schemeClr val="tx1"/>
                </a:solidFill>
              </a:rPr>
              <a:t>ssign a name to a constant</a:t>
            </a: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e.g.   LF   EQU   0Ah   [LF= 0Ah]</a:t>
            </a:r>
            <a:endParaRPr lang="en-US" sz="2531" dirty="0">
              <a:solidFill>
                <a:schemeClr val="tx1"/>
              </a:solidFill>
            </a:endParaRP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( LF=0Ah is applicable to whole code after assigning)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PROMPT   EQU  ‘Type Your Name’</a:t>
            </a: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 **No memory is allocated for EQU names**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Named Constant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95868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1DD0-D143-600E-C9F8-96F1C7DDB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8836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4CAE3-CE06-2768-43B0-A6DD0037A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2340429"/>
            <a:ext cx="7358063" cy="199046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CD299-51BA-194E-D596-4FEEB406C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931" y="2340429"/>
            <a:ext cx="2692538" cy="444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53BE62-42EA-81C9-58C9-6C7B9BA4F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214" y="2940025"/>
            <a:ext cx="6001058" cy="1196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F20320-55D1-247F-9131-79D4340FC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4477973"/>
            <a:ext cx="4026107" cy="10097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62F3F6-C4CA-C244-0061-41FDF1D3C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8915" y="5487675"/>
            <a:ext cx="5601314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8180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374628" y="1788416"/>
            <a:ext cx="8611009" cy="54319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transfer</a:t>
            </a:r>
            <a:r>
              <a:rPr sz="1969" dirty="0">
                <a:solidFill>
                  <a:schemeClr val="tx1"/>
                </a:solidFill>
              </a:rPr>
              <a:t> data between registers, register and memory-location or move number directly into register or memory location.</a:t>
            </a:r>
            <a:endParaRPr lang="en-US" sz="1969" dirty="0">
              <a:solidFill>
                <a:schemeClr val="tx1"/>
              </a:solidFill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</a:t>
            </a:r>
            <a:r>
              <a:rPr lang="en-US" sz="1969" b="1" dirty="0">
                <a:solidFill>
                  <a:schemeClr val="tx1"/>
                </a:solidFill>
              </a:rPr>
              <a:t>:</a:t>
            </a:r>
            <a:r>
              <a:rPr sz="1969" b="1" dirty="0">
                <a:solidFill>
                  <a:schemeClr val="tx1"/>
                </a:solidFill>
              </a:rPr>
              <a:t> </a:t>
            </a:r>
            <a:r>
              <a:rPr lang="en-US" sz="1969" b="1" dirty="0">
                <a:solidFill>
                  <a:schemeClr val="tx1"/>
                </a:solidFill>
              </a:rPr>
              <a:t>     </a:t>
            </a:r>
            <a:r>
              <a:rPr sz="1969" b="1" dirty="0">
                <a:solidFill>
                  <a:schemeClr val="tx1"/>
                </a:solidFill>
              </a:rPr>
              <a:t>MOV    destination, source</a:t>
            </a:r>
          </a:p>
          <a:p>
            <a:pPr lvl="4" indent="578622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MOV     AX, WORD1 </a:t>
            </a:r>
            <a:r>
              <a:rPr sz="1969" dirty="0">
                <a:solidFill>
                  <a:schemeClr val="tx1"/>
                </a:solidFill>
              </a:rPr>
              <a:t>[reads Move WORD1 to AX]</a:t>
            </a:r>
          </a:p>
          <a:p>
            <a:pPr marL="1406376" lvl="4" indent="-281275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endParaRPr sz="2405" b="1" dirty="0">
              <a:solidFill>
                <a:srgbClr val="FFFFFF"/>
              </a:solidFill>
            </a:endParaRPr>
          </a:p>
          <a:p>
            <a:pPr marL="1406376" lvl="4" indent="-281275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endParaRPr sz="2405" b="1" dirty="0">
              <a:solidFill>
                <a:srgbClr val="FFFFFF"/>
              </a:solidFill>
            </a:endParaRPr>
          </a:p>
          <a:p>
            <a:pPr marL="1406376" lvl="4" indent="-281275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endParaRPr sz="2405" b="1" dirty="0">
              <a:solidFill>
                <a:srgbClr val="FFFFFF"/>
              </a:solidFill>
            </a:endParaRPr>
          </a:p>
        </p:txBody>
      </p:sp>
      <p:graphicFrame>
        <p:nvGraphicFramePr>
          <p:cNvPr id="88" name="Table 88"/>
          <p:cNvGraphicFramePr/>
          <p:nvPr>
            <p:extLst>
              <p:ext uri="{D42A27DB-BD31-4B8C-83A1-F6EECF244321}">
                <p14:modId xmlns:p14="http://schemas.microsoft.com/office/powerpoint/2010/main" val="3654799059"/>
              </p:ext>
            </p:extLst>
          </p:nvPr>
        </p:nvGraphicFramePr>
        <p:xfrm>
          <a:off x="374628" y="3767183"/>
          <a:ext cx="3848931" cy="21813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6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Before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After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0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0006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0008</a:t>
                      </a:r>
                      <a:endParaRPr sz="2000" b="1" dirty="0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1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0008</a:t>
                      </a:r>
                      <a:endParaRPr sz="2000" b="1" dirty="0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0008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WORD1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MOV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037230" y="6175588"/>
            <a:ext cx="5854889" cy="395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 indent="578622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/>
              <a:t>**</a:t>
            </a:r>
            <a:r>
              <a:rPr lang="en-US" sz="1969" dirty="0"/>
              <a:t>Copy of WORD is sent to AX</a:t>
            </a:r>
          </a:p>
        </p:txBody>
      </p:sp>
    </p:spTree>
    <p:extLst>
      <p:ext uri="{BB962C8B-B14F-4D97-AF65-F5344CB8AC3E}">
        <p14:creationId xmlns:p14="http://schemas.microsoft.com/office/powerpoint/2010/main" val="23453688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4E62-0AF9-9F16-EC54-64226827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144975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A8A6E-81A4-13CE-3A8B-D22C7BC2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264" y="2808514"/>
            <a:ext cx="6091179" cy="260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0710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Table 91"/>
          <p:cNvGraphicFramePr/>
          <p:nvPr>
            <p:extLst>
              <p:ext uri="{D42A27DB-BD31-4B8C-83A1-F6EECF244321}">
                <p14:modId xmlns:p14="http://schemas.microsoft.com/office/powerpoint/2010/main" val="3279125005"/>
              </p:ext>
            </p:extLst>
          </p:nvPr>
        </p:nvGraphicFramePr>
        <p:xfrm>
          <a:off x="654243" y="2197289"/>
          <a:ext cx="7775580" cy="4359174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555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86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Segment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Memory location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Constant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15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15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Segment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78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illegal: MOV W1,W2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15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Constant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MOV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61580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6303-98B1-7D4F-5920-968B55A3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9490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20F1E0-FEE8-6E24-74AD-F446CD053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3763" y="2148632"/>
            <a:ext cx="76624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interact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interact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Segment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interact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not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Memory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interact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not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other constants. </a:t>
            </a:r>
          </a:p>
        </p:txBody>
      </p:sp>
    </p:spTree>
    <p:extLst>
      <p:ext uri="{BB962C8B-B14F-4D97-AF65-F5344CB8AC3E}">
        <p14:creationId xmlns:p14="http://schemas.microsoft.com/office/powerpoint/2010/main" val="215984910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CE5A-AB4C-5181-1C91-F28BD98FF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434450"/>
            <a:ext cx="7358063" cy="93812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3BD2-6DCF-272D-0A35-A5CD5C157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2264229"/>
            <a:ext cx="7358063" cy="206666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9EEE7-5DEE-4316-4C1B-6A6482B3E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6" y="1480457"/>
            <a:ext cx="7892143" cy="473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6825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body" idx="1"/>
          </p:nvPr>
        </p:nvSpPr>
        <p:spPr>
          <a:xfrm>
            <a:off x="175850" y="1843980"/>
            <a:ext cx="8792300" cy="50140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MOV BX,A ?[assume value of A is 24h] 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U</a:t>
            </a:r>
            <a:r>
              <a:rPr sz="1969" b="1" dirty="0">
                <a:solidFill>
                  <a:schemeClr val="tx1"/>
                </a:solidFill>
              </a:rPr>
              <a:t>sing previous values, find the value of AX and BX from MOV AX, BX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DS,AX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DS,1000h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CS,ES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W1,DS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W1,B1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67670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3290-4183-367D-1A99-9D98DB24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66598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ED92A-400A-2CF6-FE0D-265AAE6A7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70" y="2013857"/>
            <a:ext cx="7097144" cy="3124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EFD89-86FD-E58B-8101-89A5FD108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7" y="2013857"/>
            <a:ext cx="5312228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4400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2867-2B98-822C-492B-63FC4605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79474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15589-273D-81F3-8B0B-018C93F3D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2275114"/>
            <a:ext cx="7358063" cy="205578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5BD68-ADF0-117D-BEC6-27031FC42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6" y="2144486"/>
            <a:ext cx="7564891" cy="251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6966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7E20-9F1A-6B3C-ED18-58E95D71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26" y="679294"/>
            <a:ext cx="7358063" cy="64421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2825-009B-E10F-381A-DB5A60045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1665514"/>
            <a:ext cx="7358063" cy="266538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DD810-A2BE-AC76-5F74-75E82D6D5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8" y="1665514"/>
            <a:ext cx="7358064" cy="266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E64A2-A433-F9EE-5656-D903C80D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524" y="4560628"/>
            <a:ext cx="6153466" cy="12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9705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body" idx="1"/>
          </p:nvPr>
        </p:nvSpPr>
        <p:spPr>
          <a:xfrm>
            <a:off x="474520" y="1897039"/>
            <a:ext cx="8452368" cy="496096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73783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MOV is used to </a:t>
            </a:r>
            <a:r>
              <a:rPr sz="2109" b="1" dirty="0">
                <a:solidFill>
                  <a:schemeClr val="tx1"/>
                </a:solidFill>
              </a:rPr>
              <a:t>exchange</a:t>
            </a:r>
            <a:r>
              <a:rPr sz="2109" dirty="0">
                <a:solidFill>
                  <a:schemeClr val="tx1"/>
                </a:solidFill>
              </a:rPr>
              <a:t> the contents between two registers or register and memory-location.</a:t>
            </a:r>
          </a:p>
          <a:p>
            <a:pPr marL="321457" indent="-321457" algn="l" defTabSz="373783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Syntax: </a:t>
            </a:r>
            <a:r>
              <a:rPr sz="2109" b="1" dirty="0">
                <a:solidFill>
                  <a:schemeClr val="tx1"/>
                </a:solidFill>
              </a:rPr>
              <a:t>XCHG    destination, sourc</a:t>
            </a:r>
            <a:r>
              <a:rPr lang="en-US" sz="2109" b="1" dirty="0">
                <a:solidFill>
                  <a:schemeClr val="tx1"/>
                </a:solidFill>
              </a:rPr>
              <a:t>e</a:t>
            </a:r>
          </a:p>
          <a:p>
            <a:pPr algn="l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lang="en-US" sz="2109" b="1" dirty="0">
                <a:solidFill>
                  <a:schemeClr val="tx1"/>
                </a:solidFill>
              </a:rPr>
              <a:t>                       </a:t>
            </a:r>
            <a:r>
              <a:rPr sz="2109" b="1" dirty="0">
                <a:solidFill>
                  <a:schemeClr val="tx1"/>
                </a:solidFill>
              </a:rPr>
              <a:t> XCHG    AH, BL </a:t>
            </a:r>
            <a:endParaRPr lang="en-US" sz="2109" b="1" dirty="0">
              <a:solidFill>
                <a:schemeClr val="tx1"/>
              </a:solidFill>
            </a:endParaRPr>
          </a:p>
          <a:p>
            <a:pPr algn="l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lang="en-US" sz="2109" dirty="0">
                <a:solidFill>
                  <a:schemeClr val="tx1"/>
                </a:solidFill>
              </a:rPr>
              <a:t>   </a:t>
            </a:r>
            <a:r>
              <a:rPr sz="2109" dirty="0">
                <a:solidFill>
                  <a:schemeClr val="tx1"/>
                </a:solidFill>
              </a:rPr>
              <a:t>[reads exchange value of AH with BL]</a:t>
            </a: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31" b="1" dirty="0">
              <a:solidFill>
                <a:srgbClr val="FFFFFF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31" b="1" dirty="0">
              <a:solidFill>
                <a:schemeClr val="tx1"/>
              </a:solidFill>
            </a:endParaRPr>
          </a:p>
        </p:txBody>
      </p:sp>
      <p:graphicFrame>
        <p:nvGraphicFramePr>
          <p:cNvPr id="98" name="Table 98"/>
          <p:cNvGraphicFramePr/>
          <p:nvPr>
            <p:extLst>
              <p:ext uri="{D42A27DB-BD31-4B8C-83A1-F6EECF244321}">
                <p14:modId xmlns:p14="http://schemas.microsoft.com/office/powerpoint/2010/main" val="1203000671"/>
              </p:ext>
            </p:extLst>
          </p:nvPr>
        </p:nvGraphicFramePr>
        <p:xfrm>
          <a:off x="2288130" y="4627663"/>
          <a:ext cx="4825147" cy="210691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81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99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/>
                        <a:t>               </a:t>
                      </a:r>
                      <a:r>
                        <a:rPr sz="2300" b="1" dirty="0"/>
                        <a:t>Before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/>
                        <a:t>                 </a:t>
                      </a: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1A</a:t>
                      </a:r>
                      <a:endParaRPr sz="2000" b="1">
                        <a:solidFill>
                          <a:srgbClr val="0065C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05</a:t>
                      </a:r>
                      <a:endParaRPr sz="2000" b="1" dirty="0">
                        <a:solidFill>
                          <a:srgbClr val="1D163D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8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AH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AL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AH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AL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160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05</a:t>
                      </a:r>
                      <a:endParaRPr sz="2000" b="1">
                        <a:solidFill>
                          <a:srgbClr val="1D163D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1A</a:t>
                      </a:r>
                      <a:endParaRPr sz="2000" b="1" dirty="0">
                        <a:solidFill>
                          <a:srgbClr val="0065C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68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BH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BL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BH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BL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XCHG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0051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21A7-D371-77F7-3600-A254E703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79474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71BD0-6DFC-21E8-0456-85925BF6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60" y="2240588"/>
            <a:ext cx="3228126" cy="3093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9CE85B-1D00-381C-B79B-F98B2D9D9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515" y="3614057"/>
            <a:ext cx="4129517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8879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101"/>
          <p:cNvGraphicFramePr/>
          <p:nvPr>
            <p:extLst>
              <p:ext uri="{D42A27DB-BD31-4B8C-83A1-F6EECF244321}">
                <p14:modId xmlns:p14="http://schemas.microsoft.com/office/powerpoint/2010/main" val="4056827155"/>
              </p:ext>
            </p:extLst>
          </p:nvPr>
        </p:nvGraphicFramePr>
        <p:xfrm>
          <a:off x="644706" y="2183642"/>
          <a:ext cx="7666782" cy="4479933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555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331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31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331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Memory location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illegal: XCHG W1,W2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XCHG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44076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body" idx="1"/>
          </p:nvPr>
        </p:nvSpPr>
        <p:spPr>
          <a:xfrm>
            <a:off x="723731" y="1662889"/>
            <a:ext cx="8118994" cy="4742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1639" indent="-361639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XCHG BX,A?[assume value of A is 15h].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Also find, AX and A after MOV AX,A ?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U</a:t>
            </a:r>
            <a:r>
              <a:rPr sz="1969" b="1" dirty="0">
                <a:solidFill>
                  <a:schemeClr val="tx1"/>
                </a:solidFill>
              </a:rPr>
              <a:t>sing previous values, find the value of AX and BX from XCHG AX, BX?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787570" lvl="2" indent="-262523" defTabSz="345030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XCHG W1,W2</a:t>
            </a:r>
          </a:p>
          <a:p>
            <a:pPr marL="787570" lvl="2" indent="-262523" defTabSz="345030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XCHG AX,W1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13665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A8C6-B247-D9A1-13BA-F05814AB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905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8F6F5-7386-080A-7665-B29DF673C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2307771"/>
            <a:ext cx="7358063" cy="202312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289CA-F6BE-73F2-550F-B7D86E35F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70" y="2057401"/>
            <a:ext cx="7478144" cy="337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6788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C091E-AE12-540F-8E1D-C0CFF473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4A8E-2D52-7BC5-AC4A-A2CDA3F4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905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A150B-204A-5B8E-45D7-6DDF20D3B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2307771"/>
            <a:ext cx="7358063" cy="202312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464B6D-BDF0-E837-511D-154986D1C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9" y="2057401"/>
            <a:ext cx="7521688" cy="229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97927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9F2E-0579-CEF1-7112-B29800D6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E52D-4EF2-FE00-2413-94532D6F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1"/>
            <a:ext cx="7358063" cy="905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F8BC5-E49B-0DB1-7F6B-687BF2C0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69" y="2307771"/>
            <a:ext cx="7358063" cy="202312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3B099-5477-127B-D5C6-DAEC6D229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70" y="2057401"/>
            <a:ext cx="7478144" cy="301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9848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C14E-7E6E-C4A1-8A37-09E42C1D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1232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09E57-7A94-8CB1-9A12-0BB6D1DC1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40D8B-D2E5-2A59-1EE8-37D2A1A96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8" y="3098857"/>
            <a:ext cx="7554345" cy="146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0581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title"/>
          </p:nvPr>
        </p:nvSpPr>
        <p:spPr>
          <a:xfrm>
            <a:off x="895946" y="3469184"/>
            <a:ext cx="7382619" cy="1947628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40923">
              <a:spcBef>
                <a:spcPts val="2391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Using Register</a:t>
            </a:r>
            <a:r>
              <a:rPr lang="en-US" sz="2531" dirty="0">
                <a:solidFill>
                  <a:schemeClr val="tx1"/>
                </a:solidFill>
              </a:rPr>
              <a:t>,</a:t>
            </a:r>
            <a:endParaRPr sz="2531" dirty="0">
              <a:solidFill>
                <a:schemeClr val="tx1"/>
              </a:solidFill>
            </a:endParaRP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                      MOV AX, W2</a:t>
            </a:r>
            <a:br>
              <a:rPr lang="en-US" sz="2531" dirty="0">
                <a:solidFill>
                  <a:schemeClr val="tx1"/>
                </a:solidFill>
              </a:rPr>
            </a:br>
            <a:r>
              <a:rPr lang="en-US" sz="2531" dirty="0">
                <a:solidFill>
                  <a:schemeClr val="tx1"/>
                </a:solidFill>
              </a:rPr>
              <a:t>				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lang="en-US" sz="2531" dirty="0">
                <a:solidFill>
                  <a:schemeClr val="tx1"/>
                </a:solidFill>
              </a:rPr>
              <a:t>XCHG 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lang="en-US" sz="2531" dirty="0">
                <a:solidFill>
                  <a:schemeClr val="tx1"/>
                </a:solidFill>
              </a:rPr>
              <a:t>AX</a:t>
            </a:r>
            <a:r>
              <a:rPr sz="2531" dirty="0">
                <a:solidFill>
                  <a:schemeClr val="tx1"/>
                </a:solidFill>
              </a:rPr>
              <a:t>,W2</a:t>
            </a:r>
            <a:br>
              <a:rPr lang="en-US" sz="2531" dirty="0">
                <a:solidFill>
                  <a:schemeClr val="tx1"/>
                </a:solidFill>
              </a:rPr>
            </a:br>
            <a:r>
              <a:rPr lang="en-US" sz="2531" dirty="0">
                <a:solidFill>
                  <a:schemeClr val="tx1"/>
                </a:solidFill>
              </a:rPr>
              <a:t>				MOV W1, AX</a:t>
            </a:r>
            <a:endParaRPr sz="2531" dirty="0">
              <a:solidFill>
                <a:schemeClr val="tx1"/>
              </a:solidFill>
            </a:endParaRPr>
          </a:p>
        </p:txBody>
      </p:sp>
      <p:sp>
        <p:nvSpPr>
          <p:cNvPr id="107" name="Shape 107"/>
          <p:cNvSpPr>
            <a:spLocks noGrp="1"/>
          </p:cNvSpPr>
          <p:nvPr>
            <p:ph type="body" idx="1"/>
          </p:nvPr>
        </p:nvSpPr>
        <p:spPr>
          <a:xfrm>
            <a:off x="895946" y="1924736"/>
            <a:ext cx="7804547" cy="177547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XCHG or MOV operation is not allowed between memory locations. So, What could be the way out?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6124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2D1A9-39CD-2ED0-9695-0557811B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>
            <a:extLst>
              <a:ext uri="{FF2B5EF4-FFF2-40B4-BE49-F238E27FC236}">
                <a16:creationId xmlns:a16="http://schemas.microsoft.com/office/drawing/2014/main" id="{9878DB0B-314E-6297-121E-3E82ACE5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946" y="3469184"/>
            <a:ext cx="7382619" cy="1947628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40923">
              <a:spcBef>
                <a:spcPts val="2391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Using Register</a:t>
            </a:r>
            <a:r>
              <a:rPr lang="en-US" sz="2531" dirty="0">
                <a:solidFill>
                  <a:schemeClr val="tx1"/>
                </a:solidFill>
              </a:rPr>
              <a:t>,</a:t>
            </a:r>
            <a:endParaRPr sz="2531" dirty="0">
              <a:solidFill>
                <a:schemeClr val="tx1"/>
              </a:solidFill>
            </a:endParaRP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                      MOV AX, W2</a:t>
            </a:r>
            <a:br>
              <a:rPr lang="en-US" sz="2531" dirty="0">
                <a:solidFill>
                  <a:schemeClr val="tx1"/>
                </a:solidFill>
              </a:rPr>
            </a:br>
            <a:r>
              <a:rPr lang="en-US" sz="2531" dirty="0">
                <a:solidFill>
                  <a:schemeClr val="tx1"/>
                </a:solidFill>
              </a:rPr>
              <a:t>				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lang="en-US" sz="2531" dirty="0">
                <a:solidFill>
                  <a:schemeClr val="tx1"/>
                </a:solidFill>
              </a:rPr>
              <a:t>XCHG 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lang="en-US" sz="2531" dirty="0">
                <a:solidFill>
                  <a:schemeClr val="tx1"/>
                </a:solidFill>
              </a:rPr>
              <a:t>AX</a:t>
            </a:r>
            <a:r>
              <a:rPr sz="2531" dirty="0">
                <a:solidFill>
                  <a:schemeClr val="tx1"/>
                </a:solidFill>
              </a:rPr>
              <a:t>,W2</a:t>
            </a:r>
            <a:br>
              <a:rPr lang="en-US" sz="2531" dirty="0">
                <a:solidFill>
                  <a:schemeClr val="tx1"/>
                </a:solidFill>
              </a:rPr>
            </a:br>
            <a:r>
              <a:rPr lang="en-US" sz="2531" dirty="0">
                <a:solidFill>
                  <a:schemeClr val="tx1"/>
                </a:solidFill>
              </a:rPr>
              <a:t>				MOV W1, AX</a:t>
            </a:r>
            <a:endParaRPr sz="2531" dirty="0">
              <a:solidFill>
                <a:schemeClr val="tx1"/>
              </a:solidFill>
            </a:endParaRPr>
          </a:p>
        </p:txBody>
      </p:sp>
      <p:sp>
        <p:nvSpPr>
          <p:cNvPr id="107" name="Shape 107">
            <a:extLst>
              <a:ext uri="{FF2B5EF4-FFF2-40B4-BE49-F238E27FC236}">
                <a16:creationId xmlns:a16="http://schemas.microsoft.com/office/drawing/2014/main" id="{6BA6CEE5-E947-AA83-55E8-3974228E7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946" y="1924736"/>
            <a:ext cx="7804547" cy="150426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XCHG or MOV operation is generally not allowed between memory locations. The solution is to use a register as an intermediary to hold the data during the operation. </a:t>
            </a:r>
            <a:endParaRPr sz="2531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21C7E-995A-DC74-6711-A51013178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>
            <a:extLst>
              <a:ext uri="{FF2B5EF4-FFF2-40B4-BE49-F238E27FC236}">
                <a16:creationId xmlns:a16="http://schemas.microsoft.com/office/drawing/2014/main" id="{192657BA-2BE1-AECC-9044-4F9E965EF01F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43904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9F1F-89FC-20EE-3B78-967FE763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>
            <a:extLst>
              <a:ext uri="{FF2B5EF4-FFF2-40B4-BE49-F238E27FC236}">
                <a16:creationId xmlns:a16="http://schemas.microsoft.com/office/drawing/2014/main" id="{1C34BAA7-08BC-D033-8604-E73050977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946" y="1924736"/>
            <a:ext cx="7804547" cy="150426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XCHG or MOV operation is generally not allowed between memory locations. The solution is to use a register as an intermediary to hold the data during the operation. </a:t>
            </a:r>
            <a:endParaRPr sz="2531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A321A-7CD8-F32F-998B-64D52CC9E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>
            <a:extLst>
              <a:ext uri="{FF2B5EF4-FFF2-40B4-BE49-F238E27FC236}">
                <a16:creationId xmlns:a16="http://schemas.microsoft.com/office/drawing/2014/main" id="{F57FB520-CE60-FED6-3480-4ADC884C868E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46CC5-4061-0334-DE54-3C8B2E0E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772" y="3565320"/>
            <a:ext cx="7130143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30677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body" idx="1"/>
          </p:nvPr>
        </p:nvSpPr>
        <p:spPr>
          <a:xfrm>
            <a:off x="464591" y="1815712"/>
            <a:ext cx="8207777" cy="504228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21457" indent="-321457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add</a:t>
            </a:r>
            <a:r>
              <a:rPr sz="1969" dirty="0">
                <a:solidFill>
                  <a:schemeClr val="tx1"/>
                </a:solidFill>
              </a:rPr>
              <a:t> content of two registers, register and memory-location or add a number to register or memory location.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ADD    destination, source</a:t>
            </a:r>
          </a:p>
          <a:p>
            <a:pPr lvl="4" indent="546477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ADD     WORD1,AX </a:t>
            </a:r>
            <a:r>
              <a:rPr sz="1969" dirty="0">
                <a:solidFill>
                  <a:schemeClr val="tx1"/>
                </a:solidFill>
              </a:rPr>
              <a:t>[reads Add AX to WORD1]</a:t>
            </a: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  <a:p>
            <a:pPr marL="1328244" lvl="4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**</a:t>
            </a:r>
            <a:r>
              <a:rPr lang="en-US" sz="1969" dirty="0">
                <a:solidFill>
                  <a:schemeClr val="tx1"/>
                </a:solidFill>
              </a:rPr>
              <a:t>Copy of WORD1 is added with content of AX and stored in WORD1</a:t>
            </a:r>
          </a:p>
          <a:p>
            <a:pPr marL="1328244" lvl="4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</p:txBody>
      </p:sp>
      <p:graphicFrame>
        <p:nvGraphicFramePr>
          <p:cNvPr id="111" name="Table 111"/>
          <p:cNvGraphicFramePr/>
          <p:nvPr>
            <p:extLst>
              <p:ext uri="{D42A27DB-BD31-4B8C-83A1-F6EECF244321}">
                <p14:modId xmlns:p14="http://schemas.microsoft.com/office/powerpoint/2010/main" val="1186514579"/>
              </p:ext>
            </p:extLst>
          </p:nvPr>
        </p:nvGraphicFramePr>
        <p:xfrm>
          <a:off x="1492434" y="3647395"/>
          <a:ext cx="6152089" cy="21813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/>
                        <a:t>               </a:t>
                      </a:r>
                      <a:r>
                        <a:rPr sz="2000" b="1" dirty="0"/>
                        <a:t>Before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/>
                        <a:t>                  </a:t>
                      </a:r>
                      <a:r>
                        <a:rPr sz="2000" b="1" dirty="0"/>
                        <a:t>After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0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/>
                        <a:t> </a:t>
                      </a:r>
                      <a:r>
                        <a:rPr sz="2000" b="1" dirty="0"/>
                        <a:t>01BC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01BC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1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0523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06DF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ADD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51456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Table 114"/>
          <p:cNvGraphicFramePr/>
          <p:nvPr/>
        </p:nvGraphicFramePr>
        <p:xfrm>
          <a:off x="644705" y="1627226"/>
          <a:ext cx="8204295" cy="4817984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734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illegal: ADD W1,W2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Constant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ADD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371975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xfrm>
            <a:off x="512503" y="2216836"/>
            <a:ext cx="8118994" cy="39871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ADD BX,A ?[assume value of BX is 5h and A is 9h] 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using previous values[AX=9h], find the value of AX and BX from ADD AX, BX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 B1,B2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 AL,56</a:t>
            </a:r>
            <a:r>
              <a:rPr lang="en-US" sz="1969" b="1" dirty="0">
                <a:solidFill>
                  <a:schemeClr val="tx1"/>
                </a:solidFill>
              </a:rPr>
              <a:t>H</a:t>
            </a:r>
            <a:r>
              <a:rPr sz="1969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9972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5455-86AA-BC41-18FB-422F4AC4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12A20E-26C0-3628-B2B0-E9EB805CC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73EF78AF-38AB-6D47-CB80-A4EA38518033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1D2783-FD3E-287C-7273-4E56187EC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8" y="2044629"/>
            <a:ext cx="8327571" cy="324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76018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24DB-AA3F-A8CF-C153-75BD47EE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92286F-E297-DB3F-47E0-EEF275929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7B4FBE9C-7BC3-059A-F0C4-C785CB0D9673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13DD4-C3DB-E1E9-0809-F6ABC8ED9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86" y="2019227"/>
            <a:ext cx="7021285" cy="331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49735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body" idx="1"/>
          </p:nvPr>
        </p:nvSpPr>
        <p:spPr>
          <a:xfrm>
            <a:off x="489241" y="1800291"/>
            <a:ext cx="8303503" cy="518109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SUB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subtract</a:t>
            </a:r>
            <a:r>
              <a:rPr sz="1969" dirty="0">
                <a:solidFill>
                  <a:schemeClr val="tx1"/>
                </a:solidFill>
              </a:rPr>
              <a:t> content of two registers, register and memory-location or subtract a number from register or memory location.</a:t>
            </a:r>
          </a:p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SUB    destination, source</a:t>
            </a:r>
          </a:p>
          <a:p>
            <a:pPr lvl="4" indent="591481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SUB     AX,DX </a:t>
            </a:r>
            <a:r>
              <a:rPr sz="1969" dirty="0">
                <a:solidFill>
                  <a:schemeClr val="tx1"/>
                </a:solidFill>
              </a:rPr>
              <a:t>[reads Subtract DX from AX]</a:t>
            </a: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1969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1969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rgbClr val="FFFFFF"/>
              </a:solidFill>
            </a:endParaRPr>
          </a:p>
          <a:p>
            <a:pPr marL="1437629" lvl="4" indent="-287526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1969" dirty="0">
              <a:solidFill>
                <a:srgbClr val="FFFFFF"/>
              </a:solidFill>
            </a:endParaRPr>
          </a:p>
          <a:p>
            <a:pPr marL="1437629" lvl="4" indent="-287526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**</a:t>
            </a:r>
            <a:r>
              <a:rPr lang="en-US" sz="1969" dirty="0">
                <a:solidFill>
                  <a:schemeClr val="tx1"/>
                </a:solidFill>
              </a:rPr>
              <a:t>Subtracts the content of DX from AX and stored in AX.</a:t>
            </a:r>
          </a:p>
          <a:p>
            <a:pPr marL="1437629" lvl="4" indent="-287526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rgbClr val="FFFFFF"/>
              </a:solidFill>
            </a:endParaRPr>
          </a:p>
        </p:txBody>
      </p:sp>
      <p:graphicFrame>
        <p:nvGraphicFramePr>
          <p:cNvPr id="121" name="Table 121"/>
          <p:cNvGraphicFramePr/>
          <p:nvPr/>
        </p:nvGraphicFramePr>
        <p:xfrm>
          <a:off x="1797472" y="3685716"/>
          <a:ext cx="6152089" cy="222704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sz="2300" b="1" dirty="0">
                          <a:solidFill>
                            <a:schemeClr val="tx1"/>
                          </a:solidFill>
                        </a:rPr>
                        <a:t>Before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/>
                        <a:t>            </a:t>
                      </a: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0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0000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FFFF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1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0001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0001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DX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DX</a:t>
                      </a:r>
                      <a:endParaRPr lang="en-US"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SUB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688890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Table 124"/>
          <p:cNvGraphicFramePr/>
          <p:nvPr>
            <p:extLst>
              <p:ext uri="{D42A27DB-BD31-4B8C-83A1-F6EECF244321}">
                <p14:modId xmlns:p14="http://schemas.microsoft.com/office/powerpoint/2010/main" val="2092819976"/>
              </p:ext>
            </p:extLst>
          </p:nvPr>
        </p:nvGraphicFramePr>
        <p:xfrm>
          <a:off x="604521" y="1788416"/>
          <a:ext cx="8204295" cy="486465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734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1167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illegal: SUB W1,W2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Constant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SUB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140169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8270-3384-BA16-A969-76A6CF9A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EA5E69-5731-8823-8AF1-519502812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70CD118A-E25A-37BF-9375-CE08F31E6657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SUB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1D909-FBBD-6C37-462A-840E83E7E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886" y="1915886"/>
            <a:ext cx="6407437" cy="1944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A8B5D-AAA9-2122-937C-E8FCAA176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886" y="4086270"/>
            <a:ext cx="5399314" cy="200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85776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730542" y="2110908"/>
            <a:ext cx="8118994" cy="4420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SUB BX,A ?[assume value of BX is F and A is 9h] 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U</a:t>
            </a:r>
            <a:r>
              <a:rPr sz="1969" b="1" dirty="0">
                <a:solidFill>
                  <a:schemeClr val="tx1"/>
                </a:solidFill>
              </a:rPr>
              <a:t>sing previous values[AX=9h], find the value of AX and BX from SUB AX, BX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SUB B1,B2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SUB AL,56</a:t>
            </a:r>
            <a:r>
              <a:rPr lang="en-US" sz="1969" b="1" dirty="0">
                <a:solidFill>
                  <a:schemeClr val="tx1"/>
                </a:solidFill>
              </a:rPr>
              <a:t>H</a:t>
            </a:r>
            <a:r>
              <a:rPr sz="1969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177530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A10AA-0BE5-F121-67B8-5265C33E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F1BB43-D540-CDB7-9478-C8C9C5EF5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5906C706-0205-DF29-3621-18CEE0764078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61E3D-A234-1F75-F0A1-5727C47CE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29" y="2009701"/>
            <a:ext cx="7837714" cy="344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10743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04D98-CD05-A501-7B18-6C25777EB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32F30D-35DA-22C2-4A4F-5FD995866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AF18DB8F-1D61-3134-5FF7-201D657584CE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92DBDB-1E21-E251-CB6B-DF25CE503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" y="2025577"/>
            <a:ext cx="7685314" cy="365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65537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936C2-A35A-470F-458C-85AF0828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A9F68-B37B-4E68-F899-A7788E989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0A09D98A-067F-4163-F00F-BB879E59CCFB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29806-442B-9083-F437-40DE84978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57" y="1940323"/>
            <a:ext cx="7043057" cy="2171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D70E41-5D79-0344-5549-EAD3A36C6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07" y="4264042"/>
            <a:ext cx="6538849" cy="141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82528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body" idx="1"/>
          </p:nvPr>
        </p:nvSpPr>
        <p:spPr>
          <a:xfrm>
            <a:off x="374628" y="1788416"/>
            <a:ext cx="8611009" cy="552794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86106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INC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add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1</a:t>
            </a:r>
            <a:r>
              <a:rPr sz="1969" dirty="0">
                <a:solidFill>
                  <a:schemeClr val="tx1"/>
                </a:solidFill>
              </a:rPr>
              <a:t> to the contents of a register or memory-location.</a:t>
            </a:r>
          </a:p>
          <a:p>
            <a:pPr marL="321457" indent="-321457" algn="l" defTabSz="386106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INC   destination</a:t>
            </a:r>
          </a:p>
          <a:p>
            <a:pPr lvl="4" indent="604340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INC     WORD1 </a:t>
            </a:r>
            <a:r>
              <a:rPr sz="1969" dirty="0">
                <a:solidFill>
                  <a:schemeClr val="tx1"/>
                </a:solidFill>
              </a:rPr>
              <a:t>[reads Add 1 to WORD1]</a:t>
            </a: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algn="l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algn="l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** 1 </a:t>
            </a:r>
            <a:r>
              <a:rPr lang="en-US" sz="1969" dirty="0">
                <a:solidFill>
                  <a:schemeClr val="tx1"/>
                </a:solidFill>
              </a:rPr>
              <a:t>is added to WORD1 and result is stored in WORD1</a:t>
            </a:r>
          </a:p>
          <a:p>
            <a:pPr marL="1468881" lvl="4" indent="-293776" algn="l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sz="2511" b="1" dirty="0">
              <a:solidFill>
                <a:srgbClr val="FFFFFF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sz="2511" b="1" dirty="0">
              <a:solidFill>
                <a:srgbClr val="FFFFFF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sz="2511" b="1" dirty="0">
              <a:solidFill>
                <a:srgbClr val="FFFFFF"/>
              </a:solidFill>
            </a:endParaRPr>
          </a:p>
        </p:txBody>
      </p:sp>
      <p:graphicFrame>
        <p:nvGraphicFramePr>
          <p:cNvPr id="131" name="Table 131"/>
          <p:cNvGraphicFramePr/>
          <p:nvPr>
            <p:extLst>
              <p:ext uri="{D42A27DB-BD31-4B8C-83A1-F6EECF244321}">
                <p14:modId xmlns:p14="http://schemas.microsoft.com/office/powerpoint/2010/main" val="4196762855"/>
              </p:ext>
            </p:extLst>
          </p:nvPr>
        </p:nvGraphicFramePr>
        <p:xfrm>
          <a:off x="1604087" y="3824198"/>
          <a:ext cx="6152089" cy="217182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5424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Before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61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0002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0003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789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WORD1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INC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123082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body" idx="1"/>
          </p:nvPr>
        </p:nvSpPr>
        <p:spPr>
          <a:xfrm>
            <a:off x="772314" y="2472617"/>
            <a:ext cx="8118994" cy="4420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What is the value of BX and A?[assume BX=3h and A=9h]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INC BX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INC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349170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1F09-3780-24C4-93B2-FA246517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2DAD4A-E981-5A30-B351-02CEA79D4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4639E3B6-BD8D-0B5D-8136-8E33714DA97B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B4302E-35DE-9B24-536D-7D9114CDF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429" y="2013857"/>
            <a:ext cx="6128657" cy="43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79429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body" idx="1"/>
          </p:nvPr>
        </p:nvSpPr>
        <p:spPr>
          <a:xfrm>
            <a:off x="630309" y="1841636"/>
            <a:ext cx="7511679" cy="501937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DEC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subtract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1</a:t>
            </a:r>
            <a:r>
              <a:rPr sz="1969" dirty="0">
                <a:solidFill>
                  <a:schemeClr val="tx1"/>
                </a:solidFill>
              </a:rPr>
              <a:t> from the contents of a register or memory-location.</a:t>
            </a:r>
          </a:p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DEC   destination</a:t>
            </a:r>
          </a:p>
          <a:p>
            <a:pPr lvl="4" indent="591481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 DEC     WORD1 </a:t>
            </a:r>
            <a:r>
              <a:rPr sz="1969" dirty="0">
                <a:solidFill>
                  <a:schemeClr val="tx1"/>
                </a:solidFill>
              </a:rPr>
              <a:t>[reads subtract 1 from WORD1]</a:t>
            </a: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58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58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58" b="1" dirty="0">
              <a:solidFill>
                <a:srgbClr val="FFFFFF"/>
              </a:solidFill>
            </a:endParaRPr>
          </a:p>
          <a:p>
            <a:pPr lvl="4" indent="591481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** 1 </a:t>
            </a:r>
            <a:r>
              <a:rPr sz="1969" dirty="0">
                <a:solidFill>
                  <a:schemeClr val="tx1"/>
                </a:solidFill>
              </a:rPr>
              <a:t>is subtracted from BYTE1 and result is stored in BYTE1</a:t>
            </a:r>
          </a:p>
        </p:txBody>
      </p:sp>
      <p:graphicFrame>
        <p:nvGraphicFramePr>
          <p:cNvPr id="138" name="Table 138"/>
          <p:cNvGraphicFramePr/>
          <p:nvPr>
            <p:extLst>
              <p:ext uri="{D42A27DB-BD31-4B8C-83A1-F6EECF244321}">
                <p14:modId xmlns:p14="http://schemas.microsoft.com/office/powerpoint/2010/main" val="3838492898"/>
              </p:ext>
            </p:extLst>
          </p:nvPr>
        </p:nvGraphicFramePr>
        <p:xfrm>
          <a:off x="1817424" y="3925396"/>
          <a:ext cx="6152089" cy="209334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4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Before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61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FFFE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FFFD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789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DEC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644393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756819" y="2437805"/>
            <a:ext cx="8118994" cy="4420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What is the value of BX and A?[assume BX=3h and A=9h]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DEC BX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DEC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82462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C527-3E14-CA05-7AB8-4A61F431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957427-DCC6-E56A-60DD-D58D5D10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B8320A19-8CCE-C9B0-E214-A2B55322933C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9CC9F-E733-55A3-316F-A85E409DE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07" y="1926219"/>
            <a:ext cx="6044822" cy="424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25239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/>
          </p:cNvSpPr>
          <p:nvPr>
            <p:ph type="body" idx="1"/>
          </p:nvPr>
        </p:nvSpPr>
        <p:spPr>
          <a:xfrm>
            <a:off x="433660" y="1829439"/>
            <a:ext cx="8426019" cy="52471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NEG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negate</a:t>
            </a:r>
            <a:r>
              <a:rPr sz="1969" dirty="0">
                <a:solidFill>
                  <a:schemeClr val="tx1"/>
                </a:solidFill>
              </a:rPr>
              <a:t> the contents of the destination</a:t>
            </a:r>
          </a:p>
          <a:p>
            <a:pPr marL="265649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NEG does this by replacing the contents by its two’s complement.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NEG     destination</a:t>
            </a:r>
          </a:p>
          <a:p>
            <a:pPr lvl="4" indent="546477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NEG     BX </a:t>
            </a:r>
            <a:r>
              <a:rPr sz="1969" dirty="0">
                <a:solidFill>
                  <a:schemeClr val="tx1"/>
                </a:solidFill>
              </a:rPr>
              <a:t>[reads negate the contents of BX]</a:t>
            </a: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lvl="4" indent="546477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  <a:p>
            <a:pPr lvl="4" indent="546477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** </a:t>
            </a:r>
            <a:r>
              <a:rPr lang="en-US" sz="1969" dirty="0">
                <a:solidFill>
                  <a:schemeClr val="tx1"/>
                </a:solidFill>
              </a:rPr>
              <a:t>T</a:t>
            </a:r>
            <a:r>
              <a:rPr sz="1969" dirty="0">
                <a:solidFill>
                  <a:schemeClr val="tx1"/>
                </a:solidFill>
              </a:rPr>
              <a:t>he content of BX is replaced with its two’s complement</a:t>
            </a:r>
          </a:p>
        </p:txBody>
      </p:sp>
      <p:graphicFrame>
        <p:nvGraphicFramePr>
          <p:cNvPr id="145" name="Table 145"/>
          <p:cNvGraphicFramePr/>
          <p:nvPr>
            <p:extLst>
              <p:ext uri="{D42A27DB-BD31-4B8C-83A1-F6EECF244321}">
                <p14:modId xmlns:p14="http://schemas.microsoft.com/office/powerpoint/2010/main" val="3608778883"/>
              </p:ext>
            </p:extLst>
          </p:nvPr>
        </p:nvGraphicFramePr>
        <p:xfrm>
          <a:off x="1906095" y="4138928"/>
          <a:ext cx="6152089" cy="191967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007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>
                          <a:solidFill>
                            <a:schemeClr val="tx1"/>
                          </a:solidFill>
                        </a:rPr>
                        <a:t>Before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75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0002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FFFE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92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NEG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07044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C95B-AF14-CDD8-5775-31479827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>
            <a:extLst>
              <a:ext uri="{FF2B5EF4-FFF2-40B4-BE49-F238E27FC236}">
                <a16:creationId xmlns:a16="http://schemas.microsoft.com/office/drawing/2014/main" id="{53DA26C1-9E52-71E9-2518-BA54EE516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660" y="1829439"/>
            <a:ext cx="8426019" cy="52471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NEG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negate</a:t>
            </a:r>
            <a:r>
              <a:rPr sz="1969" dirty="0">
                <a:solidFill>
                  <a:schemeClr val="tx1"/>
                </a:solidFill>
              </a:rPr>
              <a:t> the contents of the destination</a:t>
            </a:r>
          </a:p>
          <a:p>
            <a:pPr marL="265649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NEG does this by replacing the contents by its two’s complement.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NEG     destination</a:t>
            </a: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lvl="4" indent="546477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  <a:p>
            <a:pPr lvl="4" indent="546477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** </a:t>
            </a:r>
            <a:r>
              <a:rPr lang="en-US" sz="1969" dirty="0">
                <a:solidFill>
                  <a:schemeClr val="tx1"/>
                </a:solidFill>
              </a:rPr>
              <a:t>T</a:t>
            </a:r>
            <a:r>
              <a:rPr sz="1969" dirty="0">
                <a:solidFill>
                  <a:schemeClr val="tx1"/>
                </a:solidFill>
              </a:rPr>
              <a:t>he content of BX is replaced with its two’s complement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3EDDB-C79C-7AE7-18A6-977B024A3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>
            <a:extLst>
              <a:ext uri="{FF2B5EF4-FFF2-40B4-BE49-F238E27FC236}">
                <a16:creationId xmlns:a16="http://schemas.microsoft.com/office/drawing/2014/main" id="{8087CF2F-A071-9185-6A56-D10D00101C1B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NEG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FFF67-5AB0-4020-1FFC-91A6F7B88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43" y="3548743"/>
            <a:ext cx="7532913" cy="30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36935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body" idx="1"/>
          </p:nvPr>
        </p:nvSpPr>
        <p:spPr>
          <a:xfrm>
            <a:off x="715120" y="2965958"/>
            <a:ext cx="8118994" cy="363075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What is the value of BX and A? [assume BX=3h and A=9h]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NEG BX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NEG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291655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A49B-684A-2A95-015F-5D20AE31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666ABB-C1D3-5471-A612-EF787553F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0243DD2E-4DF6-AA01-6337-A8D997EB26CF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4C7EB1-EC55-D32C-6697-BD364D354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05" y="2146665"/>
            <a:ext cx="6957924" cy="425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91135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C87F-2E97-AE51-2E0D-8046E210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7B373C-883C-7B34-23BB-18DEA2D0F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1E9D394E-115E-D2C5-4F5F-5EB5526AF75D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8F7EDA-3A61-55C1-75B5-5A6B4BBBB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59" y="2010595"/>
            <a:ext cx="7193327" cy="429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52266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body" idx="1"/>
          </p:nvPr>
        </p:nvSpPr>
        <p:spPr>
          <a:xfrm>
            <a:off x="765859" y="2252658"/>
            <a:ext cx="8170973" cy="3778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operand of the preceding two-operand instruction MUST be same type. (i.e. both bytes or words). Thus,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MOV AX,BYTE1    ; its illegal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MOV AH,’A’           ; legal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MOV AX,’A’            ; legal if source is a word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Agreement of Operator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45603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6E45-394E-B5BE-4C08-72051D20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>
            <a:extLst>
              <a:ext uri="{FF2B5EF4-FFF2-40B4-BE49-F238E27FC236}">
                <a16:creationId xmlns:a16="http://schemas.microsoft.com/office/drawing/2014/main" id="{F2A62B77-7A73-6E3D-6679-9B121EA78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859" y="2252658"/>
            <a:ext cx="8170973" cy="3778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800" dirty="0"/>
              <a:t>In assembly language instructions, when using a </a:t>
            </a:r>
            <a:r>
              <a:rPr lang="en-US" sz="2800" b="1" dirty="0"/>
              <a:t>two-operand instruction</a:t>
            </a:r>
            <a:r>
              <a:rPr lang="en-US" sz="2800" dirty="0"/>
              <a:t>, both operands must be of the same </a:t>
            </a:r>
            <a:r>
              <a:rPr lang="en-US" sz="2800" b="1" dirty="0"/>
              <a:t>size</a:t>
            </a:r>
            <a:r>
              <a:rPr lang="en-US" sz="2800" dirty="0"/>
              <a:t> or </a:t>
            </a:r>
            <a:r>
              <a:rPr lang="en-US" sz="2800" b="1" dirty="0"/>
              <a:t>type</a:t>
            </a:r>
            <a:r>
              <a:rPr lang="en-US" sz="2800" dirty="0"/>
              <a:t>. That is, both operands must either be </a:t>
            </a:r>
            <a:r>
              <a:rPr lang="en-US" sz="2800" b="1" dirty="0"/>
              <a:t>bytes</a:t>
            </a:r>
            <a:r>
              <a:rPr lang="en-US" sz="2800" dirty="0"/>
              <a:t> or both must be </a:t>
            </a:r>
            <a:r>
              <a:rPr lang="en-US" sz="2800" b="1" dirty="0"/>
              <a:t>words</a:t>
            </a:r>
            <a:r>
              <a:rPr lang="en-US" sz="2800" dirty="0"/>
              <a:t> (16-bit values).</a:t>
            </a:r>
            <a:endParaRPr sz="2531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416ED-1795-481A-066D-5D1E7EE00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A8729855-D548-F6AC-8B68-4CA5B49DFC6F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Agreement of Operator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270074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B2195-BF5A-4581-C7AA-F51F8977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09CC53-A08F-304A-2DB2-50391100E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7C259B5B-FEB6-33D3-225F-424ECC1F9D92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Agreement of Operator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EA08E3-E83E-5A08-FB9B-7703AD31A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59" y="2242573"/>
            <a:ext cx="6462255" cy="378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05564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CECA-98E1-C60A-C596-FF21397B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4DF95E-698D-B9E3-9DEF-1E49F4DA7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9EB49652-9EAA-3004-899B-1FCDF4202EEC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Agreement of Operator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A2672-E49F-C6AB-83D5-178140A5D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14" y="2191714"/>
            <a:ext cx="7336972" cy="271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48272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3532-ABE9-BECE-164A-1806C2F0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54">
            <a:extLst>
              <a:ext uri="{FF2B5EF4-FFF2-40B4-BE49-F238E27FC236}">
                <a16:creationId xmlns:a16="http://schemas.microsoft.com/office/drawing/2014/main" id="{2B005722-C383-7818-811A-2071DBC88D0A}"/>
              </a:ext>
            </a:extLst>
          </p:cNvPr>
          <p:cNvGraphicFramePr/>
          <p:nvPr/>
        </p:nvGraphicFramePr>
        <p:xfrm>
          <a:off x="1323833" y="1804962"/>
          <a:ext cx="6897307" cy="520827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70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71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Statement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Translation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7927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 = A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AX,A
MOV B,AX
** A direct memory move in illegal</a:t>
                      </a:r>
                      <a:endParaRPr lang="en-US" sz="2000" b="1" dirty="0"/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50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 = 5-A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AX,5
SUB AX,A
MOV A,AX
or
NEG A
ADD A,5
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482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A=B-2</a:t>
                      </a:r>
                      <a:r>
                        <a:rPr lang="en-US" sz="2000" b="1" dirty="0"/>
                        <a:t>*</a:t>
                      </a:r>
                      <a:r>
                        <a:rPr sz="2000" b="1" dirty="0"/>
                        <a:t>A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AX,B
SUB AX,A
SUB AX,A
MOV A,AX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1CDFBA2-991C-1371-71D7-657A77F73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040C38D0-BF81-E91D-065A-CE78C6C82F22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Translation of High-Level Language to Assembly Language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393548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54"/>
          <p:cNvGraphicFramePr/>
          <p:nvPr>
            <p:extLst>
              <p:ext uri="{D42A27DB-BD31-4B8C-83A1-F6EECF244321}">
                <p14:modId xmlns:p14="http://schemas.microsoft.com/office/powerpoint/2010/main" val="3509014811"/>
              </p:ext>
            </p:extLst>
          </p:nvPr>
        </p:nvGraphicFramePr>
        <p:xfrm>
          <a:off x="1323833" y="1804962"/>
          <a:ext cx="6897307" cy="415099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70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71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Statement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Translation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3435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/>
                        <a:t>B</a:t>
                      </a:r>
                      <a:r>
                        <a:rPr sz="2000" b="1" dirty="0"/>
                        <a:t> = A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AX,A
MOV B,AX
** A direct memory move in illegal</a:t>
                      </a:r>
                      <a:endParaRPr lang="en-US" sz="2000" b="1" dirty="0"/>
                    </a:p>
                    <a:p>
                      <a:r>
                        <a:rPr lang="en-US" sz="2000" b="1" dirty="0"/>
                        <a:t>Explanation</a:t>
                      </a:r>
                      <a:r>
                        <a:rPr lang="en-US" sz="2000" dirty="0"/>
                        <a:t>: The value of A is moved into the AX register, and then AX is moved into B. This is a valid sequence since both MOV instructions are allowed and AX is a 16-bit register. This is </a:t>
                      </a:r>
                      <a:r>
                        <a:rPr lang="en-US" sz="2000" b="1" dirty="0"/>
                        <a:t>legal</a:t>
                      </a:r>
                      <a:r>
                        <a:rPr lang="en-US" sz="2000" dirty="0"/>
                        <a:t>.</a:t>
                      </a:r>
                    </a:p>
                    <a:p>
                      <a:r>
                        <a:rPr lang="en-US" sz="2000" b="1" dirty="0"/>
                        <a:t>Note</a:t>
                      </a:r>
                      <a:r>
                        <a:rPr lang="en-US" sz="2000" dirty="0"/>
                        <a:t>: A direct memory move (like MOV B, A if A and B are memory locations) is </a:t>
                      </a:r>
                      <a:r>
                        <a:rPr lang="en-US" sz="2000" b="1" dirty="0"/>
                        <a:t>illegal</a:t>
                      </a:r>
                      <a:r>
                        <a:rPr lang="en-US" sz="2000" dirty="0"/>
                        <a:t> because you cannot move directly between two memory locations in one instruction (you would need to use a register as an intermediary).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Translation of High-Level Language to Assembly Language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466709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CB9AC-95B0-8351-8383-98C1EDB5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54">
            <a:extLst>
              <a:ext uri="{FF2B5EF4-FFF2-40B4-BE49-F238E27FC236}">
                <a16:creationId xmlns:a16="http://schemas.microsoft.com/office/drawing/2014/main" id="{5FAD4AF9-8A79-FEA5-3DFF-5AA306DE35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7070207"/>
              </p:ext>
            </p:extLst>
          </p:nvPr>
        </p:nvGraphicFramePr>
        <p:xfrm>
          <a:off x="587830" y="1804962"/>
          <a:ext cx="2122714" cy="410527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67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451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Statement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Translation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7301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A = 5-A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2000" b="1" dirty="0"/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AX,5
SUB AX,A
MOV A,AX
or
NEG A
ADD A,5</a:t>
                      </a:r>
                      <a:endParaRPr lang="en-US" sz="2000" b="1" dirty="0"/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2000" b="1" dirty="0"/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
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B0098B-98CF-49DD-A974-2A4F60290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60" y="-25547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09A91982-8F19-9E36-634B-410F20BF0FE9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Translation of High-Level Language to Assembly Language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484DD-7F83-2BF6-0BBE-63198BD53FA9}"/>
              </a:ext>
            </a:extLst>
          </p:cNvPr>
          <p:cNvSpPr txBox="1"/>
          <p:nvPr/>
        </p:nvSpPr>
        <p:spPr>
          <a:xfrm>
            <a:off x="4321629" y="183616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 AX, 5     ; Move the constant 5 into AX</a:t>
            </a:r>
          </a:p>
          <a:p>
            <a:r>
              <a:rPr lang="en-US" dirty="0"/>
              <a:t>SUB AX, A     ; Subtract the value of A from AX (AX = 5 - A)</a:t>
            </a:r>
          </a:p>
          <a:p>
            <a:r>
              <a:rPr lang="en-US" dirty="0"/>
              <a:t>MOV A, AX     ; Move the result back into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B8B1F-C966-770F-FAE6-8D1219180707}"/>
              </a:ext>
            </a:extLst>
          </p:cNvPr>
          <p:cNvSpPr txBox="1"/>
          <p:nvPr/>
        </p:nvSpPr>
        <p:spPr>
          <a:xfrm>
            <a:off x="4321629" y="307859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Explanation: </a:t>
            </a:r>
            <a:r>
              <a:rPr lang="en-US" dirty="0"/>
              <a:t>This is a valid translation. First, 5 is moved into AX, and then A is subtracted from AX (i.e., AX = 5 - A). The result is then moved back into A. This sequence is legal.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2CD04-AE7F-1A8A-1276-6FEC2A6C9799}"/>
              </a:ext>
            </a:extLst>
          </p:cNvPr>
          <p:cNvSpPr txBox="1"/>
          <p:nvPr/>
        </p:nvSpPr>
        <p:spPr>
          <a:xfrm>
            <a:off x="4321629" y="427892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NEG A         ; Negate the value of A (A = -A)</a:t>
            </a:r>
          </a:p>
          <a:p>
            <a:r>
              <a:rPr lang="en-US" dirty="0"/>
              <a:t>ADD A, 5      ; Add 5 to A (A = 5 - 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952AA-DEC0-F8A8-27B5-E354FA296234}"/>
              </a:ext>
            </a:extLst>
          </p:cNvPr>
          <p:cNvSpPr txBox="1"/>
          <p:nvPr/>
        </p:nvSpPr>
        <p:spPr>
          <a:xfrm>
            <a:off x="4218215" y="5095132"/>
            <a:ext cx="46754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Explanation: </a:t>
            </a:r>
            <a:r>
              <a:rPr lang="en-US" dirty="0"/>
              <a:t>This is also valid. First, the value of A is negated, making it -A, and then 5 is added to it. This results in 5 - A. This sequence is also legal.</a:t>
            </a:r>
          </a:p>
        </p:txBody>
      </p:sp>
    </p:spTree>
    <p:extLst>
      <p:ext uri="{BB962C8B-B14F-4D97-AF65-F5344CB8AC3E}">
        <p14:creationId xmlns:p14="http://schemas.microsoft.com/office/powerpoint/2010/main" val="4089980206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B6E0-7F46-B6CE-58C0-6D586FA6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54">
            <a:extLst>
              <a:ext uri="{FF2B5EF4-FFF2-40B4-BE49-F238E27FC236}">
                <a16:creationId xmlns:a16="http://schemas.microsoft.com/office/drawing/2014/main" id="{6E4F3D17-2B11-0F38-8838-6231F9AD61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569229"/>
              </p:ext>
            </p:extLst>
          </p:nvPr>
        </p:nvGraphicFramePr>
        <p:xfrm>
          <a:off x="653143" y="1804962"/>
          <a:ext cx="2764971" cy="171259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194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71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Statement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Translation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82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A=B-2</a:t>
                      </a:r>
                      <a:r>
                        <a:rPr lang="en-US" sz="2000" b="1" dirty="0"/>
                        <a:t>*</a:t>
                      </a:r>
                      <a:r>
                        <a:rPr sz="2000" b="1" dirty="0"/>
                        <a:t>A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AX,B
SUB AX,A
SUB AX,A
MOV A,AX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825359A-0BF7-7849-C01F-59B1B05E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>
            <a:extLst>
              <a:ext uri="{FF2B5EF4-FFF2-40B4-BE49-F238E27FC236}">
                <a16:creationId xmlns:a16="http://schemas.microsoft.com/office/drawing/2014/main" id="{9699B22F-F01A-873A-5349-41317F569C82}"/>
              </a:ext>
            </a:extLst>
          </p:cNvPr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Translation of High-Level Language to Assembly Language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7CE02-096A-398C-3C82-BD38F56ED2F3}"/>
              </a:ext>
            </a:extLst>
          </p:cNvPr>
          <p:cNvSpPr txBox="1"/>
          <p:nvPr/>
        </p:nvSpPr>
        <p:spPr>
          <a:xfrm>
            <a:off x="4669972" y="1913637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 AX, B     ; Move the value of B into AX</a:t>
            </a:r>
          </a:p>
          <a:p>
            <a:r>
              <a:rPr lang="en-US" dirty="0"/>
              <a:t>SUB AX, A     ; Subtract the value of A from AX (AX = B - A)</a:t>
            </a:r>
          </a:p>
          <a:p>
            <a:r>
              <a:rPr lang="en-US" dirty="0"/>
              <a:t>SUB AX, A     ; Subtract the value of A from AX again (AX = B - 2 * A)</a:t>
            </a:r>
          </a:p>
          <a:p>
            <a:r>
              <a:rPr lang="en-US" dirty="0"/>
              <a:t>MOV A, AX     ; Move the result back into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2A486-2261-C292-87A9-FE31C38A8BD6}"/>
              </a:ext>
            </a:extLst>
          </p:cNvPr>
          <p:cNvSpPr txBox="1"/>
          <p:nvPr/>
        </p:nvSpPr>
        <p:spPr>
          <a:xfrm>
            <a:off x="2359480" y="4167664"/>
            <a:ext cx="46209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Explanation:</a:t>
            </a:r>
            <a:r>
              <a:rPr lang="en-US" dirty="0"/>
              <a:t> This is a valid sequence. First, the value of B is moved into AX, and then A is subtracted twice from AX to get B - 2 * A. Finally, the result is moved back into A. This sequence is legal</a:t>
            </a:r>
          </a:p>
        </p:txBody>
      </p:sp>
    </p:spTree>
    <p:extLst>
      <p:ext uri="{BB962C8B-B14F-4D97-AF65-F5344CB8AC3E}">
        <p14:creationId xmlns:p14="http://schemas.microsoft.com/office/powerpoint/2010/main" val="2376037967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body" idx="1"/>
          </p:nvPr>
        </p:nvSpPr>
        <p:spPr>
          <a:xfrm>
            <a:off x="367335" y="1785896"/>
            <a:ext cx="8620218" cy="484495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1633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 program Consist of </a:t>
            </a:r>
          </a:p>
          <a:p>
            <a:pPr marL="543352" lvl="1" indent="-321457" algn="l" defTabSz="291633">
              <a:spcBef>
                <a:spcPts val="203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Stack</a:t>
            </a:r>
          </a:p>
          <a:p>
            <a:pPr marL="543352" lvl="1" indent="-321457" algn="l" defTabSz="291633">
              <a:spcBef>
                <a:spcPts val="203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Data</a:t>
            </a:r>
          </a:p>
          <a:p>
            <a:pPr marL="543352" lvl="1" indent="-321457" algn="l" defTabSz="291633">
              <a:spcBef>
                <a:spcPts val="203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Code</a:t>
            </a:r>
          </a:p>
          <a:p>
            <a:pPr marL="321457" indent="-321457" algn="l" defTabSz="291633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Each part occupies memory segments</a:t>
            </a:r>
            <a:r>
              <a:rPr lang="en-US" sz="1969" dirty="0">
                <a:solidFill>
                  <a:schemeClr val="tx1"/>
                </a:solidFill>
              </a:rPr>
              <a:t>. P</a:t>
            </a:r>
            <a:r>
              <a:rPr sz="1969" dirty="0">
                <a:solidFill>
                  <a:schemeClr val="tx1"/>
                </a:solidFill>
              </a:rPr>
              <a:t>rogram segment is </a:t>
            </a:r>
            <a:r>
              <a:rPr sz="1969" b="1" dirty="0">
                <a:solidFill>
                  <a:schemeClr val="tx1"/>
                </a:solidFill>
              </a:rPr>
              <a:t>translated</a:t>
            </a:r>
            <a:r>
              <a:rPr sz="1969" dirty="0">
                <a:solidFill>
                  <a:schemeClr val="tx1"/>
                </a:solidFill>
              </a:rPr>
              <a:t> into memory segment by assembler.</a:t>
            </a:r>
          </a:p>
          <a:p>
            <a:pPr marL="321457" indent="-321457" algn="l" defTabSz="291633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size of code and data of a program can be specified by </a:t>
            </a:r>
            <a:r>
              <a:rPr sz="1969" b="1" dirty="0">
                <a:solidFill>
                  <a:schemeClr val="tx1"/>
                </a:solidFill>
              </a:rPr>
              <a:t>memory model</a:t>
            </a:r>
            <a:r>
              <a:rPr sz="1969" dirty="0">
                <a:solidFill>
                  <a:schemeClr val="tx1"/>
                </a:solidFill>
              </a:rPr>
              <a:t> using</a:t>
            </a:r>
            <a:r>
              <a:rPr sz="1969" b="1" dirty="0">
                <a:solidFill>
                  <a:schemeClr val="tx1"/>
                </a:solidFill>
              </a:rPr>
              <a:t> .MODEL </a:t>
            </a:r>
            <a:r>
              <a:rPr sz="1969" dirty="0">
                <a:solidFill>
                  <a:schemeClr val="tx1"/>
                </a:solidFill>
              </a:rPr>
              <a:t>directive</a:t>
            </a:r>
          </a:p>
          <a:p>
            <a:pPr marL="665684" lvl="2" indent="-221894" algn="l" defTabSz="291633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.MODEL        </a:t>
            </a:r>
            <a:r>
              <a:rPr sz="1969" b="1" dirty="0" err="1">
                <a:solidFill>
                  <a:schemeClr val="tx1"/>
                </a:solidFill>
              </a:rPr>
              <a:t>Memory</a:t>
            </a:r>
            <a:r>
              <a:rPr lang="en-US" sz="1969" b="1" dirty="0" err="1">
                <a:solidFill>
                  <a:schemeClr val="tx1"/>
                </a:solidFill>
              </a:rPr>
              <a:t>_</a:t>
            </a:r>
            <a:r>
              <a:rPr sz="1969" b="1" dirty="0" err="1">
                <a:solidFill>
                  <a:schemeClr val="tx1"/>
                </a:solidFill>
              </a:rPr>
              <a:t>model</a:t>
            </a:r>
            <a:endParaRPr sz="1969" b="1" dirty="0">
              <a:solidFill>
                <a:schemeClr val="tx1"/>
              </a:solidFill>
            </a:endParaRPr>
          </a:p>
          <a:p>
            <a:pPr marL="665684" lvl="2" indent="-221894" algn="l" defTabSz="291633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.MODEL        SMALL [Code in ONE segment and Data in one segment]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Program Structure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57041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body" idx="1"/>
          </p:nvPr>
        </p:nvSpPr>
        <p:spPr>
          <a:xfrm>
            <a:off x="484674" y="1684455"/>
            <a:ext cx="8423161" cy="517354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71" dirty="0">
                <a:solidFill>
                  <a:schemeClr val="tx1"/>
                </a:solidFill>
              </a:rPr>
              <a:t>Allocate a block of memory (stack area) to store the stack.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71" dirty="0">
                <a:solidFill>
                  <a:schemeClr val="tx1"/>
                </a:solidFill>
              </a:rPr>
              <a:t>The stack area should be big enough to contain the stack at its maximum size.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Declaration: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dirty="0">
                <a:solidFill>
                  <a:schemeClr val="tx1"/>
                </a:solidFill>
              </a:rPr>
              <a:t>			</a:t>
            </a:r>
            <a:r>
              <a:rPr sz="2271" b="1" dirty="0">
                <a:solidFill>
                  <a:schemeClr val="tx1"/>
                </a:solidFill>
              </a:rPr>
              <a:t>.STACK          size 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			.STACK          100H  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**</a:t>
            </a:r>
            <a:r>
              <a:rPr sz="2271" dirty="0">
                <a:solidFill>
                  <a:schemeClr val="tx1"/>
                </a:solidFill>
              </a:rPr>
              <a:t> Allocates 100 bytes for stack area reasonable size for most applications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**</a:t>
            </a:r>
            <a:r>
              <a:rPr sz="2271" dirty="0">
                <a:solidFill>
                  <a:schemeClr val="tx1"/>
                </a:solidFill>
              </a:rPr>
              <a:t> If size is omitted 1KB is allocated for stack area.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Stack Segment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79564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body" idx="1"/>
          </p:nvPr>
        </p:nvSpPr>
        <p:spPr>
          <a:xfrm>
            <a:off x="601105" y="1891652"/>
            <a:ext cx="8156061" cy="49663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1639" indent="-361639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18" dirty="0">
                <a:solidFill>
                  <a:schemeClr val="tx1"/>
                </a:solidFill>
              </a:rPr>
              <a:t>Contains all the </a:t>
            </a:r>
            <a:r>
              <a:rPr sz="2218" b="1" dirty="0">
                <a:solidFill>
                  <a:schemeClr val="tx1"/>
                </a:solidFill>
              </a:rPr>
              <a:t>variable </a:t>
            </a:r>
            <a:r>
              <a:rPr sz="2218" dirty="0">
                <a:solidFill>
                  <a:schemeClr val="tx1"/>
                </a:solidFill>
              </a:rPr>
              <a:t>definitions and sometimes Constant definitions (constant does not take any memory).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18" dirty="0">
                <a:solidFill>
                  <a:schemeClr val="tx1"/>
                </a:solidFill>
              </a:rPr>
              <a:t>To declare data segment </a:t>
            </a:r>
            <a:r>
              <a:rPr sz="2218" b="1" dirty="0">
                <a:solidFill>
                  <a:schemeClr val="tx1"/>
                </a:solidFill>
              </a:rPr>
              <a:t>.DATA</a:t>
            </a:r>
            <a:r>
              <a:rPr sz="2218" dirty="0">
                <a:solidFill>
                  <a:schemeClr val="tx1"/>
                </a:solidFill>
              </a:rPr>
              <a:t> directive is used followed by variable and constant declaration.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dirty="0">
                <a:solidFill>
                  <a:schemeClr val="tx1"/>
                </a:solidFill>
              </a:rPr>
              <a:t>.</a:t>
            </a:r>
            <a:r>
              <a:rPr sz="2218" b="1" dirty="0">
                <a:solidFill>
                  <a:schemeClr val="tx1"/>
                </a:solidFill>
              </a:rPr>
              <a:t>DATA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WORD1       DW    2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BYTE1         DB     1       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MSG            DB    ‘THIS IS A MESSAGE’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MASK          EQU  10010001B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Data Segment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899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469796" y="2005106"/>
            <a:ext cx="8538735" cy="52885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Contains the program’s instructions 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Declaration:</a:t>
            </a:r>
          </a:p>
          <a:p>
            <a:pPr marL="321457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.CODE</a:t>
            </a:r>
            <a:r>
              <a:rPr sz="1969" dirty="0">
                <a:solidFill>
                  <a:schemeClr val="tx1"/>
                </a:solidFill>
              </a:rPr>
              <a:t>    name [name is optional]</a:t>
            </a:r>
          </a:p>
          <a:p>
            <a:pPr marL="712563" lvl="2" indent="-237521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There is no need of </a:t>
            </a:r>
            <a:r>
              <a:rPr sz="1969" b="1" dirty="0">
                <a:solidFill>
                  <a:schemeClr val="tx1"/>
                </a:solidFill>
              </a:rPr>
              <a:t>name</a:t>
            </a:r>
            <a:r>
              <a:rPr sz="1969" dirty="0">
                <a:solidFill>
                  <a:schemeClr val="tx1"/>
                </a:solidFill>
              </a:rPr>
              <a:t> in SMALL program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Inside a code segment, instructions are organized as procedures.</a:t>
            </a:r>
          </a:p>
          <a:p>
            <a:pPr lvl="1" indent="122154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	</a:t>
            </a:r>
            <a:r>
              <a:rPr sz="1969" b="1" dirty="0">
                <a:solidFill>
                  <a:schemeClr val="tx1"/>
                </a:solidFill>
              </a:rPr>
              <a:t>name PROC</a:t>
            </a:r>
          </a:p>
          <a:p>
            <a:pPr lvl="1" indent="122154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			; body of the procedure</a:t>
            </a:r>
          </a:p>
          <a:p>
            <a:pPr lvl="1" indent="122154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			name ENDP</a:t>
            </a:r>
            <a:endParaRPr sz="1969" dirty="0">
              <a:solidFill>
                <a:schemeClr val="tx1"/>
              </a:solidFill>
            </a:endParaRPr>
          </a:p>
          <a:p>
            <a:pPr marL="321457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H</a:t>
            </a:r>
            <a:r>
              <a:rPr sz="1969" dirty="0">
                <a:solidFill>
                  <a:schemeClr val="tx1"/>
                </a:solidFill>
              </a:rPr>
              <a:t>ere name = name of the procedure. PROC and ENDP are pseudo-ops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Code Segment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080826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/>
          </p:cNvSpPr>
          <p:nvPr>
            <p:ph type="body" idx="1"/>
          </p:nvPr>
        </p:nvSpPr>
        <p:spPr>
          <a:xfrm>
            <a:off x="367111" y="1856096"/>
            <a:ext cx="8776889" cy="5017855"/>
          </a:xfrm>
          <a:prstGeom prst="rect">
            <a:avLst/>
          </a:prstGeom>
        </p:spPr>
        <p:txBody>
          <a:bodyPr>
            <a:noAutofit/>
          </a:bodyPr>
          <a:lstStyle/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.MODEL        SMALL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.STACK          100H  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.DATA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; data definitions here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.CODE</a:t>
            </a:r>
            <a:r>
              <a:rPr lang="en-US" sz="1687" b="1" dirty="0">
                <a:solidFill>
                  <a:schemeClr val="tx1"/>
                </a:solidFill>
              </a:rPr>
              <a:t> MAIN</a:t>
            </a:r>
            <a:endParaRPr sz="1687" b="1" dirty="0">
              <a:solidFill>
                <a:schemeClr val="tx1"/>
              </a:solidFill>
            </a:endParaRP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		MAIN PROC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			;instructions go here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		MAIN ENDP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;other procedures go here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END MAIN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*** The last line of the program should be the END directive, followed by the name of main procedure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Program Structure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697470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xfrm>
            <a:off x="351535" y="1774206"/>
            <a:ext cx="8593060" cy="237214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41093" indent="-241093" algn="l" defTabSz="250558">
              <a:spcBef>
                <a:spcPts val="175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630" b="1" dirty="0">
                <a:solidFill>
                  <a:schemeClr val="tx1"/>
                </a:solidFill>
              </a:rPr>
              <a:t>INT</a:t>
            </a:r>
            <a:r>
              <a:rPr sz="1630" dirty="0">
                <a:solidFill>
                  <a:schemeClr val="tx1"/>
                </a:solidFill>
              </a:rPr>
              <a:t>: Interrupt option stops the continuous progress of an activity or process.</a:t>
            </a:r>
          </a:p>
          <a:p>
            <a:pPr marL="241093" indent="-241093" algn="l" defTabSz="250558">
              <a:spcBef>
                <a:spcPts val="175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630" b="1" dirty="0">
                <a:solidFill>
                  <a:schemeClr val="tx1"/>
                </a:solidFill>
              </a:rPr>
              <a:t>Syntax: </a:t>
            </a:r>
          </a:p>
          <a:p>
            <a:pPr marL="381284" lvl="1" indent="-190642" algn="l" defTabSz="250558">
              <a:spcBef>
                <a:spcPts val="1758"/>
              </a:spcBef>
              <a:defRPr sz="1800">
                <a:solidFill>
                  <a:srgbClr val="000000"/>
                </a:solidFill>
              </a:defRPr>
            </a:pPr>
            <a:r>
              <a:rPr sz="1630" b="1" dirty="0">
                <a:solidFill>
                  <a:schemeClr val="tx1"/>
                </a:solidFill>
              </a:rPr>
              <a:t>INT</a:t>
            </a:r>
            <a:r>
              <a:rPr lang="en-US" sz="1630" b="1" dirty="0">
                <a:solidFill>
                  <a:schemeClr val="tx1"/>
                </a:solidFill>
              </a:rPr>
              <a:t> </a:t>
            </a:r>
            <a:r>
              <a:rPr sz="1630" dirty="0">
                <a:solidFill>
                  <a:schemeClr val="tx1"/>
                </a:solidFill>
              </a:rPr>
              <a:t> </a:t>
            </a:r>
            <a:r>
              <a:rPr sz="1630" dirty="0" err="1">
                <a:solidFill>
                  <a:schemeClr val="tx1"/>
                </a:solidFill>
              </a:rPr>
              <a:t>interrupt_number</a:t>
            </a:r>
            <a:endParaRPr sz="1630" dirty="0">
              <a:solidFill>
                <a:schemeClr val="tx1"/>
              </a:solidFill>
            </a:endParaRPr>
          </a:p>
          <a:p>
            <a:pPr algn="l" defTabSz="250558">
              <a:spcBef>
                <a:spcPts val="1758"/>
              </a:spcBef>
              <a:defRPr sz="1800">
                <a:solidFill>
                  <a:srgbClr val="000000"/>
                </a:solidFill>
              </a:defRPr>
            </a:pPr>
            <a:r>
              <a:rPr sz="1630" dirty="0">
                <a:solidFill>
                  <a:schemeClr val="tx1"/>
                </a:solidFill>
              </a:rPr>
              <a:t>***A particular function is requested by placing a function number in the </a:t>
            </a:r>
            <a:r>
              <a:rPr sz="1630" b="1" dirty="0">
                <a:solidFill>
                  <a:schemeClr val="tx1"/>
                </a:solidFill>
              </a:rPr>
              <a:t>AH</a:t>
            </a:r>
            <a:r>
              <a:rPr sz="1630" dirty="0">
                <a:solidFill>
                  <a:schemeClr val="tx1"/>
                </a:solidFill>
              </a:rPr>
              <a:t> register and </a:t>
            </a:r>
            <a:r>
              <a:rPr sz="1630" b="1" dirty="0">
                <a:solidFill>
                  <a:schemeClr val="tx1"/>
                </a:solidFill>
              </a:rPr>
              <a:t>invoking INT 21h</a:t>
            </a:r>
            <a:r>
              <a:rPr sz="1630" dirty="0">
                <a:solidFill>
                  <a:schemeClr val="tx1"/>
                </a:solidFill>
              </a:rPr>
              <a:t> .</a:t>
            </a:r>
          </a:p>
          <a:p>
            <a:pPr algn="l" defTabSz="250558">
              <a:spcBef>
                <a:spcPts val="1758"/>
              </a:spcBef>
              <a:defRPr sz="1800">
                <a:solidFill>
                  <a:srgbClr val="000000"/>
                </a:solidFill>
              </a:defRPr>
            </a:pPr>
            <a:r>
              <a:rPr sz="1630" dirty="0">
                <a:solidFill>
                  <a:schemeClr val="tx1"/>
                </a:solidFill>
              </a:rPr>
              <a:t>*** </a:t>
            </a:r>
            <a:r>
              <a:rPr sz="1630" b="1" dirty="0">
                <a:solidFill>
                  <a:schemeClr val="tx1"/>
                </a:solidFill>
              </a:rPr>
              <a:t>INT 21h</a:t>
            </a:r>
            <a:r>
              <a:rPr sz="1630" dirty="0">
                <a:solidFill>
                  <a:schemeClr val="tx1"/>
                </a:solidFill>
              </a:rPr>
              <a:t> functions expect input values to be in certain registers and return output values to other registers</a:t>
            </a:r>
          </a:p>
        </p:txBody>
      </p:sp>
      <p:graphicFrame>
        <p:nvGraphicFramePr>
          <p:cNvPr id="173" name="Table 173"/>
          <p:cNvGraphicFramePr/>
          <p:nvPr/>
        </p:nvGraphicFramePr>
        <p:xfrm>
          <a:off x="295003" y="4173645"/>
          <a:ext cx="8706124" cy="241935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47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4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23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Function Number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Routine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9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single-key input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AH=1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AL = 0 if no input or
ASCII of character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6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single-character output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AH=2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DL=ASCII of display char
AL= ASCII of display char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12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character-string output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 sz="2800"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AH=9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 sz="2800"/>
                      </a:pP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Instruction: INT (Appendix C)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557068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/>
          </p:cNvSpPr>
          <p:nvPr>
            <p:ph type="body" idx="1"/>
          </p:nvPr>
        </p:nvSpPr>
        <p:spPr>
          <a:xfrm>
            <a:off x="619977" y="2382537"/>
            <a:ext cx="8084065" cy="324629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Task: </a:t>
            </a:r>
            <a:r>
              <a:rPr lang="en-US" sz="2531" b="1" dirty="0">
                <a:solidFill>
                  <a:schemeClr val="tx1"/>
                </a:solidFill>
              </a:rPr>
              <a:t>Write </a:t>
            </a:r>
            <a:r>
              <a:rPr lang="en-US" sz="2531" b="1">
                <a:solidFill>
                  <a:schemeClr val="tx1"/>
                </a:solidFill>
              </a:rPr>
              <a:t>a program to</a:t>
            </a:r>
            <a:r>
              <a:rPr sz="2531" b="1">
                <a:solidFill>
                  <a:schemeClr val="tx1"/>
                </a:solidFill>
              </a:rPr>
              <a:t> </a:t>
            </a:r>
            <a:r>
              <a:rPr sz="2531" b="1" dirty="0">
                <a:solidFill>
                  <a:schemeClr val="tx1"/>
                </a:solidFill>
              </a:rPr>
              <a:t>read a character from the keyboard and display the same at the beginning of next line.</a:t>
            </a:r>
          </a:p>
          <a:p>
            <a:pPr marL="401822" lvl="1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Lets start by displaying a question (“?”) mark for the user input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The First Program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215094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/>
          </p:cNvSpPr>
          <p:nvPr>
            <p:ph type="title"/>
          </p:nvPr>
        </p:nvSpPr>
        <p:spPr>
          <a:xfrm>
            <a:off x="759738" y="178594"/>
            <a:ext cx="7804547" cy="6822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84886">
              <a:defRPr sz="664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69" b="1" dirty="0">
                <a:solidFill>
                  <a:schemeClr val="accent3">
                    <a:lumMod val="75000"/>
                  </a:schemeClr>
                </a:solidFill>
              </a:rPr>
              <a:t>The Solution</a:t>
            </a:r>
          </a:p>
        </p:txBody>
      </p:sp>
      <p:sp>
        <p:nvSpPr>
          <p:cNvPr id="179" name="Shape 179"/>
          <p:cNvSpPr>
            <a:spLocks noGrp="1"/>
          </p:cNvSpPr>
          <p:nvPr>
            <p:ph type="body" idx="1"/>
          </p:nvPr>
        </p:nvSpPr>
        <p:spPr>
          <a:xfrm>
            <a:off x="86320" y="1045983"/>
            <a:ext cx="4059335" cy="569267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dirty="0">
                <a:solidFill>
                  <a:schemeClr val="tx1"/>
                </a:solidFill>
              </a:rPr>
              <a:t>.</a:t>
            </a:r>
            <a:r>
              <a:rPr sz="1523" b="1" dirty="0">
                <a:solidFill>
                  <a:schemeClr val="tx1"/>
                </a:solidFill>
              </a:rPr>
              <a:t>MODEL        SMALL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.STACK          100H  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.	CODE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MAIN PROC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; display prompt to the user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AH,2 ; display character function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DL,’?’ ; character is ‘?’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INT 21H      ; display the DL char (?)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;input a character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AH,1   ; read character function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INT 21H      ; character is in AL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BL,AL ; save input to BL </a:t>
            </a:r>
            <a:r>
              <a:rPr sz="1523" b="1" dirty="0" err="1">
                <a:solidFill>
                  <a:schemeClr val="tx1"/>
                </a:solidFill>
              </a:rPr>
              <a:t>reg</a:t>
            </a:r>
            <a:endParaRPr sz="1523" b="1" dirty="0">
              <a:solidFill>
                <a:schemeClr val="tx1"/>
              </a:solidFill>
            </a:endParaRP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;go to new line</a:t>
            </a:r>
          </a:p>
        </p:txBody>
      </p:sp>
      <p:sp>
        <p:nvSpPr>
          <p:cNvPr id="180" name="Shape 180"/>
          <p:cNvSpPr/>
          <p:nvPr/>
        </p:nvSpPr>
        <p:spPr>
          <a:xfrm>
            <a:off x="3362178" y="860882"/>
            <a:ext cx="5638947" cy="587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/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AH,2 		; display character function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DL,0Dh 	; carriage return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INT 21H 		; execute carriage return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DL,0A</a:t>
            </a:r>
            <a:r>
              <a:rPr lang="en-US" sz="1406" b="1" dirty="0"/>
              <a:t>h</a:t>
            </a:r>
            <a:r>
              <a:rPr sz="1406" b="1" dirty="0"/>
              <a:t> 	; line feed to display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INT 21</a:t>
            </a:r>
            <a:r>
              <a:rPr lang="en-US" sz="1406" b="1" dirty="0"/>
              <a:t>h</a:t>
            </a:r>
            <a:r>
              <a:rPr sz="1406" b="1" dirty="0"/>
              <a:t> 		; execute Line feed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; display character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DL, BL 		; retrieve character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INT 21</a:t>
            </a:r>
            <a:r>
              <a:rPr lang="en-US" sz="1406" b="1" dirty="0"/>
              <a:t>h</a:t>
            </a:r>
            <a:endParaRPr sz="1406" b="1" dirty="0"/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;return to DOS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AH,4C</a:t>
            </a:r>
            <a:r>
              <a:rPr lang="en-US" sz="1406" b="1" dirty="0"/>
              <a:t>h</a:t>
            </a:r>
            <a:r>
              <a:rPr sz="1406" b="1" dirty="0"/>
              <a:t>  ; terminate the currant process and </a:t>
            </a:r>
            <a:r>
              <a:rPr lang="en-US" sz="1406" b="1" dirty="0"/>
              <a:t>  </a:t>
            </a:r>
            <a:r>
              <a:rPr sz="1406" b="1" dirty="0"/>
              <a:t>transfer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                           control to invoking process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/>
              <a:t>INT 21</a:t>
            </a:r>
            <a:r>
              <a:rPr lang="en-US" sz="1406" b="1"/>
              <a:t>h</a:t>
            </a:r>
            <a:r>
              <a:rPr sz="1406" b="1"/>
              <a:t>           </a:t>
            </a:r>
            <a:r>
              <a:rPr sz="1406" b="1" dirty="0"/>
              <a:t>; termination the execution of program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			      return control to DOS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MAIN ENDP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1411690948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/>
          </p:cNvSpPr>
          <p:nvPr>
            <p:ph type="title"/>
          </p:nvPr>
        </p:nvSpPr>
        <p:spPr>
          <a:xfrm>
            <a:off x="853426" y="231404"/>
            <a:ext cx="7804547" cy="657960"/>
          </a:xfrm>
          <a:prstGeom prst="rect">
            <a:avLst/>
          </a:prstGeom>
        </p:spPr>
        <p:txBody>
          <a:bodyPr>
            <a:noAutofit/>
          </a:bodyPr>
          <a:lstStyle>
            <a:lvl1pPr defTabSz="397256">
              <a:defRPr sz="54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</a:rPr>
              <a:t>Programming Steps</a:t>
            </a:r>
          </a:p>
        </p:txBody>
      </p:sp>
      <p:sp>
        <p:nvSpPr>
          <p:cNvPr id="183" name="Shape 183"/>
          <p:cNvSpPr/>
          <p:nvPr/>
        </p:nvSpPr>
        <p:spPr>
          <a:xfrm>
            <a:off x="3823092" y="2107405"/>
            <a:ext cx="1497817" cy="542852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>
                <a:solidFill>
                  <a:srgbClr val="FFFFFF"/>
                </a:solidFill>
              </a:rPr>
              <a:t>.ASM file</a:t>
            </a:r>
          </a:p>
        </p:txBody>
      </p:sp>
      <p:sp>
        <p:nvSpPr>
          <p:cNvPr id="184" name="Shape 184"/>
          <p:cNvSpPr/>
          <p:nvPr/>
        </p:nvSpPr>
        <p:spPr>
          <a:xfrm>
            <a:off x="3823092" y="3059906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>
                <a:solidFill>
                  <a:srgbClr val="FFFFFF"/>
                </a:solidFill>
              </a:rPr>
              <a:t>Assembler</a:t>
            </a:r>
          </a:p>
        </p:txBody>
      </p:sp>
      <p:sp>
        <p:nvSpPr>
          <p:cNvPr id="185" name="Shape 185"/>
          <p:cNvSpPr/>
          <p:nvPr/>
        </p:nvSpPr>
        <p:spPr>
          <a:xfrm>
            <a:off x="3823092" y="4012406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.OBJ file</a:t>
            </a:r>
          </a:p>
        </p:txBody>
      </p:sp>
      <p:sp>
        <p:nvSpPr>
          <p:cNvPr id="186" name="Shape 186"/>
          <p:cNvSpPr/>
          <p:nvPr/>
        </p:nvSpPr>
        <p:spPr>
          <a:xfrm>
            <a:off x="3823092" y="4873609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Linker</a:t>
            </a:r>
          </a:p>
        </p:txBody>
      </p:sp>
      <p:sp>
        <p:nvSpPr>
          <p:cNvPr id="187" name="Shape 187"/>
          <p:cNvSpPr/>
          <p:nvPr/>
        </p:nvSpPr>
        <p:spPr>
          <a:xfrm>
            <a:off x="3823092" y="5826110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.EXE file</a:t>
            </a:r>
          </a:p>
        </p:txBody>
      </p:sp>
      <p:sp>
        <p:nvSpPr>
          <p:cNvPr id="188" name="Shape 188"/>
          <p:cNvSpPr/>
          <p:nvPr/>
        </p:nvSpPr>
        <p:spPr>
          <a:xfrm>
            <a:off x="3823092" y="1154906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Editor</a:t>
            </a:r>
          </a:p>
        </p:txBody>
      </p:sp>
      <p:sp>
        <p:nvSpPr>
          <p:cNvPr id="189" name="Shape 189"/>
          <p:cNvSpPr/>
          <p:nvPr/>
        </p:nvSpPr>
        <p:spPr>
          <a:xfrm>
            <a:off x="4580929" y="1735475"/>
            <a:ext cx="1" cy="354073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0" name="Shape 190"/>
          <p:cNvSpPr/>
          <p:nvPr/>
        </p:nvSpPr>
        <p:spPr>
          <a:xfrm>
            <a:off x="4580929" y="2678046"/>
            <a:ext cx="1" cy="35407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1" name="Shape 191"/>
          <p:cNvSpPr/>
          <p:nvPr/>
        </p:nvSpPr>
        <p:spPr>
          <a:xfrm>
            <a:off x="4572000" y="3630545"/>
            <a:ext cx="1" cy="354073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2" name="Shape 192"/>
          <p:cNvSpPr/>
          <p:nvPr/>
        </p:nvSpPr>
        <p:spPr>
          <a:xfrm>
            <a:off x="4572000" y="4543490"/>
            <a:ext cx="1" cy="35407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3" name="Shape 193"/>
          <p:cNvSpPr/>
          <p:nvPr/>
        </p:nvSpPr>
        <p:spPr>
          <a:xfrm>
            <a:off x="4572000" y="5456435"/>
            <a:ext cx="1" cy="35407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4" name="Shape 194"/>
          <p:cNvSpPr/>
          <p:nvPr/>
        </p:nvSpPr>
        <p:spPr>
          <a:xfrm>
            <a:off x="6248652" y="3239157"/>
            <a:ext cx="253816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b="1" dirty="0"/>
              <a:t>Assemble source program</a:t>
            </a:r>
          </a:p>
        </p:txBody>
      </p:sp>
      <p:sp>
        <p:nvSpPr>
          <p:cNvPr id="195" name="Shape 195"/>
          <p:cNvSpPr/>
          <p:nvPr/>
        </p:nvSpPr>
        <p:spPr>
          <a:xfrm>
            <a:off x="6400851" y="5073032"/>
            <a:ext cx="2257121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b="1" dirty="0"/>
              <a:t>Link Object program</a:t>
            </a:r>
          </a:p>
        </p:txBody>
      </p:sp>
      <p:sp>
        <p:nvSpPr>
          <p:cNvPr id="196" name="Shape 196"/>
          <p:cNvSpPr/>
          <p:nvPr/>
        </p:nvSpPr>
        <p:spPr>
          <a:xfrm>
            <a:off x="6248653" y="1310130"/>
            <a:ext cx="229705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b="1" dirty="0"/>
              <a:t>Create source program</a:t>
            </a:r>
          </a:p>
        </p:txBody>
      </p:sp>
    </p:spTree>
    <p:extLst>
      <p:ext uri="{BB962C8B-B14F-4D97-AF65-F5344CB8AC3E}">
        <p14:creationId xmlns:p14="http://schemas.microsoft.com/office/powerpoint/2010/main" val="376264186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/>
          </p:cNvSpPr>
          <p:nvPr>
            <p:ph type="body" idx="1"/>
          </p:nvPr>
        </p:nvSpPr>
        <p:spPr>
          <a:xfrm>
            <a:off x="900177" y="2385739"/>
            <a:ext cx="8324191" cy="43284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LEA: Load Effective address</a:t>
            </a:r>
          </a:p>
          <a:p>
            <a:pPr lvl="2" algn="l"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LEA destination, source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LEA puts copy of the source offset address into the destination.</a:t>
            </a:r>
          </a:p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     </a:t>
            </a:r>
            <a:r>
              <a:rPr sz="2531" b="1" dirty="0">
                <a:solidFill>
                  <a:schemeClr val="tx1"/>
                </a:solidFill>
              </a:rPr>
              <a:t>i.e. LEA DX, MSG   ; will load address of MSG to DX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Instruction: LEA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991220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/>
          </p:cNvSpPr>
          <p:nvPr>
            <p:ph type="body" idx="1"/>
          </p:nvPr>
        </p:nvSpPr>
        <p:spPr>
          <a:xfrm>
            <a:off x="604798" y="2382258"/>
            <a:ext cx="8190945" cy="495537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PSP contains information about the program to facilitate the </a:t>
            </a:r>
            <a:r>
              <a:rPr sz="1969" b="1" dirty="0">
                <a:solidFill>
                  <a:schemeClr val="tx1"/>
                </a:solidFill>
              </a:rPr>
              <a:t>program access</a:t>
            </a:r>
            <a:r>
              <a:rPr sz="1969" dirty="0">
                <a:solidFill>
                  <a:schemeClr val="tx1"/>
                </a:solidFill>
              </a:rPr>
              <a:t> in this area</a:t>
            </a:r>
          </a:p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DOS places its segment number in both  DS and ES before program execution</a:t>
            </a:r>
          </a:p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U</a:t>
            </a:r>
            <a:r>
              <a:rPr sz="1969" dirty="0">
                <a:solidFill>
                  <a:schemeClr val="tx1"/>
                </a:solidFill>
              </a:rPr>
              <a:t>sually, DS does not contain the segment number of the data segment. </a:t>
            </a:r>
          </a:p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Thus, a program with data segment will start with these two instruction </a:t>
            </a:r>
          </a:p>
          <a:p>
            <a:pPr marL="481293" lvl="2" indent="0" algn="l" defTabSz="316278">
              <a:spcBef>
                <a:spcPts val="225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AX,@DATA   [name of data segment define in .DATA]</a:t>
            </a:r>
          </a:p>
          <a:p>
            <a:pPr marL="481293" lvl="2" indent="0" algn="l" defTabSz="316278">
              <a:spcBef>
                <a:spcPts val="225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DS,AX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Program Segment Prefix (PSP)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195247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/>
          </p:cNvSpPr>
          <p:nvPr>
            <p:ph type="body" idx="1"/>
          </p:nvPr>
        </p:nvSpPr>
        <p:spPr>
          <a:xfrm>
            <a:off x="1058168" y="2446273"/>
            <a:ext cx="7804548" cy="448966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64327" indent="-464327" algn="l"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Write a program to print HELLO! on the screen</a:t>
            </a:r>
            <a:endParaRPr lang="en-US" sz="2531" b="1" dirty="0">
              <a:solidFill>
                <a:schemeClr val="tx1"/>
              </a:solidFill>
            </a:endParaRPr>
          </a:p>
          <a:p>
            <a:pPr marL="464327" indent="-464327" algn="l"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531" b="1">
                <a:solidFill>
                  <a:schemeClr val="tx1"/>
                </a:solidFill>
              </a:rPr>
              <a:t>Write </a:t>
            </a:r>
            <a:r>
              <a:rPr sz="2531" b="1" dirty="0">
                <a:solidFill>
                  <a:schemeClr val="tx1"/>
                </a:solidFill>
              </a:rPr>
              <a:t>a program that can convert the user input character in UPPERCASE like below</a:t>
            </a:r>
            <a:endParaRPr lang="en-US" sz="2531" b="1" dirty="0">
              <a:solidFill>
                <a:schemeClr val="tx1"/>
              </a:solidFill>
            </a:endParaRPr>
          </a:p>
          <a:p>
            <a:pPr algn="l">
              <a:buSzPct val="100000"/>
              <a:defRPr sz="1800">
                <a:solidFill>
                  <a:srgbClr val="000000"/>
                </a:solidFill>
              </a:defRPr>
            </a:pPr>
            <a:r>
              <a:rPr lang="en-US" sz="2531" b="1" dirty="0"/>
              <a:t>  	Example:</a:t>
            </a:r>
            <a:endParaRPr sz="2531" b="1" dirty="0">
              <a:solidFill>
                <a:schemeClr val="tx1"/>
              </a:solidFill>
            </a:endParaRP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	</a:t>
            </a:r>
            <a:r>
              <a:rPr sz="2531" b="1" dirty="0">
                <a:solidFill>
                  <a:schemeClr val="tx1"/>
                </a:solidFill>
              </a:rPr>
              <a:t>ENTER A LOWER</a:t>
            </a:r>
            <a:r>
              <a:rPr lang="en-US" sz="2531" b="1" dirty="0">
                <a:solidFill>
                  <a:schemeClr val="tx1"/>
                </a:solidFill>
              </a:rPr>
              <a:t>-</a:t>
            </a:r>
            <a:r>
              <a:rPr sz="2531" b="1" dirty="0">
                <a:solidFill>
                  <a:schemeClr val="tx1"/>
                </a:solidFill>
              </a:rPr>
              <a:t>CASE LETTER:  a</a:t>
            </a: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	</a:t>
            </a:r>
            <a:r>
              <a:rPr sz="2531" b="1" dirty="0">
                <a:solidFill>
                  <a:schemeClr val="tx1"/>
                </a:solidFill>
              </a:rPr>
              <a:t>IN UPPERCASE IT IS: 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HW: Solve the Following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92617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https://www.whoishostingthis.com/resources/assembly-language/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536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5598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571</TotalTime>
  <Words>4147</Words>
  <Application>Microsoft Office PowerPoint</Application>
  <PresentationFormat>On-screen Show (4:3)</PresentationFormat>
  <Paragraphs>625</Paragraphs>
  <Slides>87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Arial</vt:lpstr>
      <vt:lpstr>Calibri</vt:lpstr>
      <vt:lpstr>Corbel</vt:lpstr>
      <vt:lpstr>Times New Roman</vt:lpstr>
      <vt:lpstr>Wingdings</vt:lpstr>
      <vt:lpstr>Spectrum</vt:lpstr>
      <vt:lpstr>Assembly Language Programming</vt:lpstr>
      <vt:lpstr>Content</vt:lpstr>
      <vt:lpstr>Overview</vt:lpstr>
      <vt:lpstr>Assembly Language Syntax</vt:lpstr>
      <vt:lpstr>Fields</vt:lpstr>
      <vt:lpstr>Name Field </vt:lpstr>
      <vt:lpstr>Solve the Following</vt:lpstr>
      <vt:lpstr>PowerPoint Presentation</vt:lpstr>
      <vt:lpstr>Operation Field</vt:lpstr>
      <vt:lpstr>Operand  Field(cont’d…)</vt:lpstr>
      <vt:lpstr>Comment Field</vt:lpstr>
      <vt:lpstr>Program Data</vt:lpstr>
      <vt:lpstr>Program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Register,                       MOV AX, W2      XCHG  AX,W2     MOV W1, AX</vt:lpstr>
      <vt:lpstr>Using Register,                       MOV AX, W2      XCHG  AX,W2     MOV W1, 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 Structure</vt:lpstr>
      <vt:lpstr>Stack Segment</vt:lpstr>
      <vt:lpstr>Data Segment</vt:lpstr>
      <vt:lpstr>Code Segment</vt:lpstr>
      <vt:lpstr>Program Structure</vt:lpstr>
      <vt:lpstr>Instruction: INT (Appendix C)</vt:lpstr>
      <vt:lpstr>The First Program</vt:lpstr>
      <vt:lpstr>The Solution</vt:lpstr>
      <vt:lpstr>Programming Steps</vt:lpstr>
      <vt:lpstr>Instruction: LEA</vt:lpstr>
      <vt:lpstr>Program Segment Prefix (PSP)</vt:lpstr>
      <vt:lpstr>HW: Solve the Following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24</cp:revision>
  <dcterms:created xsi:type="dcterms:W3CDTF">2018-12-10T17:20:29Z</dcterms:created>
  <dcterms:modified xsi:type="dcterms:W3CDTF">2025-03-14T09:38:06Z</dcterms:modified>
</cp:coreProperties>
</file>