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302" r:id="rId4"/>
    <p:sldId id="303" r:id="rId5"/>
    <p:sldId id="304" r:id="rId6"/>
    <p:sldId id="305" r:id="rId7"/>
    <p:sldId id="323" r:id="rId8"/>
    <p:sldId id="324" r:id="rId9"/>
    <p:sldId id="325" r:id="rId10"/>
    <p:sldId id="326" r:id="rId11"/>
    <p:sldId id="327" r:id="rId12"/>
    <p:sldId id="328" r:id="rId13"/>
    <p:sldId id="306" r:id="rId14"/>
    <p:sldId id="330" r:id="rId15"/>
    <p:sldId id="329" r:id="rId16"/>
    <p:sldId id="332" r:id="rId17"/>
    <p:sldId id="331" r:id="rId18"/>
    <p:sldId id="307" r:id="rId19"/>
    <p:sldId id="308" r:id="rId20"/>
    <p:sldId id="309" r:id="rId21"/>
    <p:sldId id="333" r:id="rId22"/>
    <p:sldId id="334" r:id="rId23"/>
    <p:sldId id="335" r:id="rId24"/>
    <p:sldId id="336" r:id="rId25"/>
    <p:sldId id="337" r:id="rId26"/>
    <p:sldId id="338" r:id="rId27"/>
    <p:sldId id="339" r:id="rId28"/>
    <p:sldId id="310" r:id="rId29"/>
    <p:sldId id="311" r:id="rId30"/>
    <p:sldId id="312" r:id="rId31"/>
    <p:sldId id="321" r:id="rId32"/>
    <p:sldId id="322" r:id="rId33"/>
    <p:sldId id="313" r:id="rId34"/>
    <p:sldId id="314" r:id="rId35"/>
    <p:sldId id="340" r:id="rId36"/>
    <p:sldId id="345" r:id="rId37"/>
    <p:sldId id="341" r:id="rId38"/>
    <p:sldId id="342" r:id="rId39"/>
    <p:sldId id="343" r:id="rId40"/>
    <p:sldId id="344" r:id="rId41"/>
    <p:sldId id="315" r:id="rId42"/>
    <p:sldId id="316" r:id="rId43"/>
    <p:sldId id="317" r:id="rId44"/>
    <p:sldId id="318" r:id="rId45"/>
    <p:sldId id="319" r:id="rId46"/>
    <p:sldId id="320" r:id="rId47"/>
    <p:sldId id="264" r:id="rId48"/>
    <p:sldId id="265" r:id="rId4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38BAC-0E49-4226-9C9D-C27851984C8F}" v="36" dt="2025-04-08T06:11:53.9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a Asrafa Islam" userId="626c424c-c870-4792-90a3-28617519e11b" providerId="ADAL" clId="{D7438BAC-0E49-4226-9C9D-C27851984C8F}"/>
    <pc:docChg chg="custSel addSld modSld sldOrd">
      <pc:chgData name="Syeda Asrafa Islam" userId="626c424c-c870-4792-90a3-28617519e11b" providerId="ADAL" clId="{D7438BAC-0E49-4226-9C9D-C27851984C8F}" dt="2025-04-08T06:12:12.296" v="386" actId="14100"/>
      <pc:docMkLst>
        <pc:docMk/>
      </pc:docMkLst>
      <pc:sldChg chg="modSp mod">
        <pc:chgData name="Syeda Asrafa Islam" userId="626c424c-c870-4792-90a3-28617519e11b" providerId="ADAL" clId="{D7438BAC-0E49-4226-9C9D-C27851984C8F}" dt="2025-03-15T05:39:13.957" v="128" actId="20577"/>
        <pc:sldMkLst>
          <pc:docMk/>
          <pc:sldMk cId="1795289995" sldId="306"/>
        </pc:sldMkLst>
        <pc:graphicFrameChg chg="mod modGraphic">
          <ac:chgData name="Syeda Asrafa Islam" userId="626c424c-c870-4792-90a3-28617519e11b" providerId="ADAL" clId="{D7438BAC-0E49-4226-9C9D-C27851984C8F}" dt="2025-03-15T05:39:13.957" v="128" actId="20577"/>
          <ac:graphicFrameMkLst>
            <pc:docMk/>
            <pc:sldMk cId="1795289995" sldId="306"/>
            <ac:graphicFrameMk id="5" creationId="{8EE77FA3-D21A-409B-A789-3579D5888375}"/>
          </ac:graphicFrameMkLst>
        </pc:graphicFrameChg>
      </pc:sldChg>
      <pc:sldChg chg="addSp modSp add mod">
        <pc:chgData name="Syeda Asrafa Islam" userId="626c424c-c870-4792-90a3-28617519e11b" providerId="ADAL" clId="{D7438BAC-0E49-4226-9C9D-C27851984C8F}" dt="2025-03-15T05:08:13.603" v="10" actId="14100"/>
        <pc:sldMkLst>
          <pc:docMk/>
          <pc:sldMk cId="599813242" sldId="323"/>
        </pc:sldMkLst>
        <pc:graphicFrameChg chg="mod modGraphic">
          <ac:chgData name="Syeda Asrafa Islam" userId="626c424c-c870-4792-90a3-28617519e11b" providerId="ADAL" clId="{D7438BAC-0E49-4226-9C9D-C27851984C8F}" dt="2025-03-15T05:07:28.283" v="5"/>
          <ac:graphicFrameMkLst>
            <pc:docMk/>
            <pc:sldMk cId="599813242" sldId="323"/>
            <ac:graphicFrameMk id="8" creationId="{5EEA0222-8EF4-8028-C6FC-95015E0577A9}"/>
          </ac:graphicFrameMkLst>
        </pc:graphicFrameChg>
        <pc:picChg chg="add mod">
          <ac:chgData name="Syeda Asrafa Islam" userId="626c424c-c870-4792-90a3-28617519e11b" providerId="ADAL" clId="{D7438BAC-0E49-4226-9C9D-C27851984C8F}" dt="2025-03-15T05:08:13.603" v="10" actId="14100"/>
          <ac:picMkLst>
            <pc:docMk/>
            <pc:sldMk cId="599813242" sldId="323"/>
            <ac:picMk id="4" creationId="{AC6B9CF7-949C-376C-3965-C7726FC7CE86}"/>
          </ac:picMkLst>
        </pc:picChg>
      </pc:sldChg>
      <pc:sldChg chg="addSp modSp add mod ord">
        <pc:chgData name="Syeda Asrafa Islam" userId="626c424c-c870-4792-90a3-28617519e11b" providerId="ADAL" clId="{D7438BAC-0E49-4226-9C9D-C27851984C8F}" dt="2025-03-15T05:24:04.130" v="47" actId="113"/>
        <pc:sldMkLst>
          <pc:docMk/>
          <pc:sldMk cId="3134248152" sldId="324"/>
        </pc:sldMkLst>
        <pc:graphicFrameChg chg="mod modGraphic">
          <ac:chgData name="Syeda Asrafa Islam" userId="626c424c-c870-4792-90a3-28617519e11b" providerId="ADAL" clId="{D7438BAC-0E49-4226-9C9D-C27851984C8F}" dt="2025-03-15T05:24:04.130" v="47" actId="113"/>
          <ac:graphicFrameMkLst>
            <pc:docMk/>
            <pc:sldMk cId="3134248152" sldId="324"/>
            <ac:graphicFrameMk id="8" creationId="{8206872E-1EB9-A14F-6DA4-C56561512787}"/>
          </ac:graphicFrameMkLst>
        </pc:graphicFrameChg>
        <pc:picChg chg="add mod">
          <ac:chgData name="Syeda Asrafa Islam" userId="626c424c-c870-4792-90a3-28617519e11b" providerId="ADAL" clId="{D7438BAC-0E49-4226-9C9D-C27851984C8F}" dt="2025-03-15T05:21:32.042" v="29" actId="14100"/>
          <ac:picMkLst>
            <pc:docMk/>
            <pc:sldMk cId="3134248152" sldId="324"/>
            <ac:picMk id="4" creationId="{7A2A512A-10F6-C75A-ED1B-92553FCF35A8}"/>
          </ac:picMkLst>
        </pc:picChg>
        <pc:picChg chg="add mod">
          <ac:chgData name="Syeda Asrafa Islam" userId="626c424c-c870-4792-90a3-28617519e11b" providerId="ADAL" clId="{D7438BAC-0E49-4226-9C9D-C27851984C8F}" dt="2025-03-15T05:22:12.636" v="32" actId="14100"/>
          <ac:picMkLst>
            <pc:docMk/>
            <pc:sldMk cId="3134248152" sldId="324"/>
            <ac:picMk id="6" creationId="{DFFDD311-3093-47DF-A647-4BBAF4B10B09}"/>
          </ac:picMkLst>
        </pc:picChg>
      </pc:sldChg>
      <pc:sldChg chg="addSp delSp modSp add mod">
        <pc:chgData name="Syeda Asrafa Islam" userId="626c424c-c870-4792-90a3-28617519e11b" providerId="ADAL" clId="{D7438BAC-0E49-4226-9C9D-C27851984C8F}" dt="2025-03-15T05:23:37.795" v="45" actId="14100"/>
        <pc:sldMkLst>
          <pc:docMk/>
          <pc:sldMk cId="1901771116" sldId="325"/>
        </pc:sldMkLst>
        <pc:graphicFrameChg chg="modGraphic">
          <ac:chgData name="Syeda Asrafa Islam" userId="626c424c-c870-4792-90a3-28617519e11b" providerId="ADAL" clId="{D7438BAC-0E49-4226-9C9D-C27851984C8F}" dt="2025-03-15T05:23:22.370" v="40" actId="20577"/>
          <ac:graphicFrameMkLst>
            <pc:docMk/>
            <pc:sldMk cId="1901771116" sldId="325"/>
            <ac:graphicFrameMk id="8" creationId="{77689714-83C0-8F68-C919-5F940960B88F}"/>
          </ac:graphicFrameMkLst>
        </pc:graphicFrameChg>
        <pc:picChg chg="add mod">
          <ac:chgData name="Syeda Asrafa Islam" userId="626c424c-c870-4792-90a3-28617519e11b" providerId="ADAL" clId="{D7438BAC-0E49-4226-9C9D-C27851984C8F}" dt="2025-03-15T05:23:37.795" v="45" actId="14100"/>
          <ac:picMkLst>
            <pc:docMk/>
            <pc:sldMk cId="1901771116" sldId="325"/>
            <ac:picMk id="5" creationId="{2D6EE83C-E5AB-D6E2-8313-4A2AD856F12F}"/>
          </ac:picMkLst>
        </pc:picChg>
      </pc:sldChg>
      <pc:sldChg chg="addSp modSp add mod ord">
        <pc:chgData name="Syeda Asrafa Islam" userId="626c424c-c870-4792-90a3-28617519e11b" providerId="ADAL" clId="{D7438BAC-0E49-4226-9C9D-C27851984C8F}" dt="2025-03-15T05:31:38.032" v="76" actId="20577"/>
        <pc:sldMkLst>
          <pc:docMk/>
          <pc:sldMk cId="2468973309" sldId="326"/>
        </pc:sldMkLst>
        <pc:graphicFrameChg chg="mod modGraphic">
          <ac:chgData name="Syeda Asrafa Islam" userId="626c424c-c870-4792-90a3-28617519e11b" providerId="ADAL" clId="{D7438BAC-0E49-4226-9C9D-C27851984C8F}" dt="2025-03-15T05:31:38.032" v="76" actId="20577"/>
          <ac:graphicFrameMkLst>
            <pc:docMk/>
            <pc:sldMk cId="2468973309" sldId="326"/>
            <ac:graphicFrameMk id="8" creationId="{D3567DF3-FE69-3122-B1CF-85498841ED17}"/>
          </ac:graphicFrameMkLst>
        </pc:graphicFrameChg>
        <pc:picChg chg="add mod">
          <ac:chgData name="Syeda Asrafa Islam" userId="626c424c-c870-4792-90a3-28617519e11b" providerId="ADAL" clId="{D7438BAC-0E49-4226-9C9D-C27851984C8F}" dt="2025-03-15T05:29:43.173" v="68" actId="14100"/>
          <ac:picMkLst>
            <pc:docMk/>
            <pc:sldMk cId="2468973309" sldId="326"/>
            <ac:picMk id="4" creationId="{07C88A42-9532-D64E-54DE-B1D6974EFC24}"/>
          </ac:picMkLst>
        </pc:picChg>
      </pc:sldChg>
      <pc:sldChg chg="delSp modSp add mod">
        <pc:chgData name="Syeda Asrafa Islam" userId="626c424c-c870-4792-90a3-28617519e11b" providerId="ADAL" clId="{D7438BAC-0E49-4226-9C9D-C27851984C8F}" dt="2025-03-15T05:33:39.916" v="94"/>
        <pc:sldMkLst>
          <pc:docMk/>
          <pc:sldMk cId="234571104" sldId="327"/>
        </pc:sldMkLst>
        <pc:graphicFrameChg chg="mod modGraphic">
          <ac:chgData name="Syeda Asrafa Islam" userId="626c424c-c870-4792-90a3-28617519e11b" providerId="ADAL" clId="{D7438BAC-0E49-4226-9C9D-C27851984C8F}" dt="2025-03-15T05:33:39.916" v="94"/>
          <ac:graphicFrameMkLst>
            <pc:docMk/>
            <pc:sldMk cId="234571104" sldId="327"/>
            <ac:graphicFrameMk id="8" creationId="{8C8DFD1F-F4FC-ADDA-B474-BC55EB32CD31}"/>
          </ac:graphicFrameMkLst>
        </pc:graphicFrameChg>
      </pc:sldChg>
      <pc:sldChg chg="addSp modSp add mod">
        <pc:chgData name="Syeda Asrafa Islam" userId="626c424c-c870-4792-90a3-28617519e11b" providerId="ADAL" clId="{D7438BAC-0E49-4226-9C9D-C27851984C8F}" dt="2025-03-15T05:34:54.681" v="107" actId="14100"/>
        <pc:sldMkLst>
          <pc:docMk/>
          <pc:sldMk cId="1126046740" sldId="328"/>
        </pc:sldMkLst>
        <pc:graphicFrameChg chg="mod modGraphic">
          <ac:chgData name="Syeda Asrafa Islam" userId="626c424c-c870-4792-90a3-28617519e11b" providerId="ADAL" clId="{D7438BAC-0E49-4226-9C9D-C27851984C8F}" dt="2025-03-15T05:34:35.607" v="101" actId="20577"/>
          <ac:graphicFrameMkLst>
            <pc:docMk/>
            <pc:sldMk cId="1126046740" sldId="328"/>
            <ac:graphicFrameMk id="8" creationId="{28DD9ABF-0EFE-C2E7-8321-7142AB33C9F7}"/>
          </ac:graphicFrameMkLst>
        </pc:graphicFrameChg>
        <pc:picChg chg="add mod">
          <ac:chgData name="Syeda Asrafa Islam" userId="626c424c-c870-4792-90a3-28617519e11b" providerId="ADAL" clId="{D7438BAC-0E49-4226-9C9D-C27851984C8F}" dt="2025-03-15T05:34:54.681" v="107" actId="14100"/>
          <ac:picMkLst>
            <pc:docMk/>
            <pc:sldMk cId="1126046740" sldId="328"/>
            <ac:picMk id="4" creationId="{75D2BD8B-916B-69CB-F2A3-6E3091DDF69D}"/>
          </ac:picMkLst>
        </pc:picChg>
      </pc:sldChg>
      <pc:sldChg chg="modSp add mod">
        <pc:chgData name="Syeda Asrafa Islam" userId="626c424c-c870-4792-90a3-28617519e11b" providerId="ADAL" clId="{D7438BAC-0E49-4226-9C9D-C27851984C8F}" dt="2025-03-15T05:48:20.139" v="178" actId="20577"/>
        <pc:sldMkLst>
          <pc:docMk/>
          <pc:sldMk cId="1668548276" sldId="329"/>
        </pc:sldMkLst>
        <pc:graphicFrameChg chg="mod modGraphic">
          <ac:chgData name="Syeda Asrafa Islam" userId="626c424c-c870-4792-90a3-28617519e11b" providerId="ADAL" clId="{D7438BAC-0E49-4226-9C9D-C27851984C8F}" dt="2025-03-15T05:48:20.139" v="178" actId="20577"/>
          <ac:graphicFrameMkLst>
            <pc:docMk/>
            <pc:sldMk cId="1668548276" sldId="329"/>
            <ac:graphicFrameMk id="5" creationId="{14051D6B-BDE8-0FF1-890C-0D0AC0B4A884}"/>
          </ac:graphicFrameMkLst>
        </pc:graphicFrameChg>
      </pc:sldChg>
      <pc:sldChg chg="modSp add mod">
        <pc:chgData name="Syeda Asrafa Islam" userId="626c424c-c870-4792-90a3-28617519e11b" providerId="ADAL" clId="{D7438BAC-0E49-4226-9C9D-C27851984C8F}" dt="2025-03-15T05:42:58.230" v="137" actId="113"/>
        <pc:sldMkLst>
          <pc:docMk/>
          <pc:sldMk cId="85219603" sldId="330"/>
        </pc:sldMkLst>
        <pc:graphicFrameChg chg="mod modGraphic">
          <ac:chgData name="Syeda Asrafa Islam" userId="626c424c-c870-4792-90a3-28617519e11b" providerId="ADAL" clId="{D7438BAC-0E49-4226-9C9D-C27851984C8F}" dt="2025-03-15T05:42:58.230" v="137" actId="113"/>
          <ac:graphicFrameMkLst>
            <pc:docMk/>
            <pc:sldMk cId="85219603" sldId="330"/>
            <ac:graphicFrameMk id="5" creationId="{13473806-79F8-169D-5086-559709AD4780}"/>
          </ac:graphicFrameMkLst>
        </pc:graphicFrameChg>
      </pc:sldChg>
      <pc:sldChg chg="add">
        <pc:chgData name="Syeda Asrafa Islam" userId="626c424c-c870-4792-90a3-28617519e11b" providerId="ADAL" clId="{D7438BAC-0E49-4226-9C9D-C27851984C8F}" dt="2025-03-15T05:43:07.515" v="138" actId="2890"/>
        <pc:sldMkLst>
          <pc:docMk/>
          <pc:sldMk cId="133635020" sldId="331"/>
        </pc:sldMkLst>
      </pc:sldChg>
      <pc:sldChg chg="modSp add mod">
        <pc:chgData name="Syeda Asrafa Islam" userId="626c424c-c870-4792-90a3-28617519e11b" providerId="ADAL" clId="{D7438BAC-0E49-4226-9C9D-C27851984C8F}" dt="2025-03-15T05:48:15.772" v="177" actId="20577"/>
        <pc:sldMkLst>
          <pc:docMk/>
          <pc:sldMk cId="1703251926" sldId="332"/>
        </pc:sldMkLst>
        <pc:graphicFrameChg chg="mod modGraphic">
          <ac:chgData name="Syeda Asrafa Islam" userId="626c424c-c870-4792-90a3-28617519e11b" providerId="ADAL" clId="{D7438BAC-0E49-4226-9C9D-C27851984C8F}" dt="2025-03-15T05:48:15.772" v="177" actId="20577"/>
          <ac:graphicFrameMkLst>
            <pc:docMk/>
            <pc:sldMk cId="1703251926" sldId="332"/>
            <ac:graphicFrameMk id="5" creationId="{044D11B8-1294-354F-6F8A-9038870A0B30}"/>
          </ac:graphicFrameMkLst>
        </pc:graphicFrameChg>
      </pc:sldChg>
      <pc:sldChg chg="addSp delSp modSp add mod">
        <pc:chgData name="Syeda Asrafa Islam" userId="626c424c-c870-4792-90a3-28617519e11b" providerId="ADAL" clId="{D7438BAC-0E49-4226-9C9D-C27851984C8F}" dt="2025-04-08T05:31:21.232" v="204" actId="14100"/>
        <pc:sldMkLst>
          <pc:docMk/>
          <pc:sldMk cId="2484726856" sldId="333"/>
        </pc:sldMkLst>
        <pc:spChg chg="del mod">
          <ac:chgData name="Syeda Asrafa Islam" userId="626c424c-c870-4792-90a3-28617519e11b" providerId="ADAL" clId="{D7438BAC-0E49-4226-9C9D-C27851984C8F}" dt="2025-04-08T05:28:58.084" v="182"/>
          <ac:spMkLst>
            <pc:docMk/>
            <pc:sldMk cId="2484726856" sldId="333"/>
            <ac:spMk id="3" creationId="{16309128-FE0F-718D-1E44-DF2A2997AE09}"/>
          </ac:spMkLst>
        </pc:spChg>
        <pc:spChg chg="mod">
          <ac:chgData name="Syeda Asrafa Islam" userId="626c424c-c870-4792-90a3-28617519e11b" providerId="ADAL" clId="{D7438BAC-0E49-4226-9C9D-C27851984C8F}" dt="2025-04-08T05:30:12.180" v="194" actId="1076"/>
          <ac:spMkLst>
            <pc:docMk/>
            <pc:sldMk cId="2484726856" sldId="333"/>
            <ac:spMk id="7" creationId="{998D58CC-790B-A416-F171-5B4C54892F7F}"/>
          </ac:spMkLst>
        </pc:spChg>
        <pc:spChg chg="add mod">
          <ac:chgData name="Syeda Asrafa Islam" userId="626c424c-c870-4792-90a3-28617519e11b" providerId="ADAL" clId="{D7438BAC-0E49-4226-9C9D-C27851984C8F}" dt="2025-04-08T05:30:33.671" v="199"/>
          <ac:spMkLst>
            <pc:docMk/>
            <pc:sldMk cId="2484726856" sldId="333"/>
            <ac:spMk id="10" creationId="{B2368445-4106-398A-669E-204CBC74DA86}"/>
          </ac:spMkLst>
        </pc:spChg>
        <pc:picChg chg="add mod">
          <ac:chgData name="Syeda Asrafa Islam" userId="626c424c-c870-4792-90a3-28617519e11b" providerId="ADAL" clId="{D7438BAC-0E49-4226-9C9D-C27851984C8F}" dt="2025-04-08T05:29:06.402" v="185" actId="14100"/>
          <ac:picMkLst>
            <pc:docMk/>
            <pc:sldMk cId="2484726856" sldId="333"/>
            <ac:picMk id="5" creationId="{A6FF132D-1C8C-1E9A-C853-71024A4B2B66}"/>
          </ac:picMkLst>
        </pc:picChg>
        <pc:picChg chg="add mod">
          <ac:chgData name="Syeda Asrafa Islam" userId="626c424c-c870-4792-90a3-28617519e11b" providerId="ADAL" clId="{D7438BAC-0E49-4226-9C9D-C27851984C8F}" dt="2025-04-08T05:29:37.068" v="191" actId="1076"/>
          <ac:picMkLst>
            <pc:docMk/>
            <pc:sldMk cId="2484726856" sldId="333"/>
            <ac:picMk id="8" creationId="{13C580FC-FE55-EFA1-D493-654FF22A8D8C}"/>
          </ac:picMkLst>
        </pc:picChg>
        <pc:picChg chg="add mod">
          <ac:chgData name="Syeda Asrafa Islam" userId="626c424c-c870-4792-90a3-28617519e11b" providerId="ADAL" clId="{D7438BAC-0E49-4226-9C9D-C27851984C8F}" dt="2025-04-08T05:31:21.232" v="204" actId="14100"/>
          <ac:picMkLst>
            <pc:docMk/>
            <pc:sldMk cId="2484726856" sldId="333"/>
            <ac:picMk id="12" creationId="{F19BDFD3-2762-A310-E22C-BBAC202F9E74}"/>
          </ac:picMkLst>
        </pc:picChg>
      </pc:sldChg>
      <pc:sldChg chg="addSp delSp modSp add mod">
        <pc:chgData name="Syeda Asrafa Islam" userId="626c424c-c870-4792-90a3-28617519e11b" providerId="ADAL" clId="{D7438BAC-0E49-4226-9C9D-C27851984C8F}" dt="2025-04-08T05:38:42.713" v="214" actId="14100"/>
        <pc:sldMkLst>
          <pc:docMk/>
          <pc:sldMk cId="1260178663" sldId="334"/>
        </pc:sldMkLst>
        <pc:spChg chg="del">
          <ac:chgData name="Syeda Asrafa Islam" userId="626c424c-c870-4792-90a3-28617519e11b" providerId="ADAL" clId="{D7438BAC-0E49-4226-9C9D-C27851984C8F}" dt="2025-04-08T05:38:12.091" v="206" actId="21"/>
          <ac:spMkLst>
            <pc:docMk/>
            <pc:sldMk cId="1260178663" sldId="334"/>
            <ac:spMk id="10" creationId="{DA9ECC59-1F14-9A66-3141-DFF824CDF3D9}"/>
          </ac:spMkLst>
        </pc:spChg>
        <pc:picChg chg="add mod">
          <ac:chgData name="Syeda Asrafa Islam" userId="626c424c-c870-4792-90a3-28617519e11b" providerId="ADAL" clId="{D7438BAC-0E49-4226-9C9D-C27851984C8F}" dt="2025-04-08T05:38:42.713" v="214" actId="14100"/>
          <ac:picMkLst>
            <pc:docMk/>
            <pc:sldMk cId="1260178663" sldId="334"/>
            <ac:picMk id="4" creationId="{6B94472E-E45E-1BB8-3719-0996DD37D4FC}"/>
          </ac:picMkLst>
        </pc:picChg>
        <pc:picChg chg="del">
          <ac:chgData name="Syeda Asrafa Islam" userId="626c424c-c870-4792-90a3-28617519e11b" providerId="ADAL" clId="{D7438BAC-0E49-4226-9C9D-C27851984C8F}" dt="2025-04-08T05:38:16.532" v="208" actId="21"/>
          <ac:picMkLst>
            <pc:docMk/>
            <pc:sldMk cId="1260178663" sldId="334"/>
            <ac:picMk id="5" creationId="{844E42EE-E70B-F688-EC5A-2E91CC54D6E9}"/>
          </ac:picMkLst>
        </pc:picChg>
        <pc:picChg chg="del">
          <ac:chgData name="Syeda Asrafa Islam" userId="626c424c-c870-4792-90a3-28617519e11b" providerId="ADAL" clId="{D7438BAC-0E49-4226-9C9D-C27851984C8F}" dt="2025-04-08T05:38:18.330" v="209" actId="21"/>
          <ac:picMkLst>
            <pc:docMk/>
            <pc:sldMk cId="1260178663" sldId="334"/>
            <ac:picMk id="8" creationId="{B06483D5-3881-B756-7F04-4F81E4C50992}"/>
          </ac:picMkLst>
        </pc:picChg>
        <pc:picChg chg="del">
          <ac:chgData name="Syeda Asrafa Islam" userId="626c424c-c870-4792-90a3-28617519e11b" providerId="ADAL" clId="{D7438BAC-0E49-4226-9C9D-C27851984C8F}" dt="2025-04-08T05:38:14.258" v="207" actId="21"/>
          <ac:picMkLst>
            <pc:docMk/>
            <pc:sldMk cId="1260178663" sldId="334"/>
            <ac:picMk id="12" creationId="{7EE8E71E-353C-463F-7905-4794B83D86D8}"/>
          </ac:picMkLst>
        </pc:picChg>
      </pc:sldChg>
      <pc:sldChg chg="addSp delSp modSp add mod">
        <pc:chgData name="Syeda Asrafa Islam" userId="626c424c-c870-4792-90a3-28617519e11b" providerId="ADAL" clId="{D7438BAC-0E49-4226-9C9D-C27851984C8F}" dt="2025-04-08T05:39:27.194" v="221" actId="14100"/>
        <pc:sldMkLst>
          <pc:docMk/>
          <pc:sldMk cId="3699114465" sldId="335"/>
        </pc:sldMkLst>
        <pc:picChg chg="del">
          <ac:chgData name="Syeda Asrafa Islam" userId="626c424c-c870-4792-90a3-28617519e11b" providerId="ADAL" clId="{D7438BAC-0E49-4226-9C9D-C27851984C8F}" dt="2025-04-08T05:38:51.483" v="216" actId="21"/>
          <ac:picMkLst>
            <pc:docMk/>
            <pc:sldMk cId="3699114465" sldId="335"/>
            <ac:picMk id="4" creationId="{28BC1801-0ED2-EB12-49D5-69585DFC74E7}"/>
          </ac:picMkLst>
        </pc:picChg>
        <pc:picChg chg="add mod">
          <ac:chgData name="Syeda Asrafa Islam" userId="626c424c-c870-4792-90a3-28617519e11b" providerId="ADAL" clId="{D7438BAC-0E49-4226-9C9D-C27851984C8F}" dt="2025-04-08T05:39:27.194" v="221" actId="14100"/>
          <ac:picMkLst>
            <pc:docMk/>
            <pc:sldMk cId="3699114465" sldId="335"/>
            <ac:picMk id="5" creationId="{73C48FE4-2B13-A797-FFA7-C7B4C3A7EEA5}"/>
          </ac:picMkLst>
        </pc:picChg>
      </pc:sldChg>
      <pc:sldChg chg="addSp delSp modSp add mod">
        <pc:chgData name="Syeda Asrafa Islam" userId="626c424c-c870-4792-90a3-28617519e11b" providerId="ADAL" clId="{D7438BAC-0E49-4226-9C9D-C27851984C8F}" dt="2025-04-08T05:40:17.945" v="227" actId="14100"/>
        <pc:sldMkLst>
          <pc:docMk/>
          <pc:sldMk cId="114729606" sldId="336"/>
        </pc:sldMkLst>
        <pc:picChg chg="add mod">
          <ac:chgData name="Syeda Asrafa Islam" userId="626c424c-c870-4792-90a3-28617519e11b" providerId="ADAL" clId="{D7438BAC-0E49-4226-9C9D-C27851984C8F}" dt="2025-04-08T05:40:17.945" v="227" actId="14100"/>
          <ac:picMkLst>
            <pc:docMk/>
            <pc:sldMk cId="114729606" sldId="336"/>
            <ac:picMk id="4" creationId="{78058403-4AB1-1568-9B4C-E5C9951582AE}"/>
          </ac:picMkLst>
        </pc:picChg>
        <pc:picChg chg="del">
          <ac:chgData name="Syeda Asrafa Islam" userId="626c424c-c870-4792-90a3-28617519e11b" providerId="ADAL" clId="{D7438BAC-0E49-4226-9C9D-C27851984C8F}" dt="2025-04-08T05:39:41.345" v="223" actId="21"/>
          <ac:picMkLst>
            <pc:docMk/>
            <pc:sldMk cId="114729606" sldId="336"/>
            <ac:picMk id="5" creationId="{BF9C2AB2-69CB-A670-E7D7-114A1C1CA492}"/>
          </ac:picMkLst>
        </pc:picChg>
      </pc:sldChg>
      <pc:sldChg chg="addSp delSp modSp add mod">
        <pc:chgData name="Syeda Asrafa Islam" userId="626c424c-c870-4792-90a3-28617519e11b" providerId="ADAL" clId="{D7438BAC-0E49-4226-9C9D-C27851984C8F}" dt="2025-04-08T05:42:18.919" v="240" actId="20577"/>
        <pc:sldMkLst>
          <pc:docMk/>
          <pc:sldMk cId="429917884" sldId="337"/>
        </pc:sldMkLst>
        <pc:spChg chg="add mod">
          <ac:chgData name="Syeda Asrafa Islam" userId="626c424c-c870-4792-90a3-28617519e11b" providerId="ADAL" clId="{D7438BAC-0E49-4226-9C9D-C27851984C8F}" dt="2025-04-08T05:42:18.919" v="240" actId="20577"/>
          <ac:spMkLst>
            <pc:docMk/>
            <pc:sldMk cId="429917884" sldId="337"/>
            <ac:spMk id="8" creationId="{30033C64-3C3A-737B-2CC0-AA555E88AA30}"/>
          </ac:spMkLst>
        </pc:spChg>
        <pc:picChg chg="del">
          <ac:chgData name="Syeda Asrafa Islam" userId="626c424c-c870-4792-90a3-28617519e11b" providerId="ADAL" clId="{D7438BAC-0E49-4226-9C9D-C27851984C8F}" dt="2025-04-08T05:40:24.992" v="229" actId="21"/>
          <ac:picMkLst>
            <pc:docMk/>
            <pc:sldMk cId="429917884" sldId="337"/>
            <ac:picMk id="4" creationId="{53957AF0-AD3E-3102-AD69-66346DF6577E}"/>
          </ac:picMkLst>
        </pc:picChg>
        <pc:picChg chg="add mod">
          <ac:chgData name="Syeda Asrafa Islam" userId="626c424c-c870-4792-90a3-28617519e11b" providerId="ADAL" clId="{D7438BAC-0E49-4226-9C9D-C27851984C8F}" dt="2025-04-08T05:41:15.729" v="232" actId="14100"/>
          <ac:picMkLst>
            <pc:docMk/>
            <pc:sldMk cId="429917884" sldId="337"/>
            <ac:picMk id="5" creationId="{CCE5C21B-FB29-069B-8E50-C8BBD3D8C3F4}"/>
          </ac:picMkLst>
        </pc:picChg>
      </pc:sldChg>
      <pc:sldChg chg="addSp delSp modSp add mod">
        <pc:chgData name="Syeda Asrafa Islam" userId="626c424c-c870-4792-90a3-28617519e11b" providerId="ADAL" clId="{D7438BAC-0E49-4226-9C9D-C27851984C8F}" dt="2025-04-08T05:43:25.546" v="248" actId="14100"/>
        <pc:sldMkLst>
          <pc:docMk/>
          <pc:sldMk cId="2717304464" sldId="338"/>
        </pc:sldMkLst>
        <pc:spChg chg="del">
          <ac:chgData name="Syeda Asrafa Islam" userId="626c424c-c870-4792-90a3-28617519e11b" providerId="ADAL" clId="{D7438BAC-0E49-4226-9C9D-C27851984C8F}" dt="2025-04-08T05:42:39.252" v="242" actId="21"/>
          <ac:spMkLst>
            <pc:docMk/>
            <pc:sldMk cId="2717304464" sldId="338"/>
            <ac:spMk id="8" creationId="{8CD4122F-55E2-9D82-5603-971105ED0DA1}"/>
          </ac:spMkLst>
        </pc:spChg>
        <pc:picChg chg="add mod">
          <ac:chgData name="Syeda Asrafa Islam" userId="626c424c-c870-4792-90a3-28617519e11b" providerId="ADAL" clId="{D7438BAC-0E49-4226-9C9D-C27851984C8F}" dt="2025-04-08T05:43:25.546" v="248" actId="14100"/>
          <ac:picMkLst>
            <pc:docMk/>
            <pc:sldMk cId="2717304464" sldId="338"/>
            <ac:picMk id="4" creationId="{9BFEE79A-BBE3-5E85-948D-987C8B169EDB}"/>
          </ac:picMkLst>
        </pc:picChg>
        <pc:picChg chg="del">
          <ac:chgData name="Syeda Asrafa Islam" userId="626c424c-c870-4792-90a3-28617519e11b" providerId="ADAL" clId="{D7438BAC-0E49-4226-9C9D-C27851984C8F}" dt="2025-04-08T05:42:46.056" v="243" actId="21"/>
          <ac:picMkLst>
            <pc:docMk/>
            <pc:sldMk cId="2717304464" sldId="338"/>
            <ac:picMk id="5" creationId="{BCA2AA8E-25B2-7548-5BDF-A451BA90F49E}"/>
          </ac:picMkLst>
        </pc:picChg>
      </pc:sldChg>
      <pc:sldChg chg="addSp delSp modSp add mod">
        <pc:chgData name="Syeda Asrafa Islam" userId="626c424c-c870-4792-90a3-28617519e11b" providerId="ADAL" clId="{D7438BAC-0E49-4226-9C9D-C27851984C8F}" dt="2025-04-08T05:44:00.858" v="257" actId="14100"/>
        <pc:sldMkLst>
          <pc:docMk/>
          <pc:sldMk cId="3108182802" sldId="339"/>
        </pc:sldMkLst>
        <pc:picChg chg="del">
          <ac:chgData name="Syeda Asrafa Islam" userId="626c424c-c870-4792-90a3-28617519e11b" providerId="ADAL" clId="{D7438BAC-0E49-4226-9C9D-C27851984C8F}" dt="2025-04-08T05:43:52.402" v="252" actId="21"/>
          <ac:picMkLst>
            <pc:docMk/>
            <pc:sldMk cId="3108182802" sldId="339"/>
            <ac:picMk id="4" creationId="{5B2A638E-3BBE-7FA7-5F7C-7D2955BEBEAA}"/>
          </ac:picMkLst>
        </pc:picChg>
        <pc:picChg chg="add mod">
          <ac:chgData name="Syeda Asrafa Islam" userId="626c424c-c870-4792-90a3-28617519e11b" providerId="ADAL" clId="{D7438BAC-0E49-4226-9C9D-C27851984C8F}" dt="2025-04-08T05:44:00.858" v="257" actId="14100"/>
          <ac:picMkLst>
            <pc:docMk/>
            <pc:sldMk cId="3108182802" sldId="339"/>
            <ac:picMk id="5" creationId="{2B672311-C7AE-3FA6-7C80-D7CBD105D460}"/>
          </ac:picMkLst>
        </pc:picChg>
      </pc:sldChg>
      <pc:sldChg chg="modSp add mod">
        <pc:chgData name="Syeda Asrafa Islam" userId="626c424c-c870-4792-90a3-28617519e11b" providerId="ADAL" clId="{D7438BAC-0E49-4226-9C9D-C27851984C8F}" dt="2025-04-08T06:00:12.907" v="316"/>
        <pc:sldMkLst>
          <pc:docMk/>
          <pc:sldMk cId="1963441808" sldId="340"/>
        </pc:sldMkLst>
        <pc:spChg chg="mod">
          <ac:chgData name="Syeda Asrafa Islam" userId="626c424c-c870-4792-90a3-28617519e11b" providerId="ADAL" clId="{D7438BAC-0E49-4226-9C9D-C27851984C8F}" dt="2025-04-08T06:00:12.907" v="316"/>
          <ac:spMkLst>
            <pc:docMk/>
            <pc:sldMk cId="1963441808" sldId="340"/>
            <ac:spMk id="3" creationId="{179484F4-F8B6-BFE5-F154-C9E2CBF77127}"/>
          </ac:spMkLst>
        </pc:spChg>
      </pc:sldChg>
      <pc:sldChg chg="addSp delSp modSp add mod">
        <pc:chgData name="Syeda Asrafa Islam" userId="626c424c-c870-4792-90a3-28617519e11b" providerId="ADAL" clId="{D7438BAC-0E49-4226-9C9D-C27851984C8F}" dt="2025-04-08T06:05:26.660" v="349" actId="14100"/>
        <pc:sldMkLst>
          <pc:docMk/>
          <pc:sldMk cId="3142380888" sldId="341"/>
        </pc:sldMkLst>
        <pc:spChg chg="del mod">
          <ac:chgData name="Syeda Asrafa Islam" userId="626c424c-c870-4792-90a3-28617519e11b" providerId="ADAL" clId="{D7438BAC-0E49-4226-9C9D-C27851984C8F}" dt="2025-04-08T06:01:44.312" v="327"/>
          <ac:spMkLst>
            <pc:docMk/>
            <pc:sldMk cId="3142380888" sldId="341"/>
            <ac:spMk id="3" creationId="{45DCCEBB-6255-65FD-327D-402D7E9E6434}"/>
          </ac:spMkLst>
        </pc:spChg>
        <pc:spChg chg="add mod">
          <ac:chgData name="Syeda Asrafa Islam" userId="626c424c-c870-4792-90a3-28617519e11b" providerId="ADAL" clId="{D7438BAC-0E49-4226-9C9D-C27851984C8F}" dt="2025-04-08T06:04:57.776" v="343" actId="20577"/>
          <ac:spMkLst>
            <pc:docMk/>
            <pc:sldMk cId="3142380888" sldId="341"/>
            <ac:spMk id="8" creationId="{DAE6EC47-E858-F817-506A-2FBA6AC88661}"/>
          </ac:spMkLst>
        </pc:spChg>
        <pc:picChg chg="add mod">
          <ac:chgData name="Syeda Asrafa Islam" userId="626c424c-c870-4792-90a3-28617519e11b" providerId="ADAL" clId="{D7438BAC-0E49-4226-9C9D-C27851984C8F}" dt="2025-04-08T06:04:20.762" v="338" actId="14100"/>
          <ac:picMkLst>
            <pc:docMk/>
            <pc:sldMk cId="3142380888" sldId="341"/>
            <ac:picMk id="5" creationId="{8302A3BD-86E1-B760-1D99-7C2852B4E356}"/>
          </ac:picMkLst>
        </pc:picChg>
        <pc:picChg chg="add mod">
          <ac:chgData name="Syeda Asrafa Islam" userId="626c424c-c870-4792-90a3-28617519e11b" providerId="ADAL" clId="{D7438BAC-0E49-4226-9C9D-C27851984C8F}" dt="2025-04-08T06:05:03.425" v="345" actId="1076"/>
          <ac:picMkLst>
            <pc:docMk/>
            <pc:sldMk cId="3142380888" sldId="341"/>
            <ac:picMk id="10" creationId="{66C2534A-35CC-A6FB-D683-B68D9B363230}"/>
          </ac:picMkLst>
        </pc:picChg>
        <pc:picChg chg="add mod">
          <ac:chgData name="Syeda Asrafa Islam" userId="626c424c-c870-4792-90a3-28617519e11b" providerId="ADAL" clId="{D7438BAC-0E49-4226-9C9D-C27851984C8F}" dt="2025-04-08T06:05:26.660" v="349" actId="14100"/>
          <ac:picMkLst>
            <pc:docMk/>
            <pc:sldMk cId="3142380888" sldId="341"/>
            <ac:picMk id="12" creationId="{363C7EA3-B674-CD17-3136-FD042334BE61}"/>
          </ac:picMkLst>
        </pc:picChg>
      </pc:sldChg>
      <pc:sldChg chg="addSp delSp modSp add mod">
        <pc:chgData name="Syeda Asrafa Islam" userId="626c424c-c870-4792-90a3-28617519e11b" providerId="ADAL" clId="{D7438BAC-0E49-4226-9C9D-C27851984C8F}" dt="2025-04-08T06:06:16.683" v="355" actId="14100"/>
        <pc:sldMkLst>
          <pc:docMk/>
          <pc:sldMk cId="3735563809" sldId="342"/>
        </pc:sldMkLst>
        <pc:picChg chg="add mod">
          <ac:chgData name="Syeda Asrafa Islam" userId="626c424c-c870-4792-90a3-28617519e11b" providerId="ADAL" clId="{D7438BAC-0E49-4226-9C9D-C27851984C8F}" dt="2025-04-08T06:06:16.683" v="355" actId="14100"/>
          <ac:picMkLst>
            <pc:docMk/>
            <pc:sldMk cId="3735563809" sldId="342"/>
            <ac:picMk id="4" creationId="{2F33D09B-3772-928B-056D-59CF917FDCCC}"/>
          </ac:picMkLst>
        </pc:picChg>
        <pc:picChg chg="del">
          <ac:chgData name="Syeda Asrafa Islam" userId="626c424c-c870-4792-90a3-28617519e11b" providerId="ADAL" clId="{D7438BAC-0E49-4226-9C9D-C27851984C8F}" dt="2025-04-08T06:05:53.953" v="351" actId="21"/>
          <ac:picMkLst>
            <pc:docMk/>
            <pc:sldMk cId="3735563809" sldId="342"/>
            <ac:picMk id="12" creationId="{6AA302EF-0638-AA14-6956-4CC0BCFF20F5}"/>
          </ac:picMkLst>
        </pc:picChg>
      </pc:sldChg>
      <pc:sldChg chg="addSp delSp modSp add mod">
        <pc:chgData name="Syeda Asrafa Islam" userId="626c424c-c870-4792-90a3-28617519e11b" providerId="ADAL" clId="{D7438BAC-0E49-4226-9C9D-C27851984C8F}" dt="2025-04-08T06:07:44.994" v="365"/>
        <pc:sldMkLst>
          <pc:docMk/>
          <pc:sldMk cId="3669110588" sldId="343"/>
        </pc:sldMkLst>
        <pc:spChg chg="mod">
          <ac:chgData name="Syeda Asrafa Islam" userId="626c424c-c870-4792-90a3-28617519e11b" providerId="ADAL" clId="{D7438BAC-0E49-4226-9C9D-C27851984C8F}" dt="2025-04-08T06:07:44.994" v="365"/>
          <ac:spMkLst>
            <pc:docMk/>
            <pc:sldMk cId="3669110588" sldId="343"/>
            <ac:spMk id="8" creationId="{39351947-4C06-FE05-F970-12C0BE661338}"/>
          </ac:spMkLst>
        </pc:spChg>
        <pc:picChg chg="del">
          <ac:chgData name="Syeda Asrafa Islam" userId="626c424c-c870-4792-90a3-28617519e11b" providerId="ADAL" clId="{D7438BAC-0E49-4226-9C9D-C27851984C8F}" dt="2025-04-08T06:06:26.721" v="357" actId="21"/>
          <ac:picMkLst>
            <pc:docMk/>
            <pc:sldMk cId="3669110588" sldId="343"/>
            <ac:picMk id="4" creationId="{8A5E12F5-B134-4BEB-30A1-4632F6D75517}"/>
          </ac:picMkLst>
        </pc:picChg>
        <pc:picChg chg="add mod">
          <ac:chgData name="Syeda Asrafa Islam" userId="626c424c-c870-4792-90a3-28617519e11b" providerId="ADAL" clId="{D7438BAC-0E49-4226-9C9D-C27851984C8F}" dt="2025-04-08T06:06:59.360" v="360" actId="1076"/>
          <ac:picMkLst>
            <pc:docMk/>
            <pc:sldMk cId="3669110588" sldId="343"/>
            <ac:picMk id="6" creationId="{79AEEF63-AF3B-1C05-4F6B-A7B6DDFAABBF}"/>
          </ac:picMkLst>
        </pc:picChg>
        <pc:picChg chg="del">
          <ac:chgData name="Syeda Asrafa Islam" userId="626c424c-c870-4792-90a3-28617519e11b" providerId="ADAL" clId="{D7438BAC-0E49-4226-9C9D-C27851984C8F}" dt="2025-04-08T06:06:29.320" v="358" actId="21"/>
          <ac:picMkLst>
            <pc:docMk/>
            <pc:sldMk cId="3669110588" sldId="343"/>
            <ac:picMk id="10" creationId="{FEAAF560-A2CA-0D5D-96EF-0C2EB99FB488}"/>
          </ac:picMkLst>
        </pc:picChg>
      </pc:sldChg>
      <pc:sldChg chg="addSp delSp modSp add mod">
        <pc:chgData name="Syeda Asrafa Islam" userId="626c424c-c870-4792-90a3-28617519e11b" providerId="ADAL" clId="{D7438BAC-0E49-4226-9C9D-C27851984C8F}" dt="2025-04-08T06:08:32.040" v="373" actId="14100"/>
        <pc:sldMkLst>
          <pc:docMk/>
          <pc:sldMk cId="968875811" sldId="344"/>
        </pc:sldMkLst>
        <pc:spChg chg="del">
          <ac:chgData name="Syeda Asrafa Islam" userId="626c424c-c870-4792-90a3-28617519e11b" providerId="ADAL" clId="{D7438BAC-0E49-4226-9C9D-C27851984C8F}" dt="2025-04-08T06:08:16.199" v="367" actId="21"/>
          <ac:spMkLst>
            <pc:docMk/>
            <pc:sldMk cId="968875811" sldId="344"/>
            <ac:spMk id="8" creationId="{DF9BDEC8-FB8E-A45F-E1F1-94F8A6E57D00}"/>
          </ac:spMkLst>
        </pc:spChg>
        <pc:picChg chg="add mod">
          <ac:chgData name="Syeda Asrafa Islam" userId="626c424c-c870-4792-90a3-28617519e11b" providerId="ADAL" clId="{D7438BAC-0E49-4226-9C9D-C27851984C8F}" dt="2025-04-08T06:08:32.040" v="373" actId="14100"/>
          <ac:picMkLst>
            <pc:docMk/>
            <pc:sldMk cId="968875811" sldId="344"/>
            <ac:picMk id="4" creationId="{409B45D7-2FDD-CB33-2CD3-2E36B6555D10}"/>
          </ac:picMkLst>
        </pc:picChg>
        <pc:picChg chg="del">
          <ac:chgData name="Syeda Asrafa Islam" userId="626c424c-c870-4792-90a3-28617519e11b" providerId="ADAL" clId="{D7438BAC-0E49-4226-9C9D-C27851984C8F}" dt="2025-04-08T06:08:18.669" v="368" actId="21"/>
          <ac:picMkLst>
            <pc:docMk/>
            <pc:sldMk cId="968875811" sldId="344"/>
            <ac:picMk id="5" creationId="{57979C5E-5569-F07B-761B-FA9DEB3D952E}"/>
          </ac:picMkLst>
        </pc:picChg>
        <pc:picChg chg="del">
          <ac:chgData name="Syeda Asrafa Islam" userId="626c424c-c870-4792-90a3-28617519e11b" providerId="ADAL" clId="{D7438BAC-0E49-4226-9C9D-C27851984C8F}" dt="2025-04-08T06:08:20.550" v="369" actId="21"/>
          <ac:picMkLst>
            <pc:docMk/>
            <pc:sldMk cId="968875811" sldId="344"/>
            <ac:picMk id="6" creationId="{24AF2DB6-026A-B3B0-1254-7E1ACC760D14}"/>
          </ac:picMkLst>
        </pc:picChg>
      </pc:sldChg>
      <pc:sldChg chg="addSp delSp modSp add mod">
        <pc:chgData name="Syeda Asrafa Islam" userId="626c424c-c870-4792-90a3-28617519e11b" providerId="ADAL" clId="{D7438BAC-0E49-4226-9C9D-C27851984C8F}" dt="2025-04-08T06:12:12.296" v="386" actId="14100"/>
        <pc:sldMkLst>
          <pc:docMk/>
          <pc:sldMk cId="2073981767" sldId="345"/>
        </pc:sldMkLst>
        <pc:spChg chg="add del mod">
          <ac:chgData name="Syeda Asrafa Islam" userId="626c424c-c870-4792-90a3-28617519e11b" providerId="ADAL" clId="{D7438BAC-0E49-4226-9C9D-C27851984C8F}" dt="2025-04-08T06:12:02.328" v="380"/>
          <ac:spMkLst>
            <pc:docMk/>
            <pc:sldMk cId="2073981767" sldId="345"/>
            <ac:spMk id="3" creationId="{766C3E61-EDA6-5E12-2017-AB7380692ED2}"/>
          </ac:spMkLst>
        </pc:spChg>
        <pc:graphicFrameChg chg="add mod">
          <ac:chgData name="Syeda Asrafa Islam" userId="626c424c-c870-4792-90a3-28617519e11b" providerId="ADAL" clId="{D7438BAC-0E49-4226-9C9D-C27851984C8F}" dt="2025-04-08T06:11:51.324" v="376" actId="12084"/>
          <ac:graphicFrameMkLst>
            <pc:docMk/>
            <pc:sldMk cId="2073981767" sldId="345"/>
            <ac:graphicFrameMk id="4" creationId="{C84F21D7-A35C-6108-023D-6D9A3067A026}"/>
          </ac:graphicFrameMkLst>
        </pc:graphicFrameChg>
        <pc:picChg chg="add mod">
          <ac:chgData name="Syeda Asrafa Islam" userId="626c424c-c870-4792-90a3-28617519e11b" providerId="ADAL" clId="{D7438BAC-0E49-4226-9C9D-C27851984C8F}" dt="2025-04-08T06:12:12.296" v="386" actId="14100"/>
          <ac:picMkLst>
            <pc:docMk/>
            <pc:sldMk cId="2073981767" sldId="345"/>
            <ac:picMk id="6" creationId="{6F8C2CC5-E158-B66D-24A0-8724BEE6612A}"/>
          </ac:picMkLst>
        </pc:picChg>
      </pc:sldChg>
    </pc:docChg>
  </pc:docChgLst>
  <pc:docChgLst>
    <pc:chgData name="Dr. Md Mehedi Hasan" userId="5eb39d97-deb0-466a-af4c-298e34812974" providerId="ADAL" clId="{EBA866EA-2AEC-4448-98DE-B1A5353E5524}"/>
    <pc:docChg chg="custSel modSld">
      <pc:chgData name="Dr. Md Mehedi Hasan" userId="5eb39d97-deb0-466a-af4c-298e34812974" providerId="ADAL" clId="{EBA866EA-2AEC-4448-98DE-B1A5353E5524}" dt="2022-02-22T03:57:47.447" v="83" actId="20577"/>
      <pc:docMkLst>
        <pc:docMk/>
      </pc:docMkLst>
      <pc:sldChg chg="modSp mod">
        <pc:chgData name="Dr. Md Mehedi Hasan" userId="5eb39d97-deb0-466a-af4c-298e34812974" providerId="ADAL" clId="{EBA866EA-2AEC-4448-98DE-B1A5353E5524}" dt="2022-02-22T03:14:04.955" v="77" actId="20577"/>
        <pc:sldMkLst>
          <pc:docMk/>
          <pc:sldMk cId="700707328" sldId="256"/>
        </pc:sldMkLst>
      </pc:sldChg>
      <pc:sldChg chg="modSp mod">
        <pc:chgData name="Dr. Md Mehedi Hasan" userId="5eb39d97-deb0-466a-af4c-298e34812974" providerId="ADAL" clId="{EBA866EA-2AEC-4448-98DE-B1A5353E5524}" dt="2022-02-22T02:27:00.804" v="3" actId="33524"/>
        <pc:sldMkLst>
          <pc:docMk/>
          <pc:sldMk cId="4219211858" sldId="305"/>
        </pc:sldMkLst>
      </pc:sldChg>
      <pc:sldChg chg="modSp mod">
        <pc:chgData name="Dr. Md Mehedi Hasan" userId="5eb39d97-deb0-466a-af4c-298e34812974" providerId="ADAL" clId="{EBA866EA-2AEC-4448-98DE-B1A5353E5524}" dt="2022-02-22T03:57:47.447" v="83" actId="20577"/>
        <pc:sldMkLst>
          <pc:docMk/>
          <pc:sldMk cId="3248211723" sldId="316"/>
        </pc:sldMkLst>
      </pc:sldChg>
      <pc:sldChg chg="modSp mod">
        <pc:chgData name="Dr. Md Mehedi Hasan" userId="5eb39d97-deb0-466a-af4c-298e34812974" providerId="ADAL" clId="{EBA866EA-2AEC-4448-98DE-B1A5353E5524}" dt="2022-02-22T02:49:25.791" v="15" actId="27636"/>
        <pc:sldMkLst>
          <pc:docMk/>
          <pc:sldMk cId="3138915964" sldId="317"/>
        </pc:sldMkLst>
      </pc:sldChg>
      <pc:sldChg chg="modSp mod">
        <pc:chgData name="Dr. Md Mehedi Hasan" userId="5eb39d97-deb0-466a-af4c-298e34812974" providerId="ADAL" clId="{EBA866EA-2AEC-4448-98DE-B1A5353E5524}" dt="2022-02-22T03:41:59.865" v="79" actId="14100"/>
        <pc:sldMkLst>
          <pc:docMk/>
          <pc:sldMk cId="2469102134" sldId="322"/>
        </pc:sldMkLst>
      </pc:sldChg>
    </pc:docChg>
  </pc:docChgLst>
  <pc:docChgLst>
    <pc:chgData name="MD. ISMAIL HOSSEN" userId="a4e88416-0835-49b4-bf11-1bffe063ddad" providerId="ADAL" clId="{27B146D4-2E3D-4627-A7A2-6B6DA1B809FA}"/>
    <pc:docChg chg="undo custSel addSld delSld modSld">
      <pc:chgData name="MD. ISMAIL HOSSEN" userId="a4e88416-0835-49b4-bf11-1bffe063ddad" providerId="ADAL" clId="{27B146D4-2E3D-4627-A7A2-6B6DA1B809FA}" dt="2020-04-23T13:05:04.023" v="693" actId="14100"/>
      <pc:docMkLst>
        <pc:docMk/>
      </pc:docMkLst>
      <pc:sldChg chg="modSp">
        <pc:chgData name="MD. ISMAIL HOSSEN" userId="a4e88416-0835-49b4-bf11-1bffe063ddad" providerId="ADAL" clId="{27B146D4-2E3D-4627-A7A2-6B6DA1B809FA}" dt="2020-04-23T07:35:54.793" v="4"/>
        <pc:sldMkLst>
          <pc:docMk/>
          <pc:sldMk cId="700707328" sldId="256"/>
        </pc:sldMkLst>
      </pc:sldChg>
      <pc:sldChg chg="modSp">
        <pc:chgData name="MD. ISMAIL HOSSEN" userId="a4e88416-0835-49b4-bf11-1bffe063ddad" providerId="ADAL" clId="{27B146D4-2E3D-4627-A7A2-6B6DA1B809FA}" dt="2020-04-23T07:43:40.829" v="45" actId="27636"/>
        <pc:sldMkLst>
          <pc:docMk/>
          <pc:sldMk cId="424874041" sldId="257"/>
        </pc:sldMkLst>
      </pc:sldChg>
      <pc:sldChg chg="modSp">
        <pc:chgData name="MD. ISMAIL HOSSEN" userId="a4e88416-0835-49b4-bf11-1bffe063ddad" providerId="ADAL" clId="{27B146D4-2E3D-4627-A7A2-6B6DA1B809FA}" dt="2020-04-23T09:34:50.582" v="526" actId="255"/>
        <pc:sldMkLst>
          <pc:docMk/>
          <pc:sldMk cId="1923382373" sldId="264"/>
        </pc:sldMkLst>
      </pc:sldChg>
      <pc:sldChg chg="modSp">
        <pc:chgData name="MD. ISMAIL HOSSEN" userId="a4e88416-0835-49b4-bf11-1bffe063ddad" providerId="ADAL" clId="{27B146D4-2E3D-4627-A7A2-6B6DA1B809FA}" dt="2020-04-23T13:05:04.023" v="693" actId="14100"/>
        <pc:sldMkLst>
          <pc:docMk/>
          <pc:sldMk cId="3224969828" sldId="265"/>
        </pc:sldMkLst>
      </pc:sldChg>
      <pc:sldChg chg="modSp add">
        <pc:chgData name="MD. ISMAIL HOSSEN" userId="a4e88416-0835-49b4-bf11-1bffe063ddad" providerId="ADAL" clId="{27B146D4-2E3D-4627-A7A2-6B6DA1B809FA}" dt="2020-04-23T07:44:27.821" v="54" actId="12"/>
        <pc:sldMkLst>
          <pc:docMk/>
          <pc:sldMk cId="3111842436" sldId="302"/>
        </pc:sldMkLst>
      </pc:sldChg>
      <pc:sldChg chg="modSp add">
        <pc:chgData name="MD. ISMAIL HOSSEN" userId="a4e88416-0835-49b4-bf11-1bffe063ddad" providerId="ADAL" clId="{27B146D4-2E3D-4627-A7A2-6B6DA1B809FA}" dt="2020-04-23T07:45:29.960" v="58" actId="27636"/>
        <pc:sldMkLst>
          <pc:docMk/>
          <pc:sldMk cId="3342047203" sldId="303"/>
        </pc:sldMkLst>
      </pc:sldChg>
      <pc:sldChg chg="addSp modSp add">
        <pc:chgData name="MD. ISMAIL HOSSEN" userId="a4e88416-0835-49b4-bf11-1bffe063ddad" providerId="ADAL" clId="{27B146D4-2E3D-4627-A7A2-6B6DA1B809FA}" dt="2020-04-23T08:11:30.385" v="143" actId="1076"/>
        <pc:sldMkLst>
          <pc:docMk/>
          <pc:sldMk cId="3995764304" sldId="304"/>
        </pc:sldMkLst>
      </pc:sldChg>
      <pc:sldChg chg="addSp delSp modSp add">
        <pc:chgData name="MD. ISMAIL HOSSEN" userId="a4e88416-0835-49b4-bf11-1bffe063ddad" providerId="ADAL" clId="{27B146D4-2E3D-4627-A7A2-6B6DA1B809FA}" dt="2020-04-23T08:17:54.487" v="172" actId="20577"/>
        <pc:sldMkLst>
          <pc:docMk/>
          <pc:sldMk cId="4219211858" sldId="305"/>
        </pc:sldMkLst>
      </pc:sldChg>
      <pc:sldChg chg="addSp delSp modSp add">
        <pc:chgData name="MD. ISMAIL HOSSEN" userId="a4e88416-0835-49b4-bf11-1bffe063ddad" providerId="ADAL" clId="{27B146D4-2E3D-4627-A7A2-6B6DA1B809FA}" dt="2020-04-23T08:20:18.236" v="192" actId="1036"/>
        <pc:sldMkLst>
          <pc:docMk/>
          <pc:sldMk cId="1795289995" sldId="306"/>
        </pc:sldMkLst>
      </pc:sldChg>
      <pc:sldChg chg="addSp delSp modSp add">
        <pc:chgData name="MD. ISMAIL HOSSEN" userId="a4e88416-0835-49b4-bf11-1bffe063ddad" providerId="ADAL" clId="{27B146D4-2E3D-4627-A7A2-6B6DA1B809FA}" dt="2020-04-23T08:22:38.181" v="220" actId="15"/>
        <pc:sldMkLst>
          <pc:docMk/>
          <pc:sldMk cId="2954259140" sldId="307"/>
        </pc:sldMkLst>
      </pc:sldChg>
      <pc:sldChg chg="addSp delSp modSp add">
        <pc:chgData name="MD. ISMAIL HOSSEN" userId="a4e88416-0835-49b4-bf11-1bffe063ddad" providerId="ADAL" clId="{27B146D4-2E3D-4627-A7A2-6B6DA1B809FA}" dt="2020-04-23T08:24:14.235" v="230" actId="15"/>
        <pc:sldMkLst>
          <pc:docMk/>
          <pc:sldMk cId="2975642547" sldId="308"/>
        </pc:sldMkLst>
      </pc:sldChg>
      <pc:sldChg chg="addSp delSp modSp add">
        <pc:chgData name="MD. ISMAIL HOSSEN" userId="a4e88416-0835-49b4-bf11-1bffe063ddad" providerId="ADAL" clId="{27B146D4-2E3D-4627-A7A2-6B6DA1B809FA}" dt="2020-04-23T08:26:13.845" v="276" actId="14100"/>
        <pc:sldMkLst>
          <pc:docMk/>
          <pc:sldMk cId="3438485752" sldId="309"/>
        </pc:sldMkLst>
      </pc:sldChg>
      <pc:sldChg chg="addSp delSp modSp add">
        <pc:chgData name="MD. ISMAIL HOSSEN" userId="a4e88416-0835-49b4-bf11-1bffe063ddad" providerId="ADAL" clId="{27B146D4-2E3D-4627-A7A2-6B6DA1B809FA}" dt="2020-04-23T08:28:20.198" v="286" actId="255"/>
        <pc:sldMkLst>
          <pc:docMk/>
          <pc:sldMk cId="3376966797" sldId="310"/>
        </pc:sldMkLst>
      </pc:sldChg>
      <pc:sldChg chg="addSp delSp modSp add">
        <pc:chgData name="MD. ISMAIL HOSSEN" userId="a4e88416-0835-49b4-bf11-1bffe063ddad" providerId="ADAL" clId="{27B146D4-2E3D-4627-A7A2-6B6DA1B809FA}" dt="2020-04-23T08:29:25.873" v="296" actId="20577"/>
        <pc:sldMkLst>
          <pc:docMk/>
          <pc:sldMk cId="3142480587" sldId="311"/>
        </pc:sldMkLst>
      </pc:sldChg>
      <pc:sldChg chg="modSp add">
        <pc:chgData name="MD. ISMAIL HOSSEN" userId="a4e88416-0835-49b4-bf11-1bffe063ddad" providerId="ADAL" clId="{27B146D4-2E3D-4627-A7A2-6B6DA1B809FA}" dt="2020-04-23T09:17:54.915" v="304" actId="20577"/>
        <pc:sldMkLst>
          <pc:docMk/>
          <pc:sldMk cId="2227614282" sldId="312"/>
        </pc:sldMkLst>
      </pc:sldChg>
      <pc:sldChg chg="addSp delSp modSp add">
        <pc:chgData name="MD. ISMAIL HOSSEN" userId="a4e88416-0835-49b4-bf11-1bffe063ddad" providerId="ADAL" clId="{27B146D4-2E3D-4627-A7A2-6B6DA1B809FA}" dt="2020-04-23T09:21:21.645" v="345" actId="20577"/>
        <pc:sldMkLst>
          <pc:docMk/>
          <pc:sldMk cId="2417391622" sldId="313"/>
        </pc:sldMkLst>
      </pc:sldChg>
      <pc:sldChg chg="addSp delSp modSp add">
        <pc:chgData name="MD. ISMAIL HOSSEN" userId="a4e88416-0835-49b4-bf11-1bffe063ddad" providerId="ADAL" clId="{27B146D4-2E3D-4627-A7A2-6B6DA1B809FA}" dt="2020-04-23T09:23:27.652" v="359" actId="20577"/>
        <pc:sldMkLst>
          <pc:docMk/>
          <pc:sldMk cId="2556479232" sldId="314"/>
        </pc:sldMkLst>
      </pc:sldChg>
      <pc:sldChg chg="modSp add">
        <pc:chgData name="MD. ISMAIL HOSSEN" userId="a4e88416-0835-49b4-bf11-1bffe063ddad" providerId="ADAL" clId="{27B146D4-2E3D-4627-A7A2-6B6DA1B809FA}" dt="2020-04-23T09:24:24.909" v="362" actId="20577"/>
        <pc:sldMkLst>
          <pc:docMk/>
          <pc:sldMk cId="304998717" sldId="315"/>
        </pc:sldMkLst>
      </pc:sldChg>
      <pc:sldChg chg="modSp add">
        <pc:chgData name="MD. ISMAIL HOSSEN" userId="a4e88416-0835-49b4-bf11-1bffe063ddad" providerId="ADAL" clId="{27B146D4-2E3D-4627-A7A2-6B6DA1B809FA}" dt="2020-04-23T09:24:49.762" v="364"/>
        <pc:sldMkLst>
          <pc:docMk/>
          <pc:sldMk cId="3248211723" sldId="316"/>
        </pc:sldMkLst>
      </pc:sldChg>
      <pc:sldChg chg="modSp add">
        <pc:chgData name="MD. ISMAIL HOSSEN" userId="a4e88416-0835-49b4-bf11-1bffe063ddad" providerId="ADAL" clId="{27B146D4-2E3D-4627-A7A2-6B6DA1B809FA}" dt="2020-04-23T09:26:19.730" v="404" actId="1037"/>
        <pc:sldMkLst>
          <pc:docMk/>
          <pc:sldMk cId="3138915964" sldId="317"/>
        </pc:sldMkLst>
      </pc:sldChg>
      <pc:sldChg chg="modSp add">
        <pc:chgData name="MD. ISMAIL HOSSEN" userId="a4e88416-0835-49b4-bf11-1bffe063ddad" providerId="ADAL" clId="{27B146D4-2E3D-4627-A7A2-6B6DA1B809FA}" dt="2020-04-23T09:27:35.721" v="420" actId="255"/>
        <pc:sldMkLst>
          <pc:docMk/>
          <pc:sldMk cId="3186587177" sldId="318"/>
        </pc:sldMkLst>
      </pc:sldChg>
      <pc:sldChg chg="modSp add">
        <pc:chgData name="MD. ISMAIL HOSSEN" userId="a4e88416-0835-49b4-bf11-1bffe063ddad" providerId="ADAL" clId="{27B146D4-2E3D-4627-A7A2-6B6DA1B809FA}" dt="2020-04-23T09:30:25.847" v="475" actId="1036"/>
        <pc:sldMkLst>
          <pc:docMk/>
          <pc:sldMk cId="3229136958" sldId="319"/>
        </pc:sldMkLst>
      </pc:sldChg>
      <pc:sldChg chg="addSp delSp modSp add">
        <pc:chgData name="MD. ISMAIL HOSSEN" userId="a4e88416-0835-49b4-bf11-1bffe063ddad" providerId="ADAL" clId="{27B146D4-2E3D-4627-A7A2-6B6DA1B809FA}" dt="2020-04-23T09:33:24.873" v="489" actId="113"/>
        <pc:sldMkLst>
          <pc:docMk/>
          <pc:sldMk cId="3238969428" sldId="320"/>
        </pc:sldMkLst>
      </pc:sldChg>
      <pc:sldChg chg="addSp delSp modSp add">
        <pc:chgData name="MD. ISMAIL HOSSEN" userId="a4e88416-0835-49b4-bf11-1bffe063ddad" providerId="ADAL" clId="{27B146D4-2E3D-4627-A7A2-6B6DA1B809FA}" dt="2020-04-23T10:27:35.315" v="660"/>
        <pc:sldMkLst>
          <pc:docMk/>
          <pc:sldMk cId="2102968030" sldId="321"/>
        </pc:sldMkLst>
      </pc:sldChg>
      <pc:sldChg chg="addSp delSp modSp add">
        <pc:chgData name="MD. ISMAIL HOSSEN" userId="a4e88416-0835-49b4-bf11-1bffe063ddad" providerId="ADAL" clId="{27B146D4-2E3D-4627-A7A2-6B6DA1B809FA}" dt="2020-04-23T10:40:06.094" v="686" actId="14100"/>
        <pc:sldMkLst>
          <pc:docMk/>
          <pc:sldMk cId="2469102134" sldId="322"/>
        </pc:sldMkLst>
      </pc:sldChg>
    </pc:docChg>
  </pc:docChgLst>
  <pc:docChgLst>
    <pc:chgData name="MD. ISMAIL HOSSEN" userId="a4e88416-0835-49b4-bf11-1bffe063ddad" providerId="ADAL" clId="{8066A1B7-F7E4-441A-95F4-2D7C5F5723BD}"/>
    <pc:docChg chg="undo redo custSel addSld delSld modSld">
      <pc:chgData name="MD. ISMAIL HOSSEN" userId="a4e88416-0835-49b4-bf11-1bffe063ddad" providerId="ADAL" clId="{8066A1B7-F7E4-441A-95F4-2D7C5F5723BD}" dt="2020-04-22T11:59:21.728" v="1015" actId="20577"/>
      <pc:docMkLst>
        <pc:docMk/>
      </pc:docMkLst>
      <pc:sldChg chg="addSp delSp modSp">
        <pc:chgData name="MD. ISMAIL HOSSEN" userId="a4e88416-0835-49b4-bf11-1bffe063ddad" providerId="ADAL" clId="{8066A1B7-F7E4-441A-95F4-2D7C5F5723BD}" dt="2020-04-22T05:18:07.871" v="15" actId="20577"/>
        <pc:sldMkLst>
          <pc:docMk/>
          <pc:sldMk cId="700707328" sldId="256"/>
        </pc:sldMkLst>
      </pc:sldChg>
      <pc:sldChg chg="modSp">
        <pc:chgData name="MD. ISMAIL HOSSEN" userId="a4e88416-0835-49b4-bf11-1bffe063ddad" providerId="ADAL" clId="{8066A1B7-F7E4-441A-95F4-2D7C5F5723BD}" dt="2020-04-22T11:08:56.883" v="823"/>
        <pc:sldMkLst>
          <pc:docMk/>
          <pc:sldMk cId="424874041" sldId="257"/>
        </pc:sldMkLst>
      </pc:sldChg>
      <pc:sldChg chg="modSp">
        <pc:chgData name="MD. ISMAIL HOSSEN" userId="a4e88416-0835-49b4-bf11-1bffe063ddad" providerId="ADAL" clId="{8066A1B7-F7E4-441A-95F4-2D7C5F5723BD}" dt="2020-04-22T11:17:01.552" v="858" actId="20577"/>
        <pc:sldMkLst>
          <pc:docMk/>
          <pc:sldMk cId="1923382373" sldId="264"/>
        </pc:sldMkLst>
      </pc:sldChg>
      <pc:sldChg chg="modSp">
        <pc:chgData name="MD. ISMAIL HOSSEN" userId="a4e88416-0835-49b4-bf11-1bffe063ddad" providerId="ADAL" clId="{8066A1B7-F7E4-441A-95F4-2D7C5F5723BD}" dt="2020-04-22T11:59:21.728" v="1015" actId="20577"/>
        <pc:sldMkLst>
          <pc:docMk/>
          <pc:sldMk cId="3224969828" sldId="265"/>
        </pc:sldMkLst>
      </pc:sldChg>
    </pc:docChg>
  </pc:docChgLst>
  <pc:docChgLst>
    <pc:chgData name="Dr. Md Mehedi Hasan" userId="5eb39d97-deb0-466a-af4c-298e34812974" providerId="ADAL" clId="{A257A865-785F-4492-A823-E643B0409D6B}"/>
    <pc:docChg chg="custSel modSld">
      <pc:chgData name="Dr. Md Mehedi Hasan" userId="5eb39d97-deb0-466a-af4c-298e34812974" providerId="ADAL" clId="{A257A865-785F-4492-A823-E643B0409D6B}" dt="2022-06-21T10:46:31.069" v="82" actId="20577"/>
      <pc:docMkLst>
        <pc:docMk/>
      </pc:docMkLst>
      <pc:sldChg chg="modSp mod">
        <pc:chgData name="Dr. Md Mehedi Hasan" userId="5eb39d97-deb0-466a-af4c-298e34812974" providerId="ADAL" clId="{A257A865-785F-4492-A823-E643B0409D6B}" dt="2022-06-21T10:46:31.069" v="82" actId="20577"/>
        <pc:sldMkLst>
          <pc:docMk/>
          <pc:sldMk cId="700707328" sldId="256"/>
        </pc:sldMkLst>
      </pc:sldChg>
      <pc:sldChg chg="modSp mod">
        <pc:chgData name="Dr. Md Mehedi Hasan" userId="5eb39d97-deb0-466a-af4c-298e34812974" providerId="ADAL" clId="{A257A865-785F-4492-A823-E643B0409D6B}" dt="2022-06-20T04:29:25.246" v="41" actId="33524"/>
        <pc:sldMkLst>
          <pc:docMk/>
          <pc:sldMk cId="3111842436" sldId="302"/>
        </pc:sldMkLst>
      </pc:sldChg>
      <pc:sldChg chg="modSp mod">
        <pc:chgData name="Dr. Md Mehedi Hasan" userId="5eb39d97-deb0-466a-af4c-298e34812974" providerId="ADAL" clId="{A257A865-785F-4492-A823-E643B0409D6B}" dt="2022-06-20T05:07:10.203" v="59" actId="20577"/>
        <pc:sldMkLst>
          <pc:docMk/>
          <pc:sldMk cId="2417391622" sldId="313"/>
        </pc:sldMkLst>
      </pc:sldChg>
      <pc:sldChg chg="modSp mod">
        <pc:chgData name="Dr. Md Mehedi Hasan" userId="5eb39d97-deb0-466a-af4c-298e34812974" providerId="ADAL" clId="{A257A865-785F-4492-A823-E643B0409D6B}" dt="2022-06-20T05:14:08.558" v="61" actId="20577"/>
        <pc:sldMkLst>
          <pc:docMk/>
          <pc:sldMk cId="2556479232" sldId="314"/>
        </pc:sldMkLst>
      </pc:sldChg>
      <pc:sldChg chg="modSp mod modAnim">
        <pc:chgData name="Dr. Md Mehedi Hasan" userId="5eb39d97-deb0-466a-af4c-298e34812974" providerId="ADAL" clId="{A257A865-785F-4492-A823-E643B0409D6B}" dt="2022-06-21T02:53:44.547" v="76"/>
        <pc:sldMkLst>
          <pc:docMk/>
          <pc:sldMk cId="304998717" sldId="315"/>
        </pc:sldMkLst>
      </pc:sldChg>
      <pc:sldChg chg="modSp mod">
        <pc:chgData name="Dr. Md Mehedi Hasan" userId="5eb39d97-deb0-466a-af4c-298e34812974" providerId="ADAL" clId="{A257A865-785F-4492-A823-E643B0409D6B}" dt="2022-06-20T05:15:11.602" v="75" actId="20577"/>
        <pc:sldMkLst>
          <pc:docMk/>
          <pc:sldMk cId="3248211723" sldId="316"/>
        </pc:sldMkLst>
      </pc:sldChg>
    </pc:docChg>
  </pc:docChgLst>
  <pc:docChgLst>
    <pc:chgData name="MD. ISMAIL HOSSEN" userId="a4e88416-0835-49b4-bf11-1bffe063ddad" providerId="ADAL" clId="{0429E1A7-49F6-4F7C-BEFC-A9C353990101}"/>
    <pc:docChg chg="modSld">
      <pc:chgData name="MD. ISMAIL HOSSEN" userId="a4e88416-0835-49b4-bf11-1bffe063ddad" providerId="ADAL" clId="{0429E1A7-49F6-4F7C-BEFC-A9C353990101}" dt="2020-04-30T12:23:49.140" v="7" actId="20577"/>
      <pc:docMkLst>
        <pc:docMk/>
      </pc:docMkLst>
      <pc:sldChg chg="modSp">
        <pc:chgData name="MD. ISMAIL HOSSEN" userId="a4e88416-0835-49b4-bf11-1bffe063ddad" providerId="ADAL" clId="{0429E1A7-49F6-4F7C-BEFC-A9C353990101}" dt="2020-04-30T12:23:49.140" v="7" actId="20577"/>
        <pc:sldMkLst>
          <pc:docMk/>
          <pc:sldMk cId="700707328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mhasan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kpGK5bZbSY&amp;list=RDCMUCCU6xxwO9uJuFieylWL2lSA&amp;start_radio=1&amp;t=27" TargetMode="External"/><Relationship Id="rId2" Type="http://schemas.openxmlformats.org/officeDocument/2006/relationships/hyperlink" Target="https://www.youtube.com/watch?v=-LXc6IvtsfI" TargetMode="Externa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www.youtube.com/watch?v=9cXe_T99nL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Processor Status &amp; FLAGS Register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COE 3205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781373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82691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37957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80629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21-22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Dr. Md Mehedi Hasan; </a:t>
                      </a:r>
                      <a:r>
                        <a:rPr lang="en-US" i="1" dirty="0">
                          <a:hlinkClick r:id="rId2"/>
                        </a:rPr>
                        <a:t>mmhasan@aiub.edu</a:t>
                      </a:r>
                      <a:r>
                        <a:rPr lang="en-US" i="1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290044" cy="48463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Computer Organization &amp; Architecture 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Overview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Learning Objective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The FLAGS Register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The Status Flags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Overflow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How Instructions Affect the Flags</a:t>
            </a:r>
          </a:p>
          <a:p>
            <a:pPr marL="971550" lvl="0" indent="-514350" defTabSz="461518">
              <a:spcBef>
                <a:spcPts val="800"/>
              </a:spcBef>
              <a:buFont typeface="+mj-lt"/>
              <a:buAutoNum type="arabicPeriod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DEBUG Program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 fontScale="77500" lnSpcReduction="20000"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Computer’s decision-making ability makes it unique than other devices.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The CPU circuits perform decision making based on the processor’s current state.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The 8086 processor’s state is represented with nine individual bits or flags.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The 8086 takes decision based on the flags value.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The flags are placed in the FLAGS register.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Status flags: Reflects the result of computation.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Control flags: used to enable or disable certain operations of processor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8424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Learning Objective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896195"/>
          </a:xfrm>
        </p:spPr>
        <p:txBody>
          <a:bodyPr>
            <a:normAutofit/>
          </a:bodyPr>
          <a:lstStyle/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How flags are effected by the machine instructions.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DOS program DEBUG</a:t>
            </a:r>
          </a:p>
          <a:p>
            <a:pPr marL="971550" lvl="0" indent="-514350" defTabSz="461518">
              <a:spcBef>
                <a:spcPts val="800"/>
              </a:spcBef>
              <a:buFont typeface="Wingdings" panose="05000000000000000000" pitchFamily="2" charset="2"/>
              <a:buChar char="Ø"/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Display registers, flags and memory locations using DEBUG.</a:t>
            </a:r>
          </a:p>
        </p:txBody>
      </p:sp>
    </p:spTree>
    <p:extLst>
      <p:ext uri="{BB962C8B-B14F-4D97-AF65-F5344CB8AC3E}">
        <p14:creationId xmlns:p14="http://schemas.microsoft.com/office/powerpoint/2010/main" val="3342047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FLAGS Register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8933B2-77CD-46E5-B6EA-A48EB75EC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91" y="2149650"/>
            <a:ext cx="7337617" cy="300860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2794323"/>
          </a:xfrm>
        </p:spPr>
        <p:txBody>
          <a:bodyPr>
            <a:normAutofit/>
          </a:bodyPr>
          <a:lstStyle/>
          <a:p>
            <a:pPr marL="457200" lvl="0" defTabSz="461518">
              <a:spcBef>
                <a:spcPts val="800"/>
              </a:spcBef>
              <a:defRPr sz="1800">
                <a:solidFill>
                  <a:srgbClr val="000000"/>
                </a:solidFill>
              </a:defRPr>
            </a:pPr>
            <a:r>
              <a:rPr lang="en-US" sz="2800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8BD671A-17C7-4749-8DF3-A0D553AE4CF0}"/>
              </a:ext>
            </a:extLst>
          </p:cNvPr>
          <p:cNvSpPr/>
          <p:nvPr/>
        </p:nvSpPr>
        <p:spPr>
          <a:xfrm>
            <a:off x="2366229" y="4989439"/>
            <a:ext cx="5216257" cy="11798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28929" lvl="0" indent="-328929" defTabSz="432308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b="1" dirty="0"/>
              <a:t>Status Flags:</a:t>
            </a:r>
            <a:r>
              <a:rPr lang="en-US" dirty="0"/>
              <a:t>   bit </a:t>
            </a:r>
            <a:r>
              <a:rPr lang="en-US" b="1" dirty="0"/>
              <a:t>0, 2, 4, 6, 7 </a:t>
            </a:r>
            <a:r>
              <a:rPr lang="en-US" dirty="0"/>
              <a:t>and</a:t>
            </a:r>
            <a:r>
              <a:rPr lang="en-US" b="1" dirty="0"/>
              <a:t> 11</a:t>
            </a:r>
          </a:p>
          <a:p>
            <a:pPr marL="328929" lvl="0" indent="-328929" defTabSz="432308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b="1" dirty="0"/>
              <a:t>Control Flags: </a:t>
            </a:r>
            <a:r>
              <a:rPr lang="en-US" dirty="0"/>
              <a:t>bit </a:t>
            </a:r>
            <a:r>
              <a:rPr lang="en-US" b="1" dirty="0"/>
              <a:t>8, 9 </a:t>
            </a:r>
            <a:r>
              <a:rPr lang="en-US" dirty="0"/>
              <a:t>and</a:t>
            </a:r>
            <a:r>
              <a:rPr lang="en-US" b="1" dirty="0"/>
              <a:t> 10</a:t>
            </a:r>
          </a:p>
          <a:p>
            <a:pPr marL="328929" lvl="0" indent="-328929" defTabSz="432308">
              <a:spcBef>
                <a:spcPts val="1000"/>
              </a:spcBef>
              <a:defRPr sz="1800">
                <a:solidFill>
                  <a:srgbClr val="000000"/>
                </a:solidFill>
              </a:defRPr>
            </a:pPr>
            <a:r>
              <a:rPr lang="en-US" b="1" dirty="0"/>
              <a:t>*** bit 1,3,5,12,13,14,15 </a:t>
            </a:r>
            <a:r>
              <a:rPr lang="en-US" dirty="0"/>
              <a:t>has</a:t>
            </a:r>
            <a:r>
              <a:rPr lang="en-US" b="1" dirty="0"/>
              <a:t> no significance </a:t>
            </a:r>
          </a:p>
        </p:txBody>
      </p:sp>
    </p:spTree>
    <p:extLst>
      <p:ext uri="{BB962C8B-B14F-4D97-AF65-F5344CB8AC3E}">
        <p14:creationId xmlns:p14="http://schemas.microsoft.com/office/powerpoint/2010/main" val="3995764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Status Flags (1/2)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8" name="Table 48">
            <a:extLst>
              <a:ext uri="{FF2B5EF4-FFF2-40B4-BE49-F238E27FC236}">
                <a16:creationId xmlns:a16="http://schemas.microsoft.com/office/drawing/2014/main" id="{28F2BF6E-34CD-41FB-B7E2-7E764DE741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0019826"/>
              </p:ext>
            </p:extLst>
          </p:nvPr>
        </p:nvGraphicFramePr>
        <p:xfrm>
          <a:off x="476205" y="2022139"/>
          <a:ext cx="8161358" cy="424244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475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5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885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Flags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Descriptions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080"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Carry Flag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CF=1 </a:t>
                      </a:r>
                      <a:r>
                        <a:rPr lang="en-US" sz="1800" dirty="0"/>
                        <a:t>I</a:t>
                      </a:r>
                      <a:r>
                        <a:rPr sz="1800" dirty="0"/>
                        <a:t>f there is a carry out from the </a:t>
                      </a:r>
                      <a:r>
                        <a:rPr lang="en-US" sz="1800" dirty="0"/>
                        <a:t>most significant bit (</a:t>
                      </a:r>
                      <a:r>
                        <a:rPr sz="1800" dirty="0"/>
                        <a:t>MSB</a:t>
                      </a:r>
                      <a:r>
                        <a:rPr lang="en-US" sz="1800" dirty="0"/>
                        <a:t>)</a:t>
                      </a:r>
                      <a:r>
                        <a:rPr sz="1800" dirty="0"/>
                        <a:t> on addition</a:t>
                      </a:r>
                      <a:r>
                        <a:rPr lang="en-US" sz="1800" dirty="0"/>
                        <a:t>.</a:t>
                      </a:r>
                      <a:endParaRPr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dirty="0"/>
                        <a:t>CF=1</a:t>
                      </a:r>
                      <a:r>
                        <a:rPr lang="en-US" sz="1800" baseline="0" dirty="0"/>
                        <a:t> </a:t>
                      </a:r>
                      <a:r>
                        <a:rPr sz="1800" dirty="0"/>
                        <a:t>If there is a borrow into the </a:t>
                      </a:r>
                      <a:r>
                        <a:rPr lang="en-US" sz="1800" dirty="0"/>
                        <a:t>most significant bit </a:t>
                      </a:r>
                      <a:r>
                        <a:rPr sz="1800" dirty="0"/>
                        <a:t>MSB on subtraction. </a:t>
                      </a: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Otherwise</a:t>
                      </a:r>
                      <a:r>
                        <a:rPr lang="en-US" sz="1800" dirty="0"/>
                        <a:t>,</a:t>
                      </a:r>
                      <a:r>
                        <a:rPr sz="1800" dirty="0"/>
                        <a:t> CF=0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9553"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Parity Flag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280736" lvl="0" indent="-28073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Even Parity: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PF=1, if low byte of a result has even number of one bits</a:t>
                      </a:r>
                      <a:r>
                        <a:rPr lang="en-US" sz="1800" dirty="0"/>
                        <a:t> [e.g., 1111000011]</a:t>
                      </a:r>
                      <a:endParaRPr sz="1800" dirty="0"/>
                    </a:p>
                    <a:p>
                      <a:pPr marL="280736" marR="0" lvl="0" indent="-280736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Tx/>
                        <a:buChar char="•"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Odd Parity:  PF=0, if low byte of a result has an odd number of one bits</a:t>
                      </a:r>
                      <a:r>
                        <a:rPr lang="en-US" sz="1800" dirty="0"/>
                        <a:t> [e.g., 1111000111]</a:t>
                      </a:r>
                      <a:endParaRPr sz="1800" dirty="0"/>
                    </a:p>
                    <a:p>
                      <a:pPr marL="280736" lvl="0" indent="-28073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 err="1"/>
                        <a:t>e.g</a:t>
                      </a:r>
                      <a:r>
                        <a:rPr sz="1800" dirty="0"/>
                        <a:t> FFFF is odd parity and FFFE is even parity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9648"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Auxiliary carry Flag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AF=1, if there is a carry out from bit 3 on addition or 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AF=1, if there is a borrow from bit 3 on subtraction.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9211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924A5-A062-7A26-64F5-C3E488FCF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2FED8-BEC6-D874-CD8C-C039C50848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Status Flags (1/2)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65FA1D3-EEA8-5C52-3A68-2A80511CDB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8" name="Table 48">
            <a:extLst>
              <a:ext uri="{FF2B5EF4-FFF2-40B4-BE49-F238E27FC236}">
                <a16:creationId xmlns:a16="http://schemas.microsoft.com/office/drawing/2014/main" id="{5EEA0222-8EF4-8028-C6FC-95015E0577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6735936"/>
              </p:ext>
            </p:extLst>
          </p:nvPr>
        </p:nvGraphicFramePr>
        <p:xfrm>
          <a:off x="476205" y="2022139"/>
          <a:ext cx="8161358" cy="3898801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475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5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885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Flags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Descriptions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2080"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Carry Flag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CF=1 </a:t>
                      </a:r>
                      <a:r>
                        <a:rPr lang="en-US" sz="1800" dirty="0"/>
                        <a:t>I</a:t>
                      </a:r>
                      <a:r>
                        <a:rPr sz="1800" dirty="0"/>
                        <a:t>f there is a carry out from the </a:t>
                      </a:r>
                      <a:r>
                        <a:rPr lang="en-US" sz="1800" dirty="0"/>
                        <a:t>most significant bit (</a:t>
                      </a:r>
                      <a:r>
                        <a:rPr sz="1800" dirty="0"/>
                        <a:t>MSB</a:t>
                      </a:r>
                      <a:r>
                        <a:rPr lang="en-US" sz="1800" dirty="0"/>
                        <a:t>)</a:t>
                      </a:r>
                      <a:r>
                        <a:rPr sz="1800" dirty="0"/>
                        <a:t> on addition</a:t>
                      </a:r>
                      <a:r>
                        <a:rPr lang="en-US" sz="1800" dirty="0"/>
                        <a:t>.</a:t>
                      </a:r>
                      <a:endParaRPr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dirty="0"/>
                        <a:t>CF=1</a:t>
                      </a:r>
                      <a:r>
                        <a:rPr lang="en-US" sz="1800" baseline="0" dirty="0"/>
                        <a:t> </a:t>
                      </a:r>
                      <a:r>
                        <a:rPr sz="1800" dirty="0"/>
                        <a:t>If there is a borrow into the </a:t>
                      </a:r>
                      <a:r>
                        <a:rPr lang="en-US" sz="1800" dirty="0"/>
                        <a:t>most significant bit </a:t>
                      </a:r>
                      <a:r>
                        <a:rPr sz="1800" dirty="0"/>
                        <a:t>MSB on subtraction. </a:t>
                      </a: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Otherwise</a:t>
                      </a:r>
                      <a:r>
                        <a:rPr lang="en-US" sz="1800" dirty="0"/>
                        <a:t>,</a:t>
                      </a:r>
                      <a:r>
                        <a:rPr sz="1800" dirty="0"/>
                        <a:t> CF=0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9201">
                <a:tc gridSpan="2"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1111 1111   (255 in decimal)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+ 0000 0001   (1 in decimal)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------------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1 0000 0000   (256 in decimal — needs 9 bits, carry out occurs)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Result = 0000 0000 (only 8 bits stored), and CF = 1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C6B9CF7-949C-376C-3965-C7726FC7C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8270" y="3876199"/>
            <a:ext cx="5069525" cy="1044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81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A29D3-1CEA-A22D-FDD8-63F8683014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7AD9C-B2FA-CEFA-9CE6-491E55FF41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Status Flags (1/2)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A2C2EE4-A39E-8CE7-8E38-EFC181774E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8" name="Table 48">
            <a:extLst>
              <a:ext uri="{FF2B5EF4-FFF2-40B4-BE49-F238E27FC236}">
                <a16:creationId xmlns:a16="http://schemas.microsoft.com/office/drawing/2014/main" id="{8206872E-1EB9-A14F-6DA4-C565615127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5291671"/>
              </p:ext>
            </p:extLst>
          </p:nvPr>
        </p:nvGraphicFramePr>
        <p:xfrm>
          <a:off x="476205" y="2022139"/>
          <a:ext cx="8161358" cy="35560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475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5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885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Flags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Descriptions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1281">
                <a:tc gridSpan="2"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Parity Flag</a:t>
                      </a:r>
                    </a:p>
                    <a:p>
                      <a:pPr marL="280736" lvl="0" indent="-28073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Even Parity:</a:t>
                      </a:r>
                      <a:r>
                        <a:rPr lang="en-US" sz="1800" dirty="0"/>
                        <a:t> </a:t>
                      </a:r>
                      <a:r>
                        <a:rPr sz="1800" dirty="0"/>
                        <a:t>PF=1, if </a:t>
                      </a:r>
                      <a:r>
                        <a:rPr sz="1800" b="1" dirty="0"/>
                        <a:t>low byte</a:t>
                      </a:r>
                      <a:r>
                        <a:rPr sz="1800" dirty="0"/>
                        <a:t> of a result has even number of one bits</a:t>
                      </a:r>
                      <a:r>
                        <a:rPr lang="en-US" sz="1800" dirty="0"/>
                        <a:t> [e.g., 1111000011]</a:t>
                      </a:r>
                      <a:endParaRPr sz="1800" dirty="0"/>
                    </a:p>
                    <a:p>
                      <a:pPr marL="280736" marR="0" lvl="0" indent="-280736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Pct val="75000"/>
                        <a:buFontTx/>
                        <a:buChar char="•"/>
                        <a:tabLst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Odd Parity:  PF=0, if </a:t>
                      </a:r>
                      <a:r>
                        <a:rPr sz="1800" b="1" dirty="0"/>
                        <a:t>low byte </a:t>
                      </a:r>
                      <a:r>
                        <a:rPr sz="1800" dirty="0"/>
                        <a:t>of a result has an odd number of one bits</a:t>
                      </a:r>
                      <a:r>
                        <a:rPr lang="en-US" sz="1800" dirty="0"/>
                        <a:t> [e.g., 1111000111]</a:t>
                      </a:r>
                      <a:endParaRPr sz="1800" dirty="0"/>
                    </a:p>
                    <a:p>
                      <a:pPr marL="280736" lvl="0" indent="-28073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 err="1"/>
                        <a:t>e.g</a:t>
                      </a:r>
                      <a:r>
                        <a:rPr sz="1800" dirty="0"/>
                        <a:t> FFFF is odd parity and FFFE is even parity</a:t>
                      </a:r>
                      <a:r>
                        <a:rPr lang="en-US" sz="1800" dirty="0"/>
                        <a:t>.</a:t>
                      </a:r>
                    </a:p>
                    <a:p>
                      <a:pPr marL="280736" lvl="0" indent="-28073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1" dirty="0"/>
                        <a:t>The Parity Flag (PF) is a status flag in the CPU </a:t>
                      </a:r>
                      <a:r>
                        <a:rPr lang="en-US" sz="1800" dirty="0"/>
                        <a:t>that checks if the number of 1s in the lowest byte (8 bits) of a result is even or odd.</a:t>
                      </a:r>
                    </a:p>
                    <a:p>
                      <a:pPr marL="280736" lvl="0" indent="-28073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280736" lvl="0" indent="-28073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280736" lvl="0" indent="-28073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800" dirty="0"/>
                    </a:p>
                  </a:txBody>
                  <a:tcPr marL="50800" marR="50800" marT="50800" marB="50800" anchor="ctr" horzOverflow="overflow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A2A512A-10F6-C75A-ED1B-92553FCF3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27" y="4839765"/>
            <a:ext cx="3816546" cy="6248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FDD311-3093-47DF-A647-4BBAF4B10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289" y="4463143"/>
            <a:ext cx="3200564" cy="1075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248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9B24F-9323-EA64-65BB-8755C12E7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6E439-B860-2E1C-DE6E-E85BB35E66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Status Flags (1/2)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0991E04-A600-3C66-D6F0-A43350EB50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8" name="Table 48">
            <a:extLst>
              <a:ext uri="{FF2B5EF4-FFF2-40B4-BE49-F238E27FC236}">
                <a16:creationId xmlns:a16="http://schemas.microsoft.com/office/drawing/2014/main" id="{77689714-83C0-8F68-C919-5F940960B8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4497442"/>
              </p:ext>
            </p:extLst>
          </p:nvPr>
        </p:nvGraphicFramePr>
        <p:xfrm>
          <a:off x="476205" y="2022139"/>
          <a:ext cx="8161358" cy="3487681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475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5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885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Flags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Descriptions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1281">
                <a:tc gridSpan="2"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Parity Flag</a:t>
                      </a:r>
                      <a:endParaRPr lang="en-US" sz="2000" b="1" dirty="0"/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2000" b="1" dirty="0"/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2000" b="1" dirty="0"/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2000" b="1" dirty="0"/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2000" b="1" dirty="0"/>
                    </a:p>
                    <a:p>
                      <a:pPr marL="280736" lvl="0" indent="-28073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280736" lvl="0" indent="-28073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280736" lvl="0" indent="-28073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800" dirty="0"/>
                    </a:p>
                  </a:txBody>
                  <a:tcPr marL="50800" marR="50800" marT="50800" marB="50800" anchor="ctr" horzOverflow="overflow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D6EE83C-E5AB-D6E2-8313-4A2AD856F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66" y="3211287"/>
            <a:ext cx="6146920" cy="203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71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7AA2E-41CD-C6C0-8602-621A78133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F10B3-D6F6-224A-CE41-616DDDAF83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Status Flags (1/2)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6943419-77BC-6362-02C0-EC6E8588A0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8" name="Table 48">
            <a:extLst>
              <a:ext uri="{FF2B5EF4-FFF2-40B4-BE49-F238E27FC236}">
                <a16:creationId xmlns:a16="http://schemas.microsoft.com/office/drawing/2014/main" id="{D3567DF3-FE69-3122-B1CF-85498841ED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5451715"/>
              </p:ext>
            </p:extLst>
          </p:nvPr>
        </p:nvGraphicFramePr>
        <p:xfrm>
          <a:off x="476205" y="2022139"/>
          <a:ext cx="8161358" cy="547624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475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5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885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Flags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Descriptions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1281">
                <a:tc gridSpan="2"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Auxiliary carry Flag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AF=1, if there is a carry out from bit 3 on addition or 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AF=1, if there is a borrow from bit 3 on subtraction.</a:t>
                      </a: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Each bit in an 8-bit binary number is numbered from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right to left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Bit:   7   6   5   4   |  3   2   1   0  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      ↑   ↑   ↑   ↑      ↑   ↑   ↑   ↑  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     MSB (Most Significant Bit)    LSB (Least Significant Bit)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The Auxiliary Carry Flag only cares about bit 3 (fourth bit from the right).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Addition with Carry from Bit 3. If an addition operation causes a carry from bit 3 (fourth bit) to bit 4 (fifth bit), AF = 1.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07C88A42-9532-D64E-54DE-B1D6974EFC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58" y="3383634"/>
            <a:ext cx="4807197" cy="52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973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8CA55-DA38-0608-2F3C-C69D47F8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97F64-9AB6-F27C-3D7A-5F8CD4DCE7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Status Flags (1/2)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C67A43B-A491-77C6-8521-56D9389EDB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8" name="Table 48">
            <a:extLst>
              <a:ext uri="{FF2B5EF4-FFF2-40B4-BE49-F238E27FC236}">
                <a16:creationId xmlns:a16="http://schemas.microsoft.com/office/drawing/2014/main" id="{8C8DFD1F-F4FC-ADDA-B474-BC55EB32CD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6772261"/>
              </p:ext>
            </p:extLst>
          </p:nvPr>
        </p:nvGraphicFramePr>
        <p:xfrm>
          <a:off x="476205" y="2022139"/>
          <a:ext cx="8161358" cy="49276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475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5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885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Flags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Descriptions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1281">
                <a:tc gridSpan="2"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Auxiliary carry Flag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0000 1001   (9 in decimal)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+  0000 0111   (7 in decimal)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-------------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  0001 0000   (16 in decimal)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Carry occurs from bit 3 to bit 4.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AF = 1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Subtraction with Borrow from Bit 3. If a subtraction operation requires a borrow at bit 3, AF = 1.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0000 1000   (8 in decimal)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-0000 0001   (1 in decimal)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-------------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  0000 0111   (7 in decimal)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No borrow from bit 3 → AF = 0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571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16487-12F4-0708-CE87-D20A82D2F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7DC8D-B5A1-F95A-F661-55954552F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Status Flags (1/2)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9AFE21F-6A76-5233-ED1A-06C0897462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8" name="Table 48">
            <a:extLst>
              <a:ext uri="{FF2B5EF4-FFF2-40B4-BE49-F238E27FC236}">
                <a16:creationId xmlns:a16="http://schemas.microsoft.com/office/drawing/2014/main" id="{28DD9ABF-0EFE-C2E7-8321-7142AB33C9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6422783"/>
              </p:ext>
            </p:extLst>
          </p:nvPr>
        </p:nvGraphicFramePr>
        <p:xfrm>
          <a:off x="476205" y="2022139"/>
          <a:ext cx="8161358" cy="3487681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475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59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9885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Flags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Descriptions</a:t>
                      </a:r>
                      <a:endParaRPr sz="20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1281">
                <a:tc gridSpan="2"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000" b="1" dirty="0"/>
                        <a:t>Auxiliary carry Flag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 0000 1000   (8 in decimal)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-  0000 1010   (10 in decimal)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-------------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  1111 1110   (-2 in two's complement)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Borrow required from bit 3 → AF = 1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5D2BD8B-916B-69CB-F2A3-6E3091DDF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468" y="4372863"/>
            <a:ext cx="6507532" cy="105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467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Status Flags (2/2)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E77FA3-D21A-409B-A789-3579D5888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312464"/>
              </p:ext>
            </p:extLst>
          </p:nvPr>
        </p:nvGraphicFramePr>
        <p:xfrm>
          <a:off x="698142" y="2045195"/>
          <a:ext cx="7747716" cy="418045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400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2223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/>
                        <a:t>Zero Flag</a:t>
                      </a:r>
                      <a:endParaRPr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327526" lvl="0" indent="-327526" algn="ctr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ZF=1 for a zero result. e.g. for AX-AX= Zero, thus, ZF=1</a:t>
                      </a:r>
                    </a:p>
                    <a:p>
                      <a:pPr marL="327526" lvl="0" indent="-327526" algn="ctr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ZF=0 for a non-zero result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8227">
                <a:tc gridSpan="2"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 1: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Subtraction Resulting in Zero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MOV AX, 5      ; AX = 5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SUB AX, 5      ; AX = AX - 5 → AX = 0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Result = 0,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ZF = 1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 2: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Subtraction Resulting in Non-Zero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MOV AX, 7      ; AX = 7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SUB AX, 3      ; AX = AX - 3 → AX = 4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Result = 4,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ZF = 0</a:t>
                      </a:r>
                      <a:endParaRPr lang="en-US" sz="1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289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CC8BA-94B2-64CE-F83A-CA629004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B6FB-3EA3-97B1-48F5-D084B5BA60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Status Flags (2/2)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34769A1-F2BE-6949-4205-BC464EE9E4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3473806-79F8-169D-5086-559709AD4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3965840"/>
              </p:ext>
            </p:extLst>
          </p:nvPr>
        </p:nvGraphicFramePr>
        <p:xfrm>
          <a:off x="698142" y="2045195"/>
          <a:ext cx="7747716" cy="418045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400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2223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/>
                        <a:t>Zero Flag</a:t>
                      </a:r>
                      <a:endParaRPr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327526" lvl="0" indent="-327526" algn="ctr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ZF=1 for a zero result. e.g. for AX-AX= Zero, thus, ZF=1</a:t>
                      </a:r>
                    </a:p>
                    <a:p>
                      <a:pPr marL="327526" lvl="0" indent="-327526" algn="ctr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ZF=0 for a non-zero result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8227">
                <a:tc gridSpan="2"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Example: AND Operation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MOV AL, 1010 1010B  ; AL = 1010 1010 (Binary)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AND AL, 0000 0000B  ; Perform bitwise AND with 0000 0000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1010 1010  (AL register)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AND 0000 0000  (Operand)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---------------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  0000 0000  (Result)</a:t>
                      </a:r>
                    </a:p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Since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anything AND 0 is always 0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the final result is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0000 0000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(zero).</a:t>
                      </a:r>
                      <a:b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✅ Because the result is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zero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the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Zero Flag (ZF) = 1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219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AB1B0-8360-6D10-3936-E20E7A5E5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5E76D-F214-BBB2-8420-42B9FF2062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Status Flags (2/2)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E351813-03F5-4164-B0C8-2BD08A6963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051D6B-BDE8-0FF1-890C-0D0AC0B4A8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660532"/>
              </p:ext>
            </p:extLst>
          </p:nvPr>
        </p:nvGraphicFramePr>
        <p:xfrm>
          <a:off x="698142" y="2045195"/>
          <a:ext cx="7747716" cy="702056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7747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80450"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/>
                        <a:t>Sign Flag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SF=1 if MSB of a result is 1. that is the result is negative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SF=0 if the MSB is zero </a:t>
                      </a:r>
                      <a:endParaRPr lang="en-US" sz="1800" dirty="0"/>
                    </a:p>
                    <a:p>
                      <a:pPr marL="0" lvl="0" indent="0" algn="l" defTabSz="914400">
                        <a:buSzPct val="75000"/>
                        <a:buNone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Sign Flag (SF)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used to determine whether the result of an arithmetic or logical operation is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negative or positive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 signed binary numbers (two’s complement representation).</a:t>
                      </a:r>
                    </a:p>
                    <a:p>
                      <a:pPr marL="0" lvl="0" indent="0" algn="l" defTabSz="914400">
                        <a:buSzPct val="75000"/>
                        <a:buNone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SF = 1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→ The result is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negative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(MSB = 1).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SF = 0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→ The result is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positive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or zero (MSB = 0).</a:t>
                      </a:r>
                    </a:p>
                    <a:p>
                      <a:pPr marL="0" lvl="0" indent="0" algn="l" defTabSz="914400">
                        <a:buSzPct val="75000"/>
                        <a:buNone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1" dirty="0"/>
                        <a:t>Example 1: Positive Result (SF = 0)</a:t>
                      </a:r>
                    </a:p>
                    <a:p>
                      <a:pPr marL="0" lvl="0" indent="0" algn="l" defTabSz="914400">
                        <a:buSzPct val="75000"/>
                        <a:buNone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1" dirty="0"/>
                        <a:t>MOV AL, 0100 1100B  ; AL = 4C (Decimal 76)</a:t>
                      </a:r>
                    </a:p>
                    <a:p>
                      <a:pPr marL="0" lvl="0" indent="0" algn="l" defTabSz="914400">
                        <a:buSzPct val="75000"/>
                        <a:buNone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1" dirty="0"/>
                        <a:t>ADD AL, 0000 0010B  ; AL = AL + 2 = 78 (0100 1110B)</a:t>
                      </a:r>
                    </a:p>
                    <a:p>
                      <a:pPr marL="0" lvl="0" indent="0" algn="l" defTabSz="914400">
                        <a:buSzPct val="75000"/>
                        <a:buNone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it-IT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MSB = 0 (Positive),</a:t>
                      </a: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SF = 0</a:t>
                      </a: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✅</a:t>
                      </a:r>
                      <a:endParaRPr lang="en-US" sz="1800" b="1" dirty="0"/>
                    </a:p>
                    <a:p>
                      <a:pPr marL="0" lvl="0" indent="0" algn="l" defTabSz="914400">
                        <a:buSzPct val="75000"/>
                        <a:buNone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800" dirty="0"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548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A1286-BAB3-49A5-C1D0-824723291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B8273-11F9-E969-C36F-A19FDE1236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Status Flags (2/2)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AA1127A-38C2-575A-5BA3-22BB8958D5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4D11B8-1294-354F-6F8A-9038870A0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0727113"/>
              </p:ext>
            </p:extLst>
          </p:nvPr>
        </p:nvGraphicFramePr>
        <p:xfrm>
          <a:off x="698142" y="2045195"/>
          <a:ext cx="7747716" cy="674624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77477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80450">
                <a:tc>
                  <a:txBody>
                    <a:bodyPr/>
                    <a:lstStyle/>
                    <a:p>
                      <a:pPr lvl="0" algn="l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/>
                        <a:t>Sign Flag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SF=1 if MSB of a result is 1. that is the result is negative</a:t>
                      </a:r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SF=0 if the MSB is zero </a:t>
                      </a:r>
                      <a:endParaRPr lang="en-US" sz="1800" dirty="0"/>
                    </a:p>
                    <a:p>
                      <a:pPr marL="0" lvl="0" indent="0" algn="l" defTabSz="914400">
                        <a:buSzPct val="75000"/>
                        <a:buNone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Sign Flag (SF)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is used to determine whether the result of an arithmetic or logical operation is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negative or positive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in signed binary numbers (two’s complement representation).</a:t>
                      </a:r>
                    </a:p>
                    <a:p>
                      <a:pPr marL="0" lvl="0" indent="0" algn="l" defTabSz="914400">
                        <a:buSzPct val="75000"/>
                        <a:buNone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SF = 1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→ The result is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negative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(MSB = 1).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SF = 0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→ The result is </a:t>
                      </a: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positive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or zero (MSB = 0).</a:t>
                      </a:r>
                    </a:p>
                    <a:p>
                      <a:pPr marL="0" lvl="0" indent="0" algn="l" defTabSz="914400">
                        <a:buSzPct val="75000"/>
                        <a:buNone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 2: Negative Result (SF = 1)</a:t>
                      </a:r>
                    </a:p>
                    <a:p>
                      <a:pPr marL="0" lvl="0" indent="0" algn="l" defTabSz="914400">
                        <a:buSzPct val="75000"/>
                        <a:buNone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1" dirty="0"/>
                        <a:t>MOV AL, 1000 1100B  ; AL = 8C (Decimal -116 in two's complement)</a:t>
                      </a:r>
                    </a:p>
                    <a:p>
                      <a:pPr marL="0" lvl="0" indent="0" algn="l" defTabSz="914400">
                        <a:buSzPct val="75000"/>
                        <a:buNone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en-US" sz="1800" b="1" dirty="0"/>
                        <a:t>ADD AL, 0000 0010B  ; AL = AL + 2 = 8E (1000 1110B)</a:t>
                      </a:r>
                    </a:p>
                    <a:p>
                      <a:pPr marL="0" lvl="0" indent="0" algn="l" defTabSz="914400">
                        <a:buSzPct val="75000"/>
                        <a:buNone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lang="it-IT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MSB = 1 (Negative),</a:t>
                      </a: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it-IT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SF = 1</a:t>
                      </a:r>
                      <a:r>
                        <a:rPr lang="it-IT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✅</a:t>
                      </a:r>
                      <a:endParaRPr lang="en-US" sz="1800" b="1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lang="en-US" sz="1800" dirty="0"/>
                    </a:p>
                    <a:p>
                      <a:pPr marL="327526" lvl="0" indent="-327526" algn="l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endParaRPr sz="1800" dirty="0"/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32519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F1E27-3A17-372B-B572-9A3EFF5B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0D8F5-B5C2-31BD-8C30-B374E1C956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Status Flags (2/2)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3DB087C-C4CE-D7FA-95BC-4237A3D1F3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4B8394-043B-EC63-8485-B9C328521530}"/>
              </a:ext>
            </a:extLst>
          </p:cNvPr>
          <p:cNvGraphicFramePr>
            <a:graphicFrameLocks noGrp="1"/>
          </p:cNvGraphicFramePr>
          <p:nvPr/>
        </p:nvGraphicFramePr>
        <p:xfrm>
          <a:off x="698142" y="2045195"/>
          <a:ext cx="7747716" cy="418045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400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470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72223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/>
                        <a:t>Zero Flag</a:t>
                      </a:r>
                      <a:endParaRPr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327526" lvl="0" indent="-327526" algn="ctr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ZF=1 for a zero result. e.g. for AX-AX= Zero, thus, ZF=1</a:t>
                      </a:r>
                    </a:p>
                    <a:p>
                      <a:pPr marL="327526" lvl="0" indent="-327526" algn="ctr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ZF=0 for a non-zero result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72223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/>
                        <a:t>Sign Flag</a:t>
                      </a:r>
                      <a:endParaRPr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327526" lvl="0" indent="-327526" algn="ctr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SF=1 if MSB of a result is 1. that is the result is negative</a:t>
                      </a:r>
                    </a:p>
                    <a:p>
                      <a:pPr marL="327526" lvl="0" indent="-327526" algn="ctr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SF=0 if the MSB is zero 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6004">
                <a:tc>
                  <a:txBody>
                    <a:bodyPr/>
                    <a:lstStyle/>
                    <a:p>
                      <a:pPr lvl="0" algn="ctr" defTabSz="914400"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2200" b="1" dirty="0"/>
                        <a:t>Overflow Flag</a:t>
                      </a:r>
                      <a:endParaRPr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327526" lvl="0" indent="-327526" algn="ctr" defTabSz="914400">
                        <a:buSzPct val="75000"/>
                        <a:buChar char="•"/>
                        <a:defRPr>
                          <a:solidFill>
                            <a:srgbClr val="000000"/>
                          </a:solidFill>
                        </a:defRPr>
                      </a:pPr>
                      <a:r>
                        <a:rPr sz="1800" dirty="0"/>
                        <a:t>OF=1 if signed overflow occurred otherwise it is 0 (Zero)</a:t>
                      </a:r>
                      <a:endParaRPr sz="1800" b="0" dirty="0">
                        <a:solidFill>
                          <a:schemeClr val="tx1"/>
                        </a:solidFill>
                      </a:endParaRP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6350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D28538-6C93-43E9-8A85-D1C59A91F93D}"/>
              </a:ext>
            </a:extLst>
          </p:cNvPr>
          <p:cNvSpPr/>
          <p:nvPr/>
        </p:nvSpPr>
        <p:spPr>
          <a:xfrm>
            <a:off x="787791" y="2325751"/>
            <a:ext cx="775411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dirty="0"/>
              <a:t>The range of numbers can be represented is limited!</a:t>
            </a:r>
          </a:p>
          <a:p>
            <a:pPr lvl="2" indent="-457200">
              <a:buFont typeface="Arial" panose="020B0604020202020204" pitchFamily="34" charset="0"/>
              <a:buChar char="•"/>
            </a:pPr>
            <a:r>
              <a:rPr lang="en-US" sz="2200" dirty="0"/>
              <a:t>Range of </a:t>
            </a:r>
            <a:r>
              <a:rPr lang="en-US" sz="2200" b="1" dirty="0"/>
              <a:t>signed</a:t>
            </a:r>
            <a:r>
              <a:rPr lang="en-US" sz="2200" dirty="0"/>
              <a:t> numbers can be represented in 16-bit word is </a:t>
            </a:r>
            <a:r>
              <a:rPr lang="en-US" sz="2200" b="1" dirty="0"/>
              <a:t>-32768 to 32767</a:t>
            </a:r>
          </a:p>
          <a:p>
            <a:pPr lvl="2" indent="-457200">
              <a:buFont typeface="Arial" panose="020B0604020202020204" pitchFamily="34" charset="0"/>
              <a:buChar char="•"/>
            </a:pPr>
            <a:r>
              <a:rPr lang="en-US" sz="2200" dirty="0"/>
              <a:t>For 8 bit byte it is </a:t>
            </a:r>
            <a:r>
              <a:rPr lang="en-US" sz="2200" b="1" dirty="0"/>
              <a:t>-128 to 127</a:t>
            </a:r>
          </a:p>
          <a:p>
            <a:pPr lvl="2" indent="-457200">
              <a:buFont typeface="Arial" panose="020B0604020202020204" pitchFamily="34" charset="0"/>
              <a:buChar char="•"/>
            </a:pPr>
            <a:r>
              <a:rPr lang="en-US" sz="2200" dirty="0"/>
              <a:t>For unsigned number, the range for </a:t>
            </a:r>
            <a:r>
              <a:rPr lang="en-US" sz="2200" b="1" dirty="0"/>
              <a:t>word is 0 to 65535.</a:t>
            </a:r>
          </a:p>
          <a:p>
            <a:pPr lvl="2" indent="-457200">
              <a:buFont typeface="Arial" panose="020B0604020202020204" pitchFamily="34" charset="0"/>
              <a:buChar char="•"/>
            </a:pPr>
            <a:r>
              <a:rPr lang="en-US" sz="2200" dirty="0"/>
              <a:t>For byte it is 0 to 255</a:t>
            </a:r>
          </a:p>
          <a:p>
            <a:pPr lvl="1" indent="-4572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dirty="0"/>
              <a:t>If an Operations falls </a:t>
            </a:r>
            <a:r>
              <a:rPr lang="en-US" sz="2200" b="1" dirty="0"/>
              <a:t>outside these range</a:t>
            </a:r>
            <a:r>
              <a:rPr lang="en-US" sz="2200" dirty="0"/>
              <a:t>, overflow occurs and truncated result that is saved and will be incorrect.</a:t>
            </a:r>
          </a:p>
        </p:txBody>
      </p:sp>
    </p:spTree>
    <p:extLst>
      <p:ext uri="{BB962C8B-B14F-4D97-AF65-F5344CB8AC3E}">
        <p14:creationId xmlns:p14="http://schemas.microsoft.com/office/powerpoint/2010/main" val="2954259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Possible Overflows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22E669-1D85-4B3D-8B9D-7BD0AC3453FA}"/>
              </a:ext>
            </a:extLst>
          </p:cNvPr>
          <p:cNvSpPr/>
          <p:nvPr/>
        </p:nvSpPr>
        <p:spPr>
          <a:xfrm>
            <a:off x="1336431" y="2413338"/>
            <a:ext cx="6485205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dirty="0"/>
              <a:t>If we perform an arithmetic operation such as addition, there are four possible consequences:</a:t>
            </a:r>
          </a:p>
          <a:p>
            <a:pPr lvl="3" indent="-457200">
              <a:buFont typeface="Arial" panose="020B0604020202020204" pitchFamily="34" charset="0"/>
              <a:buChar char="•"/>
            </a:pPr>
            <a:r>
              <a:rPr lang="en-US" sz="2200" b="1" dirty="0"/>
              <a:t>No overflow</a:t>
            </a:r>
          </a:p>
          <a:p>
            <a:pPr lvl="3" indent="-457200">
              <a:buFont typeface="Arial" panose="020B0604020202020204" pitchFamily="34" charset="0"/>
              <a:buChar char="•"/>
            </a:pPr>
            <a:r>
              <a:rPr lang="en-US" sz="2200" b="1" dirty="0"/>
              <a:t>Signed overflow only</a:t>
            </a:r>
          </a:p>
          <a:p>
            <a:pPr lvl="3" indent="-457200">
              <a:buFont typeface="Arial" panose="020B0604020202020204" pitchFamily="34" charset="0"/>
              <a:buChar char="•"/>
            </a:pPr>
            <a:r>
              <a:rPr lang="en-US" sz="2200" b="1" dirty="0"/>
              <a:t>Unsigned overflows only</a:t>
            </a:r>
          </a:p>
          <a:p>
            <a:pPr lvl="3" indent="-457200">
              <a:buFont typeface="Arial" panose="020B0604020202020204" pitchFamily="34" charset="0"/>
              <a:buChar char="•"/>
            </a:pPr>
            <a:r>
              <a:rPr lang="en-US" sz="2200" b="1" dirty="0"/>
              <a:t>Both signed and unsigned overflows</a:t>
            </a:r>
          </a:p>
        </p:txBody>
      </p:sp>
    </p:spTree>
    <p:extLst>
      <p:ext uri="{BB962C8B-B14F-4D97-AF65-F5344CB8AC3E}">
        <p14:creationId xmlns:p14="http://schemas.microsoft.com/office/powerpoint/2010/main" val="2975642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Example: Unsigned but not Signed Overflow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9C82CC-6FA4-4F39-8545-B274FD7AADD8}"/>
              </a:ext>
            </a:extLst>
          </p:cNvPr>
          <p:cNvSpPr/>
          <p:nvPr/>
        </p:nvSpPr>
        <p:spPr>
          <a:xfrm>
            <a:off x="659775" y="2449180"/>
            <a:ext cx="7991856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/>
            <a:r>
              <a:rPr lang="en-US" sz="2200" b="1" dirty="0"/>
              <a:t>AX , </a:t>
            </a:r>
            <a:r>
              <a:rPr lang="en-US" sz="2200" b="1" dirty="0" err="1"/>
              <a:t>FFFFh</a:t>
            </a:r>
            <a:r>
              <a:rPr lang="en-US" sz="2200" b="1" dirty="0"/>
              <a:t> = 1111111111111111    [-1]</a:t>
            </a:r>
          </a:p>
          <a:p>
            <a:pPr lvl="4"/>
            <a:r>
              <a:rPr lang="en-US" sz="2200" b="1" dirty="0"/>
              <a:t>BX , 0001h = 0000000000000001    [+1]</a:t>
            </a:r>
          </a:p>
          <a:p>
            <a:pPr lvl="4"/>
            <a:r>
              <a:rPr lang="en-US" sz="2200" b="1" dirty="0"/>
              <a:t>	      =================</a:t>
            </a:r>
          </a:p>
          <a:p>
            <a:pPr lvl="4"/>
            <a:r>
              <a:rPr lang="en-US" sz="2200" b="1" dirty="0"/>
              <a:t>ADD AX,BX 1 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0000</a:t>
            </a:r>
            <a:r>
              <a:rPr lang="en-US" sz="2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200" b="1" dirty="0"/>
              <a:t>0000 </a:t>
            </a:r>
            <a:r>
              <a:rPr lang="en-US" sz="2200" b="1" dirty="0">
                <a:solidFill>
                  <a:schemeClr val="accent5">
                    <a:lumMod val="75000"/>
                  </a:schemeClr>
                </a:solidFill>
              </a:rPr>
              <a:t>0000 </a:t>
            </a:r>
            <a:r>
              <a:rPr lang="en-US" sz="2200" b="1" dirty="0"/>
              <a:t>0000</a:t>
            </a:r>
          </a:p>
          <a:p>
            <a:pPr lvl="4"/>
            <a:endParaRPr lang="en-US" sz="2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For an unsigned interpretation, the correct answer is 10000h or 65536.but this is out of range and 1 is carried out of </a:t>
            </a:r>
            <a:r>
              <a:rPr lang="en-US" sz="2200" b="1" dirty="0" err="1"/>
              <a:t>msb</a:t>
            </a:r>
            <a:r>
              <a:rPr lang="en-US" sz="2200" dirty="0"/>
              <a:t> and finally AX= 0000h[WRONG!] thus </a:t>
            </a:r>
            <a:r>
              <a:rPr lang="en-US" sz="2200" b="1" dirty="0"/>
              <a:t>UNSIGNED overflow occurred.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However, for a signed number the answer is correct FFFFh+0001h or -1+1=0. So </a:t>
            </a:r>
            <a:r>
              <a:rPr lang="en-US" sz="2200" b="1" dirty="0"/>
              <a:t>no signed overflow occurred.</a:t>
            </a:r>
          </a:p>
        </p:txBody>
      </p:sp>
    </p:spTree>
    <p:extLst>
      <p:ext uri="{BB962C8B-B14F-4D97-AF65-F5344CB8AC3E}">
        <p14:creationId xmlns:p14="http://schemas.microsoft.com/office/powerpoint/2010/main" val="3438485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ECB2F-B73D-1647-C7F9-D801B4657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D15AD-54EC-5FCF-7F4B-240FFFC8FB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98D58CC-790B-A416-F171-5B4C54892F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377" y="1468076"/>
            <a:ext cx="7754112" cy="484632"/>
          </a:xfrm>
        </p:spPr>
        <p:txBody>
          <a:bodyPr/>
          <a:lstStyle/>
          <a:p>
            <a:r>
              <a:rPr lang="en-US" dirty="0"/>
              <a:t> Example: Unsigned but not Signed Overflow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F132D-1C8C-1E9A-C853-71024A4B2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909" y="2347499"/>
            <a:ext cx="1427862" cy="4951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C580FC-FE55-EFA1-D493-654FF22A8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80" y="2852908"/>
            <a:ext cx="1744458" cy="4951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368445-4106-398A-669E-204CBC74DA86}"/>
              </a:ext>
            </a:extLst>
          </p:cNvPr>
          <p:cNvSpPr txBox="1"/>
          <p:nvPr/>
        </p:nvSpPr>
        <p:spPr>
          <a:xfrm>
            <a:off x="269377" y="3509947"/>
            <a:ext cx="457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1111 1111 1111 1111   (AX = FFFFh)</a:t>
            </a:r>
          </a:p>
          <a:p>
            <a:r>
              <a:rPr lang="pt-BR" dirty="0"/>
              <a:t>+ 0000 0000 0000 0001 (BX = 0001h)</a:t>
            </a:r>
          </a:p>
          <a:p>
            <a:r>
              <a:rPr lang="pt-BR" dirty="0"/>
              <a:t>---------------------</a:t>
            </a:r>
          </a:p>
          <a:p>
            <a:r>
              <a:rPr lang="pt-BR" dirty="0"/>
              <a:t>1 0000 0000 0000 0000 = 10000h</a:t>
            </a:r>
          </a:p>
          <a:p>
            <a:r>
              <a:rPr lang="en-US" dirty="0"/>
              <a:t>This is a 17-bit result (the leading 1 is a carry out), but the AX register can only hold 16 bits, so the final content of AX becomes:</a:t>
            </a:r>
          </a:p>
          <a:p>
            <a:r>
              <a:rPr lang="pt-BR" dirty="0"/>
              <a:t>0000 0000 0000 0000 = 0000h</a:t>
            </a:r>
          </a:p>
          <a:p>
            <a:endParaRPr lang="pt-BR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9BDFD3-2762-A310-E22C-BBAC202F9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3957" y="2347499"/>
            <a:ext cx="4240665" cy="350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7268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76448-1BE7-C013-8C87-44A537671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E0B43-C658-2175-716D-5DF1FD220E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F33174F-4BD7-E0E9-17AA-164E99536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377" y="1468076"/>
            <a:ext cx="7754112" cy="484632"/>
          </a:xfrm>
        </p:spPr>
        <p:txBody>
          <a:bodyPr/>
          <a:lstStyle/>
          <a:p>
            <a:r>
              <a:rPr lang="en-US" dirty="0"/>
              <a:t> Example: Unsigned but not Signed Overflow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94472E-E45E-1BB8-3719-0996DD37D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77" y="2218814"/>
            <a:ext cx="8286794" cy="317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1786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0291B-9092-5EDC-C7EA-A895C500B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9337-3C18-92C0-8043-89DDB17AE5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A81FB10-15D9-0467-0162-9679D2CCD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377" y="1468076"/>
            <a:ext cx="7754112" cy="484632"/>
          </a:xfrm>
        </p:spPr>
        <p:txBody>
          <a:bodyPr/>
          <a:lstStyle/>
          <a:p>
            <a:r>
              <a:rPr lang="en-US" dirty="0"/>
              <a:t> Example: Unsigned but not Signed Overflow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C48FE4-2B13-A797-FFA7-C7B4C3A7E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702" y="2321315"/>
            <a:ext cx="5195728" cy="306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14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E0E34-2F0F-6357-BD64-734B5EF03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4DD4B-91A1-66FD-960D-9AEFE5465F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E532535-5303-C231-C168-F7818E31A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377" y="1468076"/>
            <a:ext cx="7754112" cy="484632"/>
          </a:xfrm>
        </p:spPr>
        <p:txBody>
          <a:bodyPr/>
          <a:lstStyle/>
          <a:p>
            <a:r>
              <a:rPr lang="en-US" dirty="0"/>
              <a:t> Example: Unsigned but not Signed Overflow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058403-4AB1-1568-9B4C-E5C995158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692362"/>
            <a:ext cx="7260771" cy="209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29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9E431-802B-259E-4112-4715F91DE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32DF8-1196-5ABA-9E1D-6EE5AA7A1D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CC853BE-10B4-9D33-A411-F99D80258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377" y="1468076"/>
            <a:ext cx="7754112" cy="484632"/>
          </a:xfrm>
        </p:spPr>
        <p:txBody>
          <a:bodyPr/>
          <a:lstStyle/>
          <a:p>
            <a:r>
              <a:rPr lang="en-US" dirty="0"/>
              <a:t> Example: Unsigned but not Signed Overflow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E5C21B-FB29-069B-8E50-C8BBD3D8C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202" y="2273295"/>
            <a:ext cx="2228965" cy="3610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0033C64-3C3A-737B-2CC0-AA555E88AA30}"/>
              </a:ext>
            </a:extLst>
          </p:cNvPr>
          <p:cNvSpPr txBox="1"/>
          <p:nvPr/>
        </p:nvSpPr>
        <p:spPr>
          <a:xfrm>
            <a:off x="587829" y="2654665"/>
            <a:ext cx="77541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AX = FFFFh = -1</a:t>
            </a:r>
          </a:p>
          <a:p>
            <a:r>
              <a:rPr lang="pt-BR" dirty="0"/>
              <a:t>BX = 0001h = +1</a:t>
            </a:r>
          </a:p>
          <a:p>
            <a:endParaRPr lang="pt-BR" dirty="0"/>
          </a:p>
          <a:p>
            <a:r>
              <a:rPr lang="pt-BR" dirty="0"/>
              <a:t>Sum = -1 + 1 = 0</a:t>
            </a:r>
          </a:p>
          <a:p>
            <a:r>
              <a:rPr lang="en-US" dirty="0"/>
              <a:t>Result in binary: 0000 0000 0000 0000 → 0000hWhich is the correct representation of 0</a:t>
            </a:r>
          </a:p>
          <a:p>
            <a:endParaRPr lang="en-US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917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20832-DFBA-535F-8EB6-3AAEC56F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6CBC4-2CE2-6F3D-A2E0-5415CDAD71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FE4B13D-8F63-4FFD-2925-EACD65FE6A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377" y="1468076"/>
            <a:ext cx="7754112" cy="484632"/>
          </a:xfrm>
        </p:spPr>
        <p:txBody>
          <a:bodyPr/>
          <a:lstStyle/>
          <a:p>
            <a:r>
              <a:rPr lang="en-US" dirty="0"/>
              <a:t> Example: Unsigned but not Signed Overflow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EE79A-BBE3-5E85-948D-987C8B169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6" y="2054154"/>
            <a:ext cx="6466114" cy="333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3044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2894A-5BDD-868E-C12C-CEC1D0D7A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28751-81ED-C837-8E43-417C1D3A7D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99EAB5ED-C713-3321-FFA9-6C140E03A8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377" y="1468076"/>
            <a:ext cx="7754112" cy="484632"/>
          </a:xfrm>
        </p:spPr>
        <p:txBody>
          <a:bodyPr/>
          <a:lstStyle/>
          <a:p>
            <a:r>
              <a:rPr lang="en-US" dirty="0"/>
              <a:t> Example: Unsigned but not Signed Overflow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672311-C7AE-3FA6-7C80-D7CBD105D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629" y="2556212"/>
            <a:ext cx="7130859" cy="264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828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Example: Signed but not Unsigned Overflow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565775-5902-4F2B-9816-DDA1F13931E4}"/>
              </a:ext>
            </a:extLst>
          </p:cNvPr>
          <p:cNvSpPr/>
          <p:nvPr/>
        </p:nvSpPr>
        <p:spPr>
          <a:xfrm>
            <a:off x="421340" y="2459504"/>
            <a:ext cx="7754111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4"/>
            <a:r>
              <a:rPr lang="en-US" sz="2200" b="1" dirty="0"/>
              <a:t>AX 7FFFh = 0111111111111111</a:t>
            </a:r>
          </a:p>
          <a:p>
            <a:pPr lvl="4"/>
            <a:r>
              <a:rPr lang="en-US" sz="2200" b="1" dirty="0"/>
              <a:t>BX 7FFFh = 0111111111111111</a:t>
            </a:r>
          </a:p>
          <a:p>
            <a:pPr lvl="4"/>
            <a:r>
              <a:rPr lang="en-US" sz="2200" b="1" dirty="0"/>
              <a:t>			=================</a:t>
            </a:r>
          </a:p>
          <a:p>
            <a:pPr lvl="4"/>
            <a:r>
              <a:rPr lang="en-US" sz="2200" b="1" dirty="0"/>
              <a:t>ADD AX,BX  1111111111111110 [</a:t>
            </a:r>
            <a:r>
              <a:rPr lang="en-US" sz="2200" b="1" dirty="0" err="1"/>
              <a:t>FFFEh</a:t>
            </a:r>
            <a:r>
              <a:rPr lang="en-US" sz="2200" b="1" dirty="0"/>
              <a:t> = -2]</a:t>
            </a:r>
          </a:p>
          <a:p>
            <a:pPr lvl="4"/>
            <a:endParaRPr lang="en-US" sz="2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For singed and unsigned interpretation, 7FFFh= 32767 thus 7FFFh+7FFFh= 32767+32767 = 65534 [out of range for signed numbers!]. </a:t>
            </a:r>
            <a:r>
              <a:rPr lang="en-US" sz="2200" b="1" dirty="0"/>
              <a:t>So signed overflow occurred.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200" dirty="0"/>
              <a:t>However, an </a:t>
            </a:r>
            <a:r>
              <a:rPr lang="en-US" sz="2200" b="1" dirty="0"/>
              <a:t>unsigned</a:t>
            </a:r>
            <a:r>
              <a:rPr lang="en-US" sz="2200" dirty="0"/>
              <a:t> interpretation the answer is correct </a:t>
            </a:r>
            <a:r>
              <a:rPr lang="en-US" sz="2200" dirty="0" err="1"/>
              <a:t>FFFEh</a:t>
            </a:r>
            <a:r>
              <a:rPr lang="en-US" sz="2200" dirty="0"/>
              <a:t> or 65534</a:t>
            </a:r>
          </a:p>
        </p:txBody>
      </p:sp>
    </p:spTree>
    <p:extLst>
      <p:ext uri="{BB962C8B-B14F-4D97-AF65-F5344CB8AC3E}">
        <p14:creationId xmlns:p14="http://schemas.microsoft.com/office/powerpoint/2010/main" val="33769667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Processor Overflow Indication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54A022-C260-4D7E-A9C2-249662FA14E6}"/>
              </a:ext>
            </a:extLst>
          </p:cNvPr>
          <p:cNvSpPr/>
          <p:nvPr/>
        </p:nvSpPr>
        <p:spPr>
          <a:xfrm>
            <a:off x="476205" y="2117658"/>
            <a:ext cx="8496886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b="1" dirty="0"/>
              <a:t>OF = 1</a:t>
            </a:r>
            <a:r>
              <a:rPr lang="en-US" sz="2200" dirty="0"/>
              <a:t> for a  </a:t>
            </a:r>
            <a:r>
              <a:rPr lang="en-US" sz="2200" b="1" dirty="0"/>
              <a:t>signed</a:t>
            </a:r>
            <a:r>
              <a:rPr lang="en-US" sz="2200" dirty="0"/>
              <a:t> overflow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b="1" dirty="0"/>
              <a:t>CF = 1</a:t>
            </a:r>
            <a:r>
              <a:rPr lang="en-US" sz="2200" dirty="0"/>
              <a:t> for </a:t>
            </a:r>
            <a:r>
              <a:rPr lang="en-US" sz="2200" b="1" dirty="0"/>
              <a:t>unsigned </a:t>
            </a:r>
            <a:r>
              <a:rPr lang="en-US" sz="2200" dirty="0"/>
              <a:t>overflow</a:t>
            </a:r>
          </a:p>
          <a:p>
            <a:endParaRPr lang="en-US" sz="2200" dirty="0"/>
          </a:p>
          <a:p>
            <a:r>
              <a:rPr lang="en-US" sz="2200" b="1" dirty="0"/>
              <a:t>Unsigned Overflow: </a:t>
            </a:r>
          </a:p>
          <a:p>
            <a:endParaRPr lang="en-US" sz="2200" b="1" dirty="0"/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200" b="1" dirty="0"/>
              <a:t>On addition: </a:t>
            </a:r>
            <a:r>
              <a:rPr lang="en-US" sz="2200" dirty="0"/>
              <a:t>the unsigned overflow occurs when there is a carry out of the MSB.</a:t>
            </a:r>
          </a:p>
          <a:p>
            <a:pPr lvl="2"/>
            <a:r>
              <a:rPr lang="en-US" sz="2200" dirty="0"/>
              <a:t>Meaning the correct answer is bigger than largest unsigned number i.e. </a:t>
            </a:r>
            <a:r>
              <a:rPr lang="en-US" sz="2200" dirty="0" err="1"/>
              <a:t>FFFFh</a:t>
            </a:r>
            <a:r>
              <a:rPr lang="en-US" sz="2200" dirty="0"/>
              <a:t> or </a:t>
            </a:r>
            <a:r>
              <a:rPr lang="en-US" sz="2200" dirty="0" err="1"/>
              <a:t>FFh</a:t>
            </a:r>
            <a:endParaRPr lang="en-US" sz="2200" dirty="0"/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200" b="1" dirty="0"/>
              <a:t>On Subtraction: </a:t>
            </a:r>
            <a:r>
              <a:rPr lang="en-US" sz="2200" dirty="0"/>
              <a:t>If there is a borrow into the MSB</a:t>
            </a:r>
          </a:p>
          <a:p>
            <a:pPr lvl="2"/>
            <a:r>
              <a:rPr lang="en-US" sz="2200" dirty="0"/>
              <a:t>Meaning the correct answer is Smaller than 0.</a:t>
            </a:r>
          </a:p>
        </p:txBody>
      </p:sp>
    </p:spTree>
    <p:extLst>
      <p:ext uri="{BB962C8B-B14F-4D97-AF65-F5344CB8AC3E}">
        <p14:creationId xmlns:p14="http://schemas.microsoft.com/office/powerpoint/2010/main" val="31424805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Signed Overflow: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54A022-C260-4D7E-A9C2-249662FA14E6}"/>
              </a:ext>
            </a:extLst>
          </p:cNvPr>
          <p:cNvSpPr/>
          <p:nvPr/>
        </p:nvSpPr>
        <p:spPr>
          <a:xfrm>
            <a:off x="476205" y="2117658"/>
            <a:ext cx="8496886" cy="381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b="1" dirty="0"/>
              <a:t>On addition: </a:t>
            </a:r>
            <a:r>
              <a:rPr lang="en-US" sz="2200" dirty="0"/>
              <a:t>On addition with the numbers with the same sign, signed overflow occurs while </a:t>
            </a:r>
            <a:r>
              <a:rPr lang="en-US" sz="2200" b="1" dirty="0"/>
              <a:t>SUM</a:t>
            </a:r>
            <a:r>
              <a:rPr lang="en-US" sz="2200" dirty="0"/>
              <a:t> has different sign.</a:t>
            </a:r>
          </a:p>
          <a:p>
            <a:pPr lvl="1"/>
            <a:r>
              <a:rPr lang="en-US" sz="2200" dirty="0"/>
              <a:t>However, overflow is impossible in addition of numbers with different sign. </a:t>
            </a:r>
          </a:p>
          <a:p>
            <a:pPr lvl="1"/>
            <a:endParaRPr lang="en-US" sz="2200" dirty="0"/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200" b="1" dirty="0"/>
              <a:t>On subtraction: </a:t>
            </a:r>
            <a:r>
              <a:rPr lang="en-US" sz="2200" dirty="0"/>
              <a:t>Subtraction of numbers with different signs is like adding numbers of the same sign. Signed overflow occurs if the result has different sign than expected.</a:t>
            </a:r>
          </a:p>
          <a:p>
            <a:pPr lvl="1"/>
            <a:endParaRPr lang="en-US" sz="2200" dirty="0"/>
          </a:p>
          <a:p>
            <a:pPr lvl="1" indent="-457200">
              <a:buFont typeface="Wingdings" panose="05000000000000000000" pitchFamily="2" charset="2"/>
              <a:buChar char="Ø"/>
            </a:pPr>
            <a:r>
              <a:rPr lang="en-US" sz="2200" b="1" dirty="0"/>
              <a:t>If there is a carry into </a:t>
            </a:r>
            <a:r>
              <a:rPr lang="en-US" sz="2200" b="1" dirty="0" err="1"/>
              <a:t>msb</a:t>
            </a:r>
            <a:r>
              <a:rPr lang="en-US" sz="2200" b="1" dirty="0"/>
              <a:t> but no carry out or if there is a carry out but no carry in then the signed overflow occurs and OF is set to 1.</a:t>
            </a:r>
          </a:p>
        </p:txBody>
      </p:sp>
    </p:spTree>
    <p:extLst>
      <p:ext uri="{BB962C8B-B14F-4D97-AF65-F5344CB8AC3E}">
        <p14:creationId xmlns:p14="http://schemas.microsoft.com/office/powerpoint/2010/main" val="22276142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Overflow Summary on Addition: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8D7090-008D-485B-A6FA-0C9D7D431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32" y="2250350"/>
            <a:ext cx="8083963" cy="378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968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Overflow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Overflow More Examples on Addition: </a:t>
            </a:r>
          </a:p>
        </p:txBody>
      </p:sp>
      <p:pic>
        <p:nvPicPr>
          <p:cNvPr id="5" name="Picture 4" descr="A close up of text on a whiteboard&#10;&#10;Description automatically generated">
            <a:extLst>
              <a:ext uri="{FF2B5EF4-FFF2-40B4-BE49-F238E27FC236}">
                <a16:creationId xmlns:a16="http://schemas.microsoft.com/office/drawing/2014/main" id="{1535E3CA-7CF4-42A3-AC23-8B06A7793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17270" cy="651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1021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Instructions Affect </a:t>
            </a:r>
            <a:br>
              <a:rPr lang="en-US" dirty="0"/>
            </a:br>
            <a:r>
              <a:rPr lang="en-US" dirty="0"/>
              <a:t>the Flags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A9B4C0F-1399-43AB-92F4-7C00F0D41C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022484"/>
              </p:ext>
            </p:extLst>
          </p:nvPr>
        </p:nvGraphicFramePr>
        <p:xfrm>
          <a:off x="888641" y="2236764"/>
          <a:ext cx="7366718" cy="3659831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2332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3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3008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 INSTRUCTION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AFFECT</a:t>
                      </a:r>
                      <a:r>
                        <a:rPr lang="en-US" sz="2200" baseline="0" dirty="0"/>
                        <a:t> FLAGS</a:t>
                      </a:r>
                      <a:endParaRPr lang="en-US" sz="2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18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MOV</a:t>
                      </a:r>
                      <a:r>
                        <a:rPr lang="en-US" sz="2200" b="1" baseline="0" dirty="0"/>
                        <a:t>/ XCHG</a:t>
                      </a:r>
                      <a:endParaRPr lang="en-US" sz="2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8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ADD/SUB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181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INC/DEC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ALL EXCEPT CARRY FLAG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0984"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NEG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1" dirty="0"/>
                        <a:t>ALL(CF</a:t>
                      </a:r>
                      <a:r>
                        <a:rPr lang="en-US" sz="2200" b="1" baseline="0" dirty="0"/>
                        <a:t> =1 UNLESS RESULT 0</a:t>
                      </a:r>
                    </a:p>
                    <a:p>
                      <a:pPr algn="ctr"/>
                      <a:r>
                        <a:rPr lang="en-US" sz="2200" b="1" baseline="0" dirty="0"/>
                        <a:t>OF = 1 IF WORD OPERAND IS 8000H</a:t>
                      </a:r>
                    </a:p>
                    <a:p>
                      <a:pPr algn="ctr"/>
                      <a:r>
                        <a:rPr lang="en-US" sz="2200" b="1" baseline="0" dirty="0"/>
                        <a:t>OR BYTE OPERAND IS 80H</a:t>
                      </a:r>
                      <a:r>
                        <a:rPr lang="en-US" sz="2200" b="1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73916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Instructions Affect </a:t>
            </a:r>
            <a:br>
              <a:rPr lang="en-US" dirty="0"/>
            </a:br>
            <a:r>
              <a:rPr lang="en-US" dirty="0"/>
              <a:t>the Flags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Examples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104AF-937B-4A9F-86F3-09E1F593DBCC}"/>
              </a:ext>
            </a:extLst>
          </p:cNvPr>
          <p:cNvSpPr/>
          <p:nvPr/>
        </p:nvSpPr>
        <p:spPr>
          <a:xfrm>
            <a:off x="773006" y="2017059"/>
            <a:ext cx="808963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ADD AX,BX , WHERE AX CONTAINS FFFFH AND BX CONTAINS FFFFH.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                        </a:t>
            </a:r>
            <a:r>
              <a:rPr lang="en-US" b="1" dirty="0" err="1"/>
              <a:t>FFFFh</a:t>
            </a:r>
            <a:endParaRPr lang="en-US" b="1" dirty="0"/>
          </a:p>
          <a:p>
            <a:pPr>
              <a:buClr>
                <a:schemeClr val="tx1"/>
              </a:buClr>
            </a:pPr>
            <a:r>
              <a:rPr lang="en-US" b="1" dirty="0"/>
              <a:t>                           </a:t>
            </a:r>
            <a:r>
              <a:rPr lang="en-US" b="1" baseline="-25000" dirty="0"/>
              <a:t>+</a:t>
            </a:r>
            <a:r>
              <a:rPr lang="en-US" b="1" dirty="0"/>
              <a:t>    </a:t>
            </a:r>
            <a:r>
              <a:rPr lang="en-US" b="1" dirty="0" err="1"/>
              <a:t>FFFFh</a:t>
            </a:r>
            <a:endParaRPr lang="en-US" b="1" dirty="0"/>
          </a:p>
          <a:p>
            <a:pPr>
              <a:buClr>
                <a:schemeClr val="tx1"/>
              </a:buClr>
            </a:pPr>
            <a:r>
              <a:rPr lang="en-US" b="1" dirty="0"/>
              <a:t>                         =========</a:t>
            </a:r>
          </a:p>
          <a:p>
            <a:pPr>
              <a:buClr>
                <a:schemeClr val="tx1"/>
              </a:buClr>
            </a:pPr>
            <a:r>
              <a:rPr lang="en-US" b="1" dirty="0"/>
              <a:t>                             1FFFEh</a:t>
            </a:r>
          </a:p>
          <a:p>
            <a:pPr>
              <a:buClr>
                <a:schemeClr val="tx1"/>
              </a:buClr>
            </a:pPr>
            <a:r>
              <a:rPr lang="en-US" b="1" dirty="0"/>
              <a:t>The result stored in AX is </a:t>
            </a:r>
            <a:r>
              <a:rPr lang="en-US" b="1" dirty="0" err="1"/>
              <a:t>FFFEh</a:t>
            </a:r>
            <a:r>
              <a:rPr lang="en-US" b="1" dirty="0"/>
              <a:t> = 1111 1111 1111 1110</a:t>
            </a:r>
          </a:p>
          <a:p>
            <a:pPr>
              <a:buClr>
                <a:schemeClr val="tx1"/>
              </a:buClr>
            </a:pPr>
            <a:endParaRPr lang="en-US" b="1" dirty="0"/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SF = 1 because </a:t>
            </a:r>
            <a:r>
              <a:rPr lang="en-US" b="1" dirty="0" err="1"/>
              <a:t>msb</a:t>
            </a:r>
            <a:r>
              <a:rPr lang="en-US" b="1" dirty="0"/>
              <a:t> is 1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PF = 0 because there are 7 of 1 bits in the low byte of the result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ZF = 0 because the result is non zero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CF = 1 because there is a carry out of the </a:t>
            </a:r>
            <a:r>
              <a:rPr lang="en-US" b="1" dirty="0" err="1"/>
              <a:t>msb</a:t>
            </a:r>
            <a:r>
              <a:rPr lang="en-US" b="1" dirty="0"/>
              <a:t> on addition</a:t>
            </a:r>
          </a:p>
          <a:p>
            <a:pPr marL="457200" indent="-4572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b="1" dirty="0"/>
              <a:t>OF = 0 because the sign of the stored result is the same as that of the numbers being added( as a binary addition, there is a carry into the </a:t>
            </a:r>
            <a:r>
              <a:rPr lang="en-US" b="1" dirty="0" err="1"/>
              <a:t>msb</a:t>
            </a:r>
            <a:r>
              <a:rPr lang="en-US" b="1" dirty="0"/>
              <a:t> and also a carry out)</a:t>
            </a:r>
          </a:p>
        </p:txBody>
      </p:sp>
    </p:spTree>
    <p:extLst>
      <p:ext uri="{BB962C8B-B14F-4D97-AF65-F5344CB8AC3E}">
        <p14:creationId xmlns:p14="http://schemas.microsoft.com/office/powerpoint/2010/main" val="2556479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49857-A4FA-2FCB-9560-E27982337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8F989-450A-414E-BCE6-4712EF7CA2E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Instructions Affect </a:t>
            </a:r>
            <a:br>
              <a:rPr lang="en-US" dirty="0"/>
            </a:br>
            <a:r>
              <a:rPr lang="en-US" dirty="0"/>
              <a:t>the Flags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24E508C-F654-5AEC-A629-BE8A0206AC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Examples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9484F4-F8B6-BFE5-F154-C9E2CBF77127}"/>
              </a:ext>
            </a:extLst>
          </p:cNvPr>
          <p:cNvSpPr/>
          <p:nvPr/>
        </p:nvSpPr>
        <p:spPr>
          <a:xfrm>
            <a:off x="773006" y="2017059"/>
            <a:ext cx="8089639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ADD AX,BX , WHERE AX CONTAINS FFFFH AND BX CONTAINS FFFFH.</a:t>
            </a:r>
          </a:p>
          <a:p>
            <a:pPr marL="457200" indent="-4572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b="1" dirty="0"/>
              <a:t>                        </a:t>
            </a:r>
            <a:r>
              <a:rPr lang="en-US" b="1" dirty="0" err="1"/>
              <a:t>FFFFh</a:t>
            </a:r>
            <a:endParaRPr lang="en-US" b="1" dirty="0"/>
          </a:p>
          <a:p>
            <a:pPr>
              <a:buClr>
                <a:schemeClr val="tx1"/>
              </a:buClr>
            </a:pPr>
            <a:r>
              <a:rPr lang="en-US" b="1" dirty="0"/>
              <a:t>                           </a:t>
            </a:r>
            <a:r>
              <a:rPr lang="en-US" b="1" baseline="-25000" dirty="0"/>
              <a:t>+</a:t>
            </a:r>
            <a:r>
              <a:rPr lang="en-US" b="1" dirty="0"/>
              <a:t>    </a:t>
            </a:r>
            <a:r>
              <a:rPr lang="en-US" b="1" dirty="0" err="1"/>
              <a:t>FFFFh</a:t>
            </a:r>
            <a:endParaRPr lang="en-US" b="1" dirty="0"/>
          </a:p>
          <a:p>
            <a:pPr>
              <a:buClr>
                <a:schemeClr val="tx1"/>
              </a:buClr>
            </a:pPr>
            <a:r>
              <a:rPr lang="en-US" b="1" dirty="0"/>
              <a:t>                         =========</a:t>
            </a:r>
          </a:p>
          <a:p>
            <a:pPr>
              <a:buClr>
                <a:schemeClr val="tx1"/>
              </a:buClr>
            </a:pPr>
            <a:r>
              <a:rPr lang="en-US" b="1" dirty="0"/>
              <a:t>                             1FFFEh</a:t>
            </a:r>
          </a:p>
          <a:p>
            <a:pPr>
              <a:buClr>
                <a:schemeClr val="tx1"/>
              </a:buClr>
            </a:pPr>
            <a:r>
              <a:rPr lang="en-US" b="1" dirty="0"/>
              <a:t>AX = 1111 1111 1111 1111  (</a:t>
            </a:r>
            <a:r>
              <a:rPr lang="en-US" b="1" dirty="0" err="1"/>
              <a:t>FFFFh</a:t>
            </a:r>
            <a:r>
              <a:rPr lang="en-US" b="1" dirty="0"/>
              <a:t>, which is -1 in signed)</a:t>
            </a:r>
          </a:p>
          <a:p>
            <a:pPr>
              <a:buClr>
                <a:schemeClr val="tx1"/>
              </a:buClr>
            </a:pPr>
            <a:r>
              <a:rPr lang="en-US" b="1" dirty="0"/>
              <a:t>BX = 1111 1111 1111 1111  (</a:t>
            </a:r>
            <a:r>
              <a:rPr lang="en-US" b="1" dirty="0" err="1"/>
              <a:t>FFFFh</a:t>
            </a:r>
            <a:r>
              <a:rPr lang="en-US" b="1" dirty="0"/>
              <a:t>, which is -1 in signed)</a:t>
            </a:r>
          </a:p>
          <a:p>
            <a:pPr>
              <a:buClr>
                <a:schemeClr val="tx1"/>
              </a:buClr>
            </a:pPr>
            <a:endParaRPr lang="en-US" b="1" dirty="0"/>
          </a:p>
          <a:p>
            <a:pPr>
              <a:buClr>
                <a:schemeClr val="tx1"/>
              </a:buClr>
            </a:pPr>
            <a:r>
              <a:rPr lang="en-US" b="1" dirty="0"/>
              <a:t>→ Sum: 1 1111 1111 1111 1110  (1FFFEh → 17 bits!)</a:t>
            </a:r>
          </a:p>
          <a:p>
            <a:pPr>
              <a:buClr>
                <a:schemeClr val="tx1"/>
              </a:buClr>
            </a:pPr>
            <a:endParaRPr lang="en-US" b="1" dirty="0"/>
          </a:p>
          <a:p>
            <a:pPr>
              <a:buClr>
                <a:schemeClr val="tx1"/>
              </a:buClr>
            </a:pPr>
            <a:r>
              <a:rPr lang="en-US" dirty="0"/>
              <a:t>Result in AX (16-bit only):AX = 1111 1111 1111 1110  → </a:t>
            </a:r>
            <a:r>
              <a:rPr lang="en-US" dirty="0" err="1"/>
              <a:t>FFFEh</a:t>
            </a:r>
            <a:r>
              <a:rPr lang="en-US" dirty="0"/>
              <a:t> → -2 (signed)</a:t>
            </a:r>
          </a:p>
          <a:p>
            <a:pPr>
              <a:buClr>
                <a:schemeClr val="tx1"/>
              </a:buClr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63441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97013-F4CE-6A63-7AC1-81C81906B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4D831-6655-792A-0C58-EE6ECF630C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Instructions Affect </a:t>
            </a:r>
            <a:br>
              <a:rPr lang="en-US" dirty="0"/>
            </a:br>
            <a:r>
              <a:rPr lang="en-US" dirty="0"/>
              <a:t>the Flags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9AC9294-2CC3-3802-A042-73B80B8805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Examples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8C2CC5-E158-B66D-24A0-8724BEE66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57" y="2111829"/>
            <a:ext cx="6379029" cy="406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9817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743E2-45FD-5B70-3397-C63A98252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B1A8-D9FF-C6FA-0C72-55E7B67E22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Instructions Affect </a:t>
            </a:r>
            <a:br>
              <a:rPr lang="en-US" dirty="0"/>
            </a:br>
            <a:r>
              <a:rPr lang="en-US" dirty="0"/>
              <a:t>the Flags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3E191745-DD82-5BAB-219F-93A8F96C87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02A3BD-86E1-B760-1D99-7C2852B4E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05" y="2162567"/>
            <a:ext cx="3704626" cy="14514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E6EC47-E858-F817-506A-2FBA6AC88661}"/>
              </a:ext>
            </a:extLst>
          </p:cNvPr>
          <p:cNvSpPr txBox="1"/>
          <p:nvPr/>
        </p:nvSpPr>
        <p:spPr>
          <a:xfrm>
            <a:off x="476205" y="2251231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Carry into MSB = Carry out of MSB</a:t>
            </a:r>
          </a:p>
          <a:p>
            <a:r>
              <a:rPr lang="en-US" dirty="0"/>
              <a:t>OF = 0</a:t>
            </a:r>
          </a:p>
          <a:p>
            <a:r>
              <a:rPr lang="en-US" dirty="0"/>
              <a:t>So when you add </a:t>
            </a:r>
            <a:r>
              <a:rPr lang="en-US" dirty="0" err="1"/>
              <a:t>FFFFh</a:t>
            </a:r>
            <a:r>
              <a:rPr lang="en-US" dirty="0"/>
              <a:t> + </a:t>
            </a:r>
            <a:r>
              <a:rPr lang="en-US" dirty="0" err="1"/>
              <a:t>FFFFh</a:t>
            </a:r>
            <a:r>
              <a:rPr lang="en-US" dirty="0"/>
              <a:t>, you’re adding:</a:t>
            </a:r>
          </a:p>
          <a:p>
            <a:r>
              <a:rPr lang="en-US" dirty="0"/>
              <a:t> 1111 1111 1111 1111</a:t>
            </a:r>
          </a:p>
          <a:p>
            <a:r>
              <a:rPr lang="en-US" dirty="0"/>
              <a:t>+ 1111 1111 1111 1111</a:t>
            </a:r>
          </a:p>
          <a:p>
            <a:r>
              <a:rPr lang="en-US" dirty="0"/>
              <a:t>---------------------</a:t>
            </a:r>
          </a:p>
          <a:p>
            <a:r>
              <a:rPr lang="en-US" dirty="0"/>
              <a:t>1 1111 1111 1111 1110 That gives a 17-bit result.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C2534A-35CC-A6FB-D683-B68D9B3632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05" y="4643629"/>
            <a:ext cx="3206915" cy="9398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63C7EA3-B674-CD17-3136-FD042334BE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104" y="4239482"/>
            <a:ext cx="5475981" cy="1867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3808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788EB-E537-3E43-7D2D-D272293EA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187C-CF2E-73F3-FFF1-377E9AB3C2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Instructions Affect </a:t>
            </a:r>
            <a:br>
              <a:rPr lang="en-US" dirty="0"/>
            </a:br>
            <a:r>
              <a:rPr lang="en-US" dirty="0"/>
              <a:t>the Flags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876CCD74-0658-E7A8-625F-2F873227D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1D8685-3953-9C03-BB5E-B35E8D237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05" y="2162567"/>
            <a:ext cx="3704626" cy="14514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6CFD2D-1806-64D5-1474-8998477E8399}"/>
              </a:ext>
            </a:extLst>
          </p:cNvPr>
          <p:cNvSpPr txBox="1"/>
          <p:nvPr/>
        </p:nvSpPr>
        <p:spPr>
          <a:xfrm>
            <a:off x="476205" y="2251231"/>
            <a:ext cx="4572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Carry into MSB = Carry out of MSB</a:t>
            </a:r>
          </a:p>
          <a:p>
            <a:r>
              <a:rPr lang="en-US" dirty="0"/>
              <a:t>OF = 0</a:t>
            </a:r>
          </a:p>
          <a:p>
            <a:r>
              <a:rPr lang="en-US" dirty="0"/>
              <a:t>So when you add </a:t>
            </a:r>
            <a:r>
              <a:rPr lang="en-US" dirty="0" err="1"/>
              <a:t>FFFFh</a:t>
            </a:r>
            <a:r>
              <a:rPr lang="en-US" dirty="0"/>
              <a:t> + </a:t>
            </a:r>
            <a:r>
              <a:rPr lang="en-US" dirty="0" err="1"/>
              <a:t>FFFFh</a:t>
            </a:r>
            <a:r>
              <a:rPr lang="en-US" dirty="0"/>
              <a:t>, you’re adding:</a:t>
            </a:r>
          </a:p>
          <a:p>
            <a:r>
              <a:rPr lang="en-US" dirty="0"/>
              <a:t> 1111 1111 1111 1111</a:t>
            </a:r>
          </a:p>
          <a:p>
            <a:r>
              <a:rPr lang="en-US" dirty="0"/>
              <a:t>+ 1111 1111 1111 1111</a:t>
            </a:r>
          </a:p>
          <a:p>
            <a:r>
              <a:rPr lang="en-US" dirty="0"/>
              <a:t>---------------------</a:t>
            </a:r>
          </a:p>
          <a:p>
            <a:r>
              <a:rPr lang="en-US" dirty="0"/>
              <a:t>1 1111 1111 1111 1110 That gives a 17-bit result.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91C570-4FA9-0553-8D9E-CDBCD5736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05" y="4643629"/>
            <a:ext cx="3206915" cy="9398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33D09B-3772-928B-056D-59CF917FDC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04" y="4821439"/>
            <a:ext cx="2952795" cy="93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5638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756F3-97E2-2FD6-608A-394E0E740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B194F-3AEF-32EA-2131-B43A18E939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Instructions Affect </a:t>
            </a:r>
            <a:br>
              <a:rPr lang="en-US" dirty="0"/>
            </a:br>
            <a:r>
              <a:rPr lang="en-US" dirty="0"/>
              <a:t>the Flags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959089C-D840-CC5A-B933-1D37B730912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93C238-34B2-86B8-0B5E-5DBCE273A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05" y="2162567"/>
            <a:ext cx="3704626" cy="14514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9351947-4C06-FE05-F970-12C0BE661338}"/>
              </a:ext>
            </a:extLst>
          </p:cNvPr>
          <p:cNvSpPr txBox="1"/>
          <p:nvPr/>
        </p:nvSpPr>
        <p:spPr>
          <a:xfrm>
            <a:off x="476205" y="2251231"/>
            <a:ext cx="4572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Carry into MSB = Carry out of MSB</a:t>
            </a:r>
          </a:p>
          <a:p>
            <a:r>
              <a:rPr lang="en-US" dirty="0"/>
              <a:t>OF = 0</a:t>
            </a:r>
          </a:p>
          <a:p>
            <a:r>
              <a:rPr lang="en-US" dirty="0"/>
              <a:t>So when you add </a:t>
            </a:r>
            <a:r>
              <a:rPr lang="en-US" dirty="0" err="1"/>
              <a:t>FFFFh</a:t>
            </a:r>
            <a:r>
              <a:rPr lang="en-US" dirty="0"/>
              <a:t> + </a:t>
            </a:r>
            <a:r>
              <a:rPr lang="en-US" dirty="0" err="1"/>
              <a:t>FFFFh</a:t>
            </a:r>
            <a:r>
              <a:rPr lang="en-US" dirty="0"/>
              <a:t>, you’re adding:</a:t>
            </a:r>
          </a:p>
          <a:p>
            <a:r>
              <a:rPr lang="en-US" dirty="0"/>
              <a:t> 1111 1111 1111 1111</a:t>
            </a:r>
          </a:p>
          <a:p>
            <a:r>
              <a:rPr lang="en-US" dirty="0"/>
              <a:t>+ 1111 1111 1111 1111</a:t>
            </a:r>
          </a:p>
          <a:p>
            <a:r>
              <a:rPr lang="en-US" dirty="0"/>
              <a:t>---------------------</a:t>
            </a:r>
          </a:p>
          <a:p>
            <a:r>
              <a:rPr lang="en-US" dirty="0"/>
              <a:t>1 1111 1111 1111 1110 That gives a 17-bit result.</a:t>
            </a:r>
          </a:p>
          <a:p>
            <a:endParaRPr lang="en-US" dirty="0"/>
          </a:p>
          <a:p>
            <a:r>
              <a:rPr lang="en-US" dirty="0"/>
              <a:t>So the </a:t>
            </a:r>
            <a:r>
              <a:rPr lang="en-US" b="1" dirty="0"/>
              <a:t>final result</a:t>
            </a:r>
            <a:r>
              <a:rPr lang="en-US" dirty="0"/>
              <a:t> is:</a:t>
            </a:r>
          </a:p>
          <a:p>
            <a:r>
              <a:rPr lang="en-US" dirty="0"/>
              <a:t>1 1111 1111 1111 1110   (bit 16 to bit 0)</a:t>
            </a:r>
          </a:p>
          <a:p>
            <a:r>
              <a:rPr lang="en-US" dirty="0"/>
              <a:t> ↑</a:t>
            </a:r>
          </a:p>
          <a:p>
            <a:r>
              <a:rPr lang="en-US" dirty="0"/>
              <a:t> carry out (bit 16)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AEEF63-AF3B-1C05-4F6B-A7B6DDFAA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3039" y="3757758"/>
            <a:ext cx="3467278" cy="271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105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5594D-4553-973F-C2A6-3EFA71EC5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5F68-EB4A-53B1-40EC-2744BEE7D8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Instructions Affect </a:t>
            </a:r>
            <a:br>
              <a:rPr lang="en-US" dirty="0"/>
            </a:br>
            <a:r>
              <a:rPr lang="en-US" dirty="0"/>
              <a:t>the Flags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6E25C64-089A-AC45-5897-0933AD94A5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Examples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9B45D7-2FDD-CB33-2CD3-2E36B6555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781" y="2525404"/>
            <a:ext cx="7270905" cy="3570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8758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Instructions Affect </a:t>
            </a:r>
            <a:br>
              <a:rPr lang="en-US" dirty="0"/>
            </a:br>
            <a:r>
              <a:rPr lang="en-US" dirty="0"/>
              <a:t>the Flags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Examples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104AF-937B-4A9F-86F3-09E1F593DBCC}"/>
              </a:ext>
            </a:extLst>
          </p:cNvPr>
          <p:cNvSpPr/>
          <p:nvPr/>
        </p:nvSpPr>
        <p:spPr>
          <a:xfrm>
            <a:off x="773006" y="2017059"/>
            <a:ext cx="808963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ADD AL, BL ,WHERE AL CONTAINS 80H AND BL CONTAINS 80H.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                80h</a:t>
            </a:r>
          </a:p>
          <a:p>
            <a:r>
              <a:rPr lang="en-US" b="1" dirty="0"/>
              <a:t>                    +   80h</a:t>
            </a:r>
          </a:p>
          <a:p>
            <a:r>
              <a:rPr lang="en-US" b="1" dirty="0"/>
              <a:t>                 ==========</a:t>
            </a:r>
          </a:p>
          <a:p>
            <a:r>
              <a:rPr lang="en-US" b="1" dirty="0"/>
              <a:t>                       1 00h</a:t>
            </a:r>
          </a:p>
          <a:p>
            <a:r>
              <a:rPr lang="en-US" b="1" dirty="0"/>
              <a:t>The result stored in AL is 00h.</a:t>
            </a:r>
          </a:p>
          <a:p>
            <a:endParaRPr lang="en-US" b="1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SF = 0 because the </a:t>
            </a:r>
            <a:r>
              <a:rPr lang="en-US" b="1" dirty="0" err="1"/>
              <a:t>msb</a:t>
            </a:r>
            <a:r>
              <a:rPr lang="en-US" b="1" dirty="0"/>
              <a:t> is 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PF = 1 because all the bits in the result are 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ZF = 1 because the result is 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CF = 1 because there is a carry out of the </a:t>
            </a:r>
            <a:r>
              <a:rPr lang="en-US" b="1" dirty="0" err="1"/>
              <a:t>msb</a:t>
            </a:r>
            <a:r>
              <a:rPr lang="en-US" b="1" dirty="0"/>
              <a:t> on the addition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OF = 1 because the numbers being added are both negative, but the result is 0(as a binary addition, there is no carry out into the </a:t>
            </a:r>
            <a:r>
              <a:rPr lang="en-US" b="1" dirty="0" err="1"/>
              <a:t>msb</a:t>
            </a:r>
            <a:r>
              <a:rPr lang="en-US" b="1" dirty="0"/>
              <a:t> but there is a carry out.)      </a:t>
            </a:r>
          </a:p>
        </p:txBody>
      </p:sp>
    </p:spTree>
    <p:extLst>
      <p:ext uri="{BB962C8B-B14F-4D97-AF65-F5344CB8AC3E}">
        <p14:creationId xmlns:p14="http://schemas.microsoft.com/office/powerpoint/2010/main" val="30499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Instructions Affect </a:t>
            </a:r>
            <a:br>
              <a:rPr lang="en-US" dirty="0"/>
            </a:br>
            <a:r>
              <a:rPr lang="en-US" dirty="0"/>
              <a:t>the Flags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 Examples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104AF-937B-4A9F-86F3-09E1F593DBCC}"/>
              </a:ext>
            </a:extLst>
          </p:cNvPr>
          <p:cNvSpPr/>
          <p:nvPr/>
        </p:nvSpPr>
        <p:spPr>
          <a:xfrm>
            <a:off x="773006" y="2017059"/>
            <a:ext cx="808963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 3. NEG AX, WHERE AX CONTAINS 8000H.</a:t>
            </a:r>
          </a:p>
          <a:p>
            <a:pPr marL="514350" indent="-514350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</a:p>
          <a:p>
            <a:r>
              <a:rPr lang="en-US" dirty="0"/>
              <a:t>     </a:t>
            </a:r>
            <a:r>
              <a:rPr lang="en-US" b="1" dirty="0"/>
              <a:t>                8000h    =   1000 0000 0000 0000</a:t>
            </a:r>
          </a:p>
          <a:p>
            <a:r>
              <a:rPr lang="en-US" b="1" dirty="0"/>
              <a:t> one’s complement  =   0111 1111 1111 1111</a:t>
            </a:r>
          </a:p>
          <a:p>
            <a:r>
              <a:rPr lang="en-US" b="1" dirty="0"/>
              <a:t>  two’s complement =                                 +    1</a:t>
            </a:r>
          </a:p>
          <a:p>
            <a:r>
              <a:rPr lang="en-US" b="1" dirty="0"/>
              <a:t>                              ===========================</a:t>
            </a:r>
          </a:p>
          <a:p>
            <a:r>
              <a:rPr lang="en-US" b="1" dirty="0"/>
              <a:t>                                         1000 0000 0000 0000 = 8000h</a:t>
            </a:r>
          </a:p>
          <a:p>
            <a:r>
              <a:rPr lang="en-US" b="1" dirty="0"/>
              <a:t>The result is stored in AX is 8000h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SF =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PF =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ZF = 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CF = 1 because for NEG CF is always 1 unless the result is 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1" dirty="0"/>
              <a:t>OF = ? because the result is 8000h; when a number is negated , we would expect a sign change, but because 8000h is its own two’s complement , there is no sign change.</a:t>
            </a:r>
          </a:p>
        </p:txBody>
      </p:sp>
    </p:spTree>
    <p:extLst>
      <p:ext uri="{BB962C8B-B14F-4D97-AF65-F5344CB8AC3E}">
        <p14:creationId xmlns:p14="http://schemas.microsoft.com/office/powerpoint/2010/main" val="32482117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HW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Task : Solve the Following and Show the Effects on Flag Registers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104AF-937B-4A9F-86F3-09E1F593DBCC}"/>
              </a:ext>
            </a:extLst>
          </p:cNvPr>
          <p:cNvSpPr/>
          <p:nvPr/>
        </p:nvSpPr>
        <p:spPr>
          <a:xfrm>
            <a:off x="646394" y="2579768"/>
            <a:ext cx="808963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SUB AX,BX , WHERE AX CONTAINS 8000H AND BX CONTAINS 0001H.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INC AL, WHERE AL CONTAINS FFH.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b="1" dirty="0"/>
              <a:t>MOV AX, -5 .</a:t>
            </a:r>
          </a:p>
        </p:txBody>
      </p:sp>
    </p:spTree>
    <p:extLst>
      <p:ext uri="{BB962C8B-B14F-4D97-AF65-F5344CB8AC3E}">
        <p14:creationId xmlns:p14="http://schemas.microsoft.com/office/powerpoint/2010/main" val="31389159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DEBUGING Program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104AF-937B-4A9F-86F3-09E1F593DBCC}"/>
              </a:ext>
            </a:extLst>
          </p:cNvPr>
          <p:cNvSpPr/>
          <p:nvPr/>
        </p:nvSpPr>
        <p:spPr>
          <a:xfrm>
            <a:off x="646394" y="2579768"/>
            <a:ext cx="808963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dirty="0"/>
              <a:t>Debug is used to step through a program, display and change the registers and memory.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2200" dirty="0"/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200" dirty="0"/>
              <a:t>It is possible to enter assembly code directly. DEBUG then converts it to machine code and stores it in memory.</a:t>
            </a:r>
          </a:p>
        </p:txBody>
      </p:sp>
    </p:spTree>
    <p:extLst>
      <p:ext uri="{BB962C8B-B14F-4D97-AF65-F5344CB8AC3E}">
        <p14:creationId xmlns:p14="http://schemas.microsoft.com/office/powerpoint/2010/main" val="31865871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DEBUGING Program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Program 1: Checking Flags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2104AF-937B-4A9F-86F3-09E1F593DBCC}"/>
              </a:ext>
            </a:extLst>
          </p:cNvPr>
          <p:cNvSpPr/>
          <p:nvPr/>
        </p:nvSpPr>
        <p:spPr>
          <a:xfrm>
            <a:off x="646394" y="1943409"/>
            <a:ext cx="8089639" cy="4381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.MODEL    SMALL</a:t>
            </a:r>
          </a:p>
          <a:p>
            <a:r>
              <a:rPr lang="en-US" sz="1600" dirty="0"/>
              <a:t>.STACK	    100H</a:t>
            </a:r>
          </a:p>
          <a:p>
            <a:r>
              <a:rPr lang="en-US" sz="1600" dirty="0"/>
              <a:t>.DATA</a:t>
            </a:r>
          </a:p>
          <a:p>
            <a:r>
              <a:rPr lang="en-US" sz="1600" dirty="0"/>
              <a:t>.CODE</a:t>
            </a:r>
          </a:p>
          <a:p>
            <a:pPr lvl="1"/>
            <a:r>
              <a:rPr lang="en-US" sz="1600" dirty="0"/>
              <a:t>MAIN PROC</a:t>
            </a:r>
          </a:p>
          <a:p>
            <a:pPr lvl="1"/>
            <a:r>
              <a:rPr lang="en-US" sz="1600" dirty="0"/>
              <a:t>MOV AX,4000H     ;AX=4000h</a:t>
            </a:r>
          </a:p>
          <a:p>
            <a:pPr lvl="1"/>
            <a:r>
              <a:rPr lang="en-US" sz="1600" dirty="0"/>
              <a:t>ADD AX,AX		   ;AX=8000h</a:t>
            </a:r>
          </a:p>
          <a:p>
            <a:pPr lvl="1"/>
            <a:r>
              <a:rPr lang="en-US" sz="1600" dirty="0"/>
              <a:t>SUB AX,0FFFFH       ;AX=8001h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NEG AX                  ;AX=7FFFh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INC AX                   ;AX=8000h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MOV AH,4CH  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INT 21H</a:t>
            </a:r>
          </a:p>
          <a:p>
            <a:pPr lvl="1">
              <a:lnSpc>
                <a:spcPct val="160000"/>
              </a:lnSpc>
            </a:pPr>
            <a:r>
              <a:rPr lang="en-US" sz="1600" dirty="0"/>
              <a:t>	MAIN ENDP</a:t>
            </a:r>
          </a:p>
          <a:p>
            <a:pPr>
              <a:lnSpc>
                <a:spcPct val="160000"/>
              </a:lnSpc>
            </a:pPr>
            <a:r>
              <a:rPr lang="en-US" sz="1600" dirty="0"/>
              <a:t>END MAIN</a:t>
            </a:r>
          </a:p>
        </p:txBody>
      </p:sp>
    </p:spTree>
    <p:extLst>
      <p:ext uri="{BB962C8B-B14F-4D97-AF65-F5344CB8AC3E}">
        <p14:creationId xmlns:p14="http://schemas.microsoft.com/office/powerpoint/2010/main" val="32291369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DEBUGING Program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C2B582F-669E-40F6-8906-0B97DCC19B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DEBUG Flag Symbols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D047A3-BCA2-4531-BEC8-F89F310A7B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90538"/>
              </p:ext>
            </p:extLst>
          </p:nvPr>
        </p:nvGraphicFramePr>
        <p:xfrm>
          <a:off x="984738" y="2133600"/>
          <a:ext cx="7441809" cy="426442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240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2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0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73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90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Status Flag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3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 Set (1) Symbol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Clear (0) Symbol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902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CF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CY (carry)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NC (no carry)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902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Pf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 PE (even parity)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PO (odd parity)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0350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AF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AC (auxiliary carry)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NA (No Auxiliary carry)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902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 ZF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ZR (zero)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NZ (nonzero)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902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SF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NG (negative)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PL (plus)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902"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OF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8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OV (overflow)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NV (no overflow}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902"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Control Flag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90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DF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DN (down) 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UP (up)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80350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/>
                        <a:t>IF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/>
                        <a:t>El (enable interrupts) </a:t>
                      </a:r>
                      <a:endParaRPr lang="en-US" sz="2200" b="1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/>
                        <a:t>DI (Disable interrupt)</a:t>
                      </a:r>
                      <a:endParaRPr lang="en-US" sz="2200" b="1" dirty="0">
                        <a:solidFill>
                          <a:schemeClr val="tx1"/>
                        </a:solidFill>
                        <a:latin typeface="+mj-lt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89694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525529" y="2435897"/>
            <a:ext cx="809294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200" dirty="0"/>
              <a:t>Assembly Language  Programing and Organization of the IBM PC</a:t>
            </a:r>
          </a:p>
          <a:p>
            <a:endParaRPr lang="en-US" sz="4000" dirty="0"/>
          </a:p>
          <a:p>
            <a:pPr algn="ctr"/>
            <a:r>
              <a:rPr lang="en-US" sz="2400" dirty="0"/>
              <a:t> </a:t>
            </a:r>
            <a:r>
              <a:rPr lang="en-US" sz="2400" dirty="0" err="1"/>
              <a:t>Ytha</a:t>
            </a:r>
            <a:r>
              <a:rPr lang="en-US" sz="2400" dirty="0"/>
              <a:t> Yu</a:t>
            </a:r>
          </a:p>
          <a:p>
            <a:pPr algn="ctr"/>
            <a:r>
              <a:rPr lang="en-US" sz="2400" dirty="0"/>
              <a:t>Charles </a:t>
            </a:r>
            <a:r>
              <a:rPr lang="en-US" sz="2400" dirty="0" err="1"/>
              <a:t>Marut</a:t>
            </a:r>
            <a:r>
              <a:rPr lang="en-US" sz="2400" dirty="0"/>
              <a:t> </a:t>
            </a:r>
            <a:endParaRPr lang="en-FI" sz="24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912268" y="1755056"/>
            <a:ext cx="71203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Flag Register Details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2"/>
              </a:rPr>
              <a:t>https://www.youtube.com/watch?v=-LXc6IvtsfI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https://www.youtube.com/watch?v=vkpGK5bZbSY&amp;list=RDCMUCCU6xxwO9uJuFieylWL2lSA&amp;start_radio=1&amp;t=27</a:t>
            </a:r>
            <a:r>
              <a:rPr lang="en-US" dirty="0"/>
              <a:t>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Carry and Overflow Details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https://www.youtube.com/watch?v=9cXe_T99nL4</a:t>
            </a: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1013</TotalTime>
  <Words>3176</Words>
  <Application>Microsoft Office PowerPoint</Application>
  <PresentationFormat>On-screen Show (4:3)</PresentationFormat>
  <Paragraphs>475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Arial</vt:lpstr>
      <vt:lpstr>Calibri</vt:lpstr>
      <vt:lpstr>Corbel</vt:lpstr>
      <vt:lpstr>Wingdings</vt:lpstr>
      <vt:lpstr>Spectrum</vt:lpstr>
      <vt:lpstr>Processor Status &amp; FLAGS Register</vt:lpstr>
      <vt:lpstr>Lecture Outline</vt:lpstr>
      <vt:lpstr>Overview</vt:lpstr>
      <vt:lpstr>Learning Objective</vt:lpstr>
      <vt:lpstr>The FLAGS Register</vt:lpstr>
      <vt:lpstr>The Status Flags (1/2)</vt:lpstr>
      <vt:lpstr>The Status Flags (1/2)</vt:lpstr>
      <vt:lpstr>The Status Flags (1/2)</vt:lpstr>
      <vt:lpstr>The Status Flags (1/2)</vt:lpstr>
      <vt:lpstr>The Status Flags (1/2)</vt:lpstr>
      <vt:lpstr>The Status Flags (1/2)</vt:lpstr>
      <vt:lpstr>The Status Flags (1/2)</vt:lpstr>
      <vt:lpstr>The Status Flags (2/2)</vt:lpstr>
      <vt:lpstr>The Status Flags (2/2)</vt:lpstr>
      <vt:lpstr>The Status Flags (2/2)</vt:lpstr>
      <vt:lpstr>The Status Flags (2/2)</vt:lpstr>
      <vt:lpstr>The Status Flags (2/2)</vt:lpstr>
      <vt:lpstr>Overflow </vt:lpstr>
      <vt:lpstr>Overflow </vt:lpstr>
      <vt:lpstr>Overflow </vt:lpstr>
      <vt:lpstr>Overflow </vt:lpstr>
      <vt:lpstr>Overflow </vt:lpstr>
      <vt:lpstr>Overflow </vt:lpstr>
      <vt:lpstr>Overflow </vt:lpstr>
      <vt:lpstr>Overflow </vt:lpstr>
      <vt:lpstr>Overflow </vt:lpstr>
      <vt:lpstr>Overflow </vt:lpstr>
      <vt:lpstr>Overflow </vt:lpstr>
      <vt:lpstr>Overflow </vt:lpstr>
      <vt:lpstr>Overflow </vt:lpstr>
      <vt:lpstr>Overflow </vt:lpstr>
      <vt:lpstr>Overflow </vt:lpstr>
      <vt:lpstr>How Instructions Affect  the Flags</vt:lpstr>
      <vt:lpstr>How Instructions Affect  the Flags</vt:lpstr>
      <vt:lpstr>How Instructions Affect  the Flags</vt:lpstr>
      <vt:lpstr>How Instructions Affect  the Flags</vt:lpstr>
      <vt:lpstr>How Instructions Affect  the Flags</vt:lpstr>
      <vt:lpstr>How Instructions Affect  the Flags</vt:lpstr>
      <vt:lpstr>How Instructions Affect  the Flags</vt:lpstr>
      <vt:lpstr>How Instructions Affect  the Flags</vt:lpstr>
      <vt:lpstr>How Instructions Affect  the Flags</vt:lpstr>
      <vt:lpstr>How Instructions Affect  the Flags</vt:lpstr>
      <vt:lpstr>HW</vt:lpstr>
      <vt:lpstr>DEBUGING Program</vt:lpstr>
      <vt:lpstr>DEBUGING Program</vt:lpstr>
      <vt:lpstr>DEBUGING Program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Asrafa Islam</cp:lastModifiedBy>
  <cp:revision>9</cp:revision>
  <dcterms:created xsi:type="dcterms:W3CDTF">2018-12-10T17:20:29Z</dcterms:created>
  <dcterms:modified xsi:type="dcterms:W3CDTF">2025-04-08T06:12:12Z</dcterms:modified>
</cp:coreProperties>
</file>