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82" r:id="rId3"/>
    <p:sldId id="281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7A8C2-9325-A79E-B37E-B68E166DA778}" v="59" dt="2022-04-09T15:24:13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2767A8C2-9325-A79E-B37E-B68E166DA778}"/>
    <pc:docChg chg="modSld">
      <pc:chgData name="Dr. Md Mehedi Hasan" userId="S::mmhasan@aiub.edu::5eb39d97-deb0-466a-af4c-298e34812974" providerId="AD" clId="Web-{2767A8C2-9325-A79E-B37E-B68E166DA778}" dt="2022-04-09T15:24:09.807" v="53"/>
      <pc:docMkLst>
        <pc:docMk/>
      </pc:docMkLst>
      <pc:sldChg chg="modSp">
        <pc:chgData name="Dr. Md Mehedi Hasan" userId="S::mmhasan@aiub.edu::5eb39d97-deb0-466a-af4c-298e34812974" providerId="AD" clId="Web-{2767A8C2-9325-A79E-B37E-B68E166DA778}" dt="2022-04-09T15:24:09.807" v="53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2767A8C2-9325-A79E-B37E-B68E166DA778}" dt="2022-04-09T15:24:09.807" v="53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48EE4AF3-8B52-4E33-9035-AF28AB95C2D3}"/>
    <pc:docChg chg="modSld">
      <pc:chgData name="Dr. Md Mehedi Hasan" userId="5eb39d97-deb0-466a-af4c-298e34812974" providerId="ADAL" clId="{48EE4AF3-8B52-4E33-9035-AF28AB95C2D3}" dt="2022-04-03T03:42:02.468" v="1" actId="20577"/>
      <pc:docMkLst>
        <pc:docMk/>
      </pc:docMkLst>
      <pc:sldChg chg="modSp mod">
        <pc:chgData name="Dr. Md Mehedi Hasan" userId="5eb39d97-deb0-466a-af4c-298e34812974" providerId="ADAL" clId="{48EE4AF3-8B52-4E33-9035-AF28AB95C2D3}" dt="2022-04-03T03:42:02.468" v="1" actId="20577"/>
        <pc:sldMkLst>
          <pc:docMk/>
          <pc:sldMk cId="1708791887" sldId="288"/>
        </pc:sldMkLst>
        <pc:spChg chg="mod">
          <ac:chgData name="Dr. Md Mehedi Hasan" userId="5eb39d97-deb0-466a-af4c-298e34812974" providerId="ADAL" clId="{48EE4AF3-8B52-4E33-9035-AF28AB95C2D3}" dt="2022-04-03T03:42:02.468" v="1" actId="20577"/>
          <ac:spMkLst>
            <pc:docMk/>
            <pc:sldMk cId="1708791887" sldId="28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CB9A3-A835-403E-AB43-D9E7A06168D2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9A7AA-1F1F-4FE4-ADAB-8BB85BB8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4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7879990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02869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21-22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/>
                        <a:t>Dr. Md Mehedi Hasan; </a:t>
                      </a:r>
                      <a:r>
                        <a:rPr lang="en-US" i="1">
                          <a:hlinkClick r:id="rId2"/>
                        </a:rPr>
                        <a:t>mmhasan@aiub.edu</a:t>
                      </a:r>
                      <a:r>
                        <a:rPr lang="en-US" i="1"/>
                        <a:t> 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</a:t>
            </a:r>
            <a:r>
              <a:rPr lang="en-US"/>
              <a:t>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body" idx="1"/>
          </p:nvPr>
        </p:nvSpPr>
        <p:spPr>
          <a:xfrm>
            <a:off x="553640" y="1768078"/>
            <a:ext cx="7929563" cy="4232672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Bits can be shifted </a:t>
            </a:r>
            <a:r>
              <a:rPr sz="2257" b="1" dirty="0">
                <a:solidFill>
                  <a:schemeClr val="tx1"/>
                </a:solidFill>
              </a:rPr>
              <a:t>left or right </a:t>
            </a:r>
            <a:r>
              <a:rPr sz="2257" dirty="0">
                <a:solidFill>
                  <a:schemeClr val="tx1"/>
                </a:solidFill>
              </a:rPr>
              <a:t>in a register or memory location.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W</a:t>
            </a:r>
            <a:r>
              <a:rPr sz="2257" dirty="0">
                <a:solidFill>
                  <a:schemeClr val="tx1"/>
                </a:solidFill>
              </a:rPr>
              <a:t>hen a bit is shifted out, it goes into CF.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Because a </a:t>
            </a:r>
            <a:r>
              <a:rPr sz="2257" b="1" dirty="0">
                <a:solidFill>
                  <a:schemeClr val="tx1"/>
                </a:solidFill>
              </a:rPr>
              <a:t>left shift doubles </a:t>
            </a:r>
            <a:r>
              <a:rPr sz="2257" dirty="0">
                <a:solidFill>
                  <a:schemeClr val="tx1"/>
                </a:solidFill>
              </a:rPr>
              <a:t>a number and a </a:t>
            </a:r>
            <a:r>
              <a:rPr sz="2257" b="1" dirty="0">
                <a:solidFill>
                  <a:schemeClr val="tx1"/>
                </a:solidFill>
              </a:rPr>
              <a:t>right shift halves </a:t>
            </a:r>
            <a:r>
              <a:rPr sz="2257" dirty="0">
                <a:solidFill>
                  <a:schemeClr val="tx1"/>
                </a:solidFill>
              </a:rPr>
              <a:t>it, these instructions give us a way to multiply and divide powers of 2.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Shifting is much </a:t>
            </a:r>
            <a:r>
              <a:rPr sz="2257" b="1" dirty="0">
                <a:solidFill>
                  <a:schemeClr val="tx1"/>
                </a:solidFill>
              </a:rPr>
              <a:t>faster</a:t>
            </a:r>
            <a:r>
              <a:rPr sz="2257" dirty="0">
                <a:solidFill>
                  <a:schemeClr val="tx1"/>
                </a:solidFill>
              </a:rPr>
              <a:t> than Multiplication and Division.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536022"/>
            <a:ext cx="7358063" cy="75062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SHIFT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22346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xfrm>
            <a:off x="339328" y="2196702"/>
            <a:ext cx="8465344" cy="466129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Rotates work like the shifts, except that when a bit Is shifted out one end of an operand it is </a:t>
            </a:r>
            <a:r>
              <a:rPr sz="2257" b="1" dirty="0">
                <a:solidFill>
                  <a:schemeClr val="tx1"/>
                </a:solidFill>
              </a:rPr>
              <a:t>put back in the other end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These instructions can be used to </a:t>
            </a:r>
            <a:r>
              <a:rPr sz="2257" b="1" dirty="0">
                <a:solidFill>
                  <a:schemeClr val="tx1"/>
                </a:solidFill>
              </a:rPr>
              <a:t>examine</a:t>
            </a:r>
            <a:r>
              <a:rPr sz="2257" dirty="0">
                <a:solidFill>
                  <a:schemeClr val="tx1"/>
                </a:solidFill>
              </a:rPr>
              <a:t> and/or </a:t>
            </a:r>
            <a:r>
              <a:rPr sz="2257" b="1" dirty="0">
                <a:solidFill>
                  <a:schemeClr val="tx1"/>
                </a:solidFill>
              </a:rPr>
              <a:t>change bits or groups of bits</a:t>
            </a:r>
            <a:r>
              <a:rPr sz="2257" dirty="0">
                <a:solidFill>
                  <a:schemeClr val="tx1"/>
                </a:solidFill>
              </a:rPr>
              <a:t>.</a:t>
            </a:r>
            <a:endParaRPr sz="2257" b="1" dirty="0">
              <a:solidFill>
                <a:schemeClr val="tx1"/>
              </a:solidFill>
            </a:endParaRP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*** Logic, shift, and rotate instructions is used to do binary and hexadecimal I/O.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read and write numbers will let us solve a great variety of problem.</a:t>
            </a:r>
          </a:p>
        </p:txBody>
      </p:sp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ROTATE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78069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SHIFT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3260" y="1740529"/>
            <a:ext cx="8695080" cy="2613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Bits can be shifted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or right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register or memory location.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bit is shifted out, it goes into CF.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Because a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shift doubles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number and a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shift halves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it, these instructions give us a way to multiply and divide powers of 2.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Shifting is much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than Multiplication and Division.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0895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Shift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935565"/>
            <a:ext cx="8763319" cy="4038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shift and rotate instructions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 the bits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 operand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one or more positions either to the left or right.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shift instruction, the bits shifted out are lost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rotate instruction, bits shifted out from one end of the operand are put back into the other end.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have two possible formats. For a single shift or rotate, the form is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Opcode  destination,1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shift or rotate of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positions, the form is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Opcode   destination, CL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CL contains N In both cases, destination is an 8- or 16-bit register or memory location.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 or Rotate instructions can be used to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multiply and divide by powers of 2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we will use them in programs for binary and hex I/O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***Note that for Intel's more advanced processors, a shift or rotate instruction also allows the use of an 8-bit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8523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Left Shift (SHL)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87516"/>
            <a:ext cx="8572250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SHL (shift left) instruction shifts the bits in the destination to the left. The format for a single shift is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marR="0" lvl="3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828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SHL destination, 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0 is shifted into the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rightmost bit position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shifted into CF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If the shift count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different from 1, the instruction takes the form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SHL destination, CL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(Here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contains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the above instruction made N single shifts)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value of CL remains the same after the shift operation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41545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Multiplication by Left Shift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77806"/>
            <a:ext cx="8654137" cy="301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 us consider a decimal number 235.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each digit is shifted left and 0 is attached on the right end, we get 2350 which is same as multiplying by 10.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Similarly, a left shift on a binary number multiplies it by 2.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example, suppose that AL contains 5=00000101b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left shift gives 00001010b = 10 thus doubling its value.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Another left shift yields 00010100= 20d, so it is doubled again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511698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Shift Arithmetic Left (SAL)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02973"/>
            <a:ext cx="7917158" cy="396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SHL Instruction can be used to multiply an operand by multiples of 2.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to emphasize the arithmetic nature of the operation the opcode SAL (shift arithmetic left)often used in instances for numeric multiplication.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 instructions generate the same ma chine code.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treat left shifts as multiplication, overflow may occur.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single left shift, CF and OF accurately indicate unsigned and signed over- flow, respectively.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the overflow flags are not reliable indicators for a multiple left shift as multiple shift is really a series of single shifts, and OF and CF only reflect 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of the last shift.</a:t>
            </a:r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411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Right Shift (SHR)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63463"/>
            <a:ext cx="7930806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SHR (shift right) performs right shifts on the destination operand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0" marR="0" lvl="4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22860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SHR destination, 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0 is shifted Into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position, and the rightmost bit is shifted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0" marR="0" lvl="4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22860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SHR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destination,CL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0" marR="0" lvl="4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22860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 here CL contains N In this case N single right shifts are made. The effect on the flags is the same as for SHL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79188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SAR Instruction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11911"/>
            <a:ext cx="8145998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SAR Instruction (shift arithmetic right) operates like SHR , with one difference: the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retains Its original value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syntax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 destination,1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25711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Division by Right Shift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798415"/>
            <a:ext cx="8408477" cy="3038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Left shift doubles the destination's value,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Similarly, it’s reasonable to guess that a right shift might divide it by 2. This Is correct for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numbers.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odd numbers, a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shift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halves it and rounds down to the nearest integer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example, if BL contains 00000101 = 5, then after a right shift. BL  will contain 00000010 = 2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2293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Signed and Unsigned Division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216698"/>
            <a:ext cx="8145998" cy="2613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case of division by right shifts, we need to make a distinction between signed and unsigned numbers.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an unsigned interpretation is being given, SHR should be used.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signed interpretation, SAR  must be used, because it preserves the sign.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24695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ROTATE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949364"/>
            <a:ext cx="8599546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Rotates work like the shifts, except that when a bit Is shifted out one end of an operand it is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 back in the other end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instructions can be used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examine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and/or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 bits or groups of bits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*** Logic, shift, and rotate instructions is used to do binary and hexadecimal I/O.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ability to read and write numbers will let us solve a great variety of problem.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53165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Rotate Left (ROL)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63463"/>
            <a:ext cx="8272000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ROL (rotate left) shifts bits to the left.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shifted into the rightmost bit.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CF also gets the bit shifted out of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think of the destination bits forming a circle, with the least significant bit following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circle.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 destination, 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26204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Rotate Right (ROR)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2108639"/>
            <a:ext cx="7057349" cy="2613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ROR (rotate right) works just like ROL except that the bits are rotated to the right.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rightmost bit is shifted into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also into the CF 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ROR destination, 1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ROR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27291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ROL, ROR and CF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2108639"/>
            <a:ext cx="8312943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ROL and ROR, CF reflects the bit that is rotated out.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 and ROR can be used to inspect the bits in a byte or word, without changing the contents.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Use ROL to count the number of 1 bits in BX, without changing BX. Put the answer in AX.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37069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RCL (Rotate Carry Left)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63463"/>
            <a:ext cx="8145998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RCL (Rotate through Carry LEFT) shifts the bits of the destination to the left.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shifted Into the CF and the previous value of CF is shifted Into the rightmost bit.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other words, RCL works like Just like ROL, except that CF is part of the circle of bits being rotated. The syntax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RCL destination,1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RCL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13895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RCR (Rotate Carry Right)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45051"/>
            <a:ext cx="8585898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RCR (Rotate through Carry RIGHT) works just like RCL except the bits are rotated to the right. The syntax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RCR destination,1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RCR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14114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Reversing Bit Pattern Application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2225907"/>
            <a:ext cx="8722377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Expectation: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AL contains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11011100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we want to make it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00111011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shift the bits out the left end of AL Into CF.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 use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RCR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move them Into the left end of another</a:t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register (i.e.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 the above operation 8 times for 8 bits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93557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Binary and Hex Input &amp; Output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0867" y="1802973"/>
            <a:ext cx="884226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 Input: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Lets assume a program reads In a binary number from the keyboard, followed by a carriage return.  [i.e. string of 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and 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s]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Conversion in bit value needs to be done  as soon as the input character is entered.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that collect the bits in register.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read a binary number from keyboard and store it in BX: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71" y="4480629"/>
            <a:ext cx="7123278" cy="222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03260" y="39653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8456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Binary Output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47843"/>
            <a:ext cx="7985397" cy="1339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Outputting the contents of BX in binary also involves the shift operation.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 for Binary output: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60" y="3718535"/>
            <a:ext cx="6647916" cy="283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1374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Hex Input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55698"/>
            <a:ext cx="8353886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 input consists of digits ("0" to "9") and letters ("A" to "F”) followed by a carriage return.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simplicity, we will assume that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uppercase letters are used, 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user inputs no more than four hex characters.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process of converting characters to binary values is more Involved than it was for binary input, and BX must be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shifted four times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make room for a hex value.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36480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Algorithm for hex input</a:t>
            </a:r>
            <a:endParaRPr sz="3600" b="1" dirty="0">
              <a:solidFill>
                <a:schemeClr val="accent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60" y="2225907"/>
            <a:ext cx="7358063" cy="387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5332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Algorithm for Hex Output</a:t>
            </a:r>
            <a:endParaRPr sz="3600" b="1" dirty="0">
              <a:solidFill>
                <a:schemeClr val="accent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60" y="2163462"/>
            <a:ext cx="7358063" cy="414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5131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43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7166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87</TotalTime>
  <Words>1741</Words>
  <Application>Microsoft Office PowerPoint</Application>
  <PresentationFormat>On-screen Show (4:3)</PresentationFormat>
  <Paragraphs>145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Corbel</vt:lpstr>
      <vt:lpstr>Times New Roman</vt:lpstr>
      <vt:lpstr>Wingdings</vt:lpstr>
      <vt:lpstr>Spectrum</vt:lpstr>
      <vt:lpstr>Lecture Title</vt:lpstr>
      <vt:lpstr>Overview: SHIFT</vt:lpstr>
      <vt:lpstr>Overview: ROTATE</vt:lpstr>
      <vt:lpstr>SHIFT</vt:lpstr>
      <vt:lpstr>Shift Instructions</vt:lpstr>
      <vt:lpstr>Left Shift (SHL) Instructions</vt:lpstr>
      <vt:lpstr>Multiplication by Left Shift</vt:lpstr>
      <vt:lpstr>Shift Arithmetic Left (SAL)</vt:lpstr>
      <vt:lpstr>Right Shift (SHR) Instructions</vt:lpstr>
      <vt:lpstr>SAR Instruction</vt:lpstr>
      <vt:lpstr>Division by Right Shift</vt:lpstr>
      <vt:lpstr>Signed and Unsigned Division</vt:lpstr>
      <vt:lpstr>ROTATE</vt:lpstr>
      <vt:lpstr>Rotate Left (ROL)</vt:lpstr>
      <vt:lpstr>Rotate Right (ROR)</vt:lpstr>
      <vt:lpstr>ROL, ROR and CF</vt:lpstr>
      <vt:lpstr>RCL (Rotate Carry Left)</vt:lpstr>
      <vt:lpstr>RCR (Rotate Carry Right)</vt:lpstr>
      <vt:lpstr>Reversing Bit Pattern Application</vt:lpstr>
      <vt:lpstr>Binary and Hex Input &amp; Output</vt:lpstr>
      <vt:lpstr>Binary Output</vt:lpstr>
      <vt:lpstr>Hex Input</vt:lpstr>
      <vt:lpstr>Algorithm for hex input</vt:lpstr>
      <vt:lpstr>Algorithm for Hex Output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Md Mehedi Hasan</cp:lastModifiedBy>
  <cp:revision>27</cp:revision>
  <dcterms:created xsi:type="dcterms:W3CDTF">2018-12-10T17:20:29Z</dcterms:created>
  <dcterms:modified xsi:type="dcterms:W3CDTF">2022-04-10T07:06:16Z</dcterms:modified>
</cp:coreProperties>
</file>