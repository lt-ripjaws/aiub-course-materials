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55" r:id="rId4"/>
    <p:sldId id="356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66" r:id="rId13"/>
    <p:sldId id="365" r:id="rId14"/>
    <p:sldId id="364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ISMAIL HOSSEN" userId="a4e88416-0835-49b4-bf11-1bffe063ddad" providerId="ADAL" clId="{9BABA959-D774-464F-95E0-2A46783FA1C8}"/>
    <pc:docChg chg="modSld">
      <pc:chgData name="MD. ISMAIL HOSSEN" userId="a4e88416-0835-49b4-bf11-1bffe063ddad" providerId="ADAL" clId="{9BABA959-D774-464F-95E0-2A46783FA1C8}" dt="2020-04-30T12:17:52.298" v="30" actId="20577"/>
      <pc:docMkLst>
        <pc:docMk/>
      </pc:docMkLst>
      <pc:sldChg chg="modSp">
        <pc:chgData name="MD. ISMAIL HOSSEN" userId="a4e88416-0835-49b4-bf11-1bffe063ddad" providerId="ADAL" clId="{9BABA959-D774-464F-95E0-2A46783FA1C8}" dt="2020-04-30T12:17:20.882" v="17" actId="20577"/>
        <pc:sldMkLst>
          <pc:docMk/>
          <pc:sldMk cId="700707328" sldId="256"/>
        </pc:sldMkLst>
        <pc:graphicFrameChg chg="modGraphic">
          <ac:chgData name="MD. ISMAIL HOSSEN" userId="a4e88416-0835-49b4-bf11-1bffe063ddad" providerId="ADAL" clId="{9BABA959-D774-464F-95E0-2A46783FA1C8}" dt="2020-04-30T12:17:20.882" v="17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9BABA959-D774-464F-95E0-2A46783FA1C8}" dt="2020-04-30T12:17:42.305" v="26" actId="20577"/>
        <pc:sldMkLst>
          <pc:docMk/>
          <pc:sldMk cId="623946956" sldId="360"/>
        </pc:sldMkLst>
        <pc:spChg chg="mod">
          <ac:chgData name="MD. ISMAIL HOSSEN" userId="a4e88416-0835-49b4-bf11-1bffe063ddad" providerId="ADAL" clId="{9BABA959-D774-464F-95E0-2A46783FA1C8}" dt="2020-04-30T12:17:42.305" v="26" actId="20577"/>
          <ac:spMkLst>
            <pc:docMk/>
            <pc:sldMk cId="623946956" sldId="360"/>
            <ac:spMk id="7" creationId="{1C4C160C-F333-46D6-985E-F7B208358227}"/>
          </ac:spMkLst>
        </pc:spChg>
      </pc:sldChg>
      <pc:sldChg chg="modSp">
        <pc:chgData name="MD. ISMAIL HOSSEN" userId="a4e88416-0835-49b4-bf11-1bffe063ddad" providerId="ADAL" clId="{9BABA959-D774-464F-95E0-2A46783FA1C8}" dt="2020-04-30T12:17:48.174" v="28" actId="20577"/>
        <pc:sldMkLst>
          <pc:docMk/>
          <pc:sldMk cId="1473307932" sldId="361"/>
        </pc:sldMkLst>
        <pc:spChg chg="mod">
          <ac:chgData name="MD. ISMAIL HOSSEN" userId="a4e88416-0835-49b4-bf11-1bffe063ddad" providerId="ADAL" clId="{9BABA959-D774-464F-95E0-2A46783FA1C8}" dt="2020-04-30T12:17:48.174" v="28" actId="20577"/>
          <ac:spMkLst>
            <pc:docMk/>
            <pc:sldMk cId="1473307932" sldId="361"/>
            <ac:spMk id="7" creationId="{1C4C160C-F333-46D6-985E-F7B208358227}"/>
          </ac:spMkLst>
        </pc:spChg>
      </pc:sldChg>
      <pc:sldChg chg="modSp">
        <pc:chgData name="MD. ISMAIL HOSSEN" userId="a4e88416-0835-49b4-bf11-1bffe063ddad" providerId="ADAL" clId="{9BABA959-D774-464F-95E0-2A46783FA1C8}" dt="2020-04-30T12:17:52.298" v="30" actId="20577"/>
        <pc:sldMkLst>
          <pc:docMk/>
          <pc:sldMk cId="3200628653" sldId="362"/>
        </pc:sldMkLst>
        <pc:spChg chg="mod">
          <ac:chgData name="MD. ISMAIL HOSSEN" userId="a4e88416-0835-49b4-bf11-1bffe063ddad" providerId="ADAL" clId="{9BABA959-D774-464F-95E0-2A46783FA1C8}" dt="2020-04-30T12:17:52.298" v="30" actId="20577"/>
          <ac:spMkLst>
            <pc:docMk/>
            <pc:sldMk cId="3200628653" sldId="362"/>
            <ac:spMk id="7" creationId="{1C4C160C-F333-46D6-985E-F7B208358227}"/>
          </ac:spMkLst>
        </pc:spChg>
      </pc:sldChg>
    </pc:docChg>
  </pc:docChgLst>
  <pc:docChgLst>
    <pc:chgData name=" " userId="7df7294e-d88c-40ba-90e5-79451dd84eeb" providerId="ADAL" clId="{865E8905-3A9F-4DF8-BE85-8764B14DC0D4}"/>
  </pc:docChgLst>
  <pc:docChgLst>
    <pc:chgData name="MD. ISMAIL HOSSEN" userId="a4e88416-0835-49b4-bf11-1bffe063ddad" providerId="ADAL" clId="{438F1AE2-1717-4167-A40E-551D8B80B1C4}"/>
    <pc:docChg chg="undo custSel addSld delSld modSld">
      <pc:chgData name="MD. ISMAIL HOSSEN" userId="a4e88416-0835-49b4-bf11-1bffe063ddad" providerId="ADAL" clId="{438F1AE2-1717-4167-A40E-551D8B80B1C4}" dt="2020-04-28T18:15:20.051" v="1302" actId="5793"/>
      <pc:docMkLst>
        <pc:docMk/>
      </pc:docMkLst>
      <pc:sldChg chg="modSp">
        <pc:chgData name="MD. ISMAIL HOSSEN" userId="a4e88416-0835-49b4-bf11-1bffe063ddad" providerId="ADAL" clId="{438F1AE2-1717-4167-A40E-551D8B80B1C4}" dt="2020-04-28T09:02:38.498" v="0"/>
        <pc:sldMkLst>
          <pc:docMk/>
          <pc:sldMk cId="700707328" sldId="256"/>
        </pc:sldMkLst>
        <pc:spChg chg="mod">
          <ac:chgData name="MD. ISMAIL HOSSEN" userId="a4e88416-0835-49b4-bf11-1bffe063ddad" providerId="ADAL" clId="{438F1AE2-1717-4167-A40E-551D8B80B1C4}" dt="2020-04-28T09:02:38.498" v="0"/>
          <ac:spMkLst>
            <pc:docMk/>
            <pc:sldMk cId="700707328" sldId="256"/>
            <ac:spMk id="2" creationId="{00000000-0000-0000-0000-000000000000}"/>
          </ac:spMkLst>
        </pc:spChg>
      </pc:sldChg>
      <pc:sldChg chg="modSp">
        <pc:chgData name="MD. ISMAIL HOSSEN" userId="a4e88416-0835-49b4-bf11-1bffe063ddad" providerId="ADAL" clId="{438F1AE2-1717-4167-A40E-551D8B80B1C4}" dt="2020-04-28T18:15:20.051" v="1302" actId="5793"/>
        <pc:sldMkLst>
          <pc:docMk/>
          <pc:sldMk cId="424874041" sldId="257"/>
        </pc:sldMkLst>
        <pc:spChg chg="mod">
          <ac:chgData name="MD. ISMAIL HOSSEN" userId="a4e88416-0835-49b4-bf11-1bffe063ddad" providerId="ADAL" clId="{438F1AE2-1717-4167-A40E-551D8B80B1C4}" dt="2020-04-28T09:03:02.116" v="8" actId="20577"/>
          <ac:spMkLst>
            <pc:docMk/>
            <pc:sldMk cId="424874041" sldId="257"/>
            <ac:spMk id="2" creationId="{00000000-0000-0000-0000-000000000000}"/>
          </ac:spMkLst>
        </pc:spChg>
        <pc:spChg chg="mod">
          <ac:chgData name="MD. ISMAIL HOSSEN" userId="a4e88416-0835-49b4-bf11-1bffe063ddad" providerId="ADAL" clId="{438F1AE2-1717-4167-A40E-551D8B80B1C4}" dt="2020-04-28T18:15:20.051" v="1302" actId="5793"/>
          <ac:spMkLst>
            <pc:docMk/>
            <pc:sldMk cId="424874041" sldId="257"/>
            <ac:spMk id="3" creationId="{00000000-0000-0000-0000-000000000000}"/>
          </ac:spMkLst>
        </pc:spChg>
      </pc:sldChg>
      <pc:sldChg chg="add del">
        <pc:chgData name="MD. ISMAIL HOSSEN" userId="a4e88416-0835-49b4-bf11-1bffe063ddad" providerId="ADAL" clId="{438F1AE2-1717-4167-A40E-551D8B80B1C4}" dt="2020-04-28T13:25:42.690" v="371" actId="2696"/>
        <pc:sldMkLst>
          <pc:docMk/>
          <pc:sldMk cId="1923382373" sldId="264"/>
        </pc:sldMkLst>
      </pc:sldChg>
      <pc:sldChg chg="modSp">
        <pc:chgData name="MD. ISMAIL HOSSEN" userId="a4e88416-0835-49b4-bf11-1bffe063ddad" providerId="ADAL" clId="{438F1AE2-1717-4167-A40E-551D8B80B1C4}" dt="2020-04-28T15:26:22.015" v="1300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438F1AE2-1717-4167-A40E-551D8B80B1C4}" dt="2020-04-28T15:26:22.015" v="1300" actId="20577"/>
          <ac:spMkLst>
            <pc:docMk/>
            <pc:sldMk cId="3224969828" sldId="265"/>
            <ac:spMk id="3" creationId="{56CD2EA8-B54C-CE4F-A943-BFB367453E0E}"/>
          </ac:spMkLst>
        </pc:spChg>
      </pc:sldChg>
      <pc:sldChg chg="modSp add">
        <pc:chgData name="MD. ISMAIL HOSSEN" userId="a4e88416-0835-49b4-bf11-1bffe063ddad" providerId="ADAL" clId="{438F1AE2-1717-4167-A40E-551D8B80B1C4}" dt="2020-04-28T09:12:41.337" v="181" actId="20577"/>
        <pc:sldMkLst>
          <pc:docMk/>
          <pc:sldMk cId="2705342782" sldId="355"/>
        </pc:sldMkLst>
        <pc:spChg chg="mod">
          <ac:chgData name="MD. ISMAIL HOSSEN" userId="a4e88416-0835-49b4-bf11-1bffe063ddad" providerId="ADAL" clId="{438F1AE2-1717-4167-A40E-551D8B80B1C4}" dt="2020-04-28T09:08:14.067" v="71" actId="20577"/>
          <ac:spMkLst>
            <pc:docMk/>
            <pc:sldMk cId="2705342782" sldId="355"/>
            <ac:spMk id="2" creationId="{00000000-0000-0000-0000-000000000000}"/>
          </ac:spMkLst>
        </pc:spChg>
        <pc:spChg chg="mod">
          <ac:chgData name="MD. ISMAIL HOSSEN" userId="a4e88416-0835-49b4-bf11-1bffe063ddad" providerId="ADAL" clId="{438F1AE2-1717-4167-A40E-551D8B80B1C4}" dt="2020-04-28T09:08:21.530" v="101" actId="20577"/>
          <ac:spMkLst>
            <pc:docMk/>
            <pc:sldMk cId="2705342782" sldId="355"/>
            <ac:spMk id="7" creationId="{1C4C160C-F333-46D6-985E-F7B208358227}"/>
          </ac:spMkLst>
        </pc:spChg>
        <pc:spChg chg="mod">
          <ac:chgData name="MD. ISMAIL HOSSEN" userId="a4e88416-0835-49b4-bf11-1bffe063ddad" providerId="ADAL" clId="{438F1AE2-1717-4167-A40E-551D8B80B1C4}" dt="2020-04-28T09:12:41.337" v="181" actId="20577"/>
          <ac:spMkLst>
            <pc:docMk/>
            <pc:sldMk cId="2705342782" sldId="355"/>
            <ac:spMk id="8" creationId="{0FA58B4A-2FCF-47F8-A2F6-D980B08EB9FC}"/>
          </ac:spMkLst>
        </pc:spChg>
      </pc:sldChg>
      <pc:sldChg chg="modSp add">
        <pc:chgData name="MD. ISMAIL HOSSEN" userId="a4e88416-0835-49b4-bf11-1bffe063ddad" providerId="ADAL" clId="{438F1AE2-1717-4167-A40E-551D8B80B1C4}" dt="2020-04-28T09:16:03.645" v="209" actId="5793"/>
        <pc:sldMkLst>
          <pc:docMk/>
          <pc:sldMk cId="1450028999" sldId="356"/>
        </pc:sldMkLst>
        <pc:spChg chg="mod">
          <ac:chgData name="MD. ISMAIL HOSSEN" userId="a4e88416-0835-49b4-bf11-1bffe063ddad" providerId="ADAL" clId="{438F1AE2-1717-4167-A40E-551D8B80B1C4}" dt="2020-04-28T09:16:03.645" v="209" actId="5793"/>
          <ac:spMkLst>
            <pc:docMk/>
            <pc:sldMk cId="1450028999" sldId="356"/>
            <ac:spMk id="8" creationId="{0FA58B4A-2FCF-47F8-A2F6-D980B08EB9FC}"/>
          </ac:spMkLst>
        </pc:spChg>
      </pc:sldChg>
      <pc:sldChg chg="modSp add">
        <pc:chgData name="MD. ISMAIL HOSSEN" userId="a4e88416-0835-49b4-bf11-1bffe063ddad" providerId="ADAL" clId="{438F1AE2-1717-4167-A40E-551D8B80B1C4}" dt="2020-04-28T09:17:10.109" v="231" actId="20577"/>
        <pc:sldMkLst>
          <pc:docMk/>
          <pc:sldMk cId="2394144112" sldId="357"/>
        </pc:sldMkLst>
        <pc:spChg chg="mod">
          <ac:chgData name="MD. ISMAIL HOSSEN" userId="a4e88416-0835-49b4-bf11-1bffe063ddad" providerId="ADAL" clId="{438F1AE2-1717-4167-A40E-551D8B80B1C4}" dt="2020-04-28T09:17:10.109" v="231" actId="20577"/>
          <ac:spMkLst>
            <pc:docMk/>
            <pc:sldMk cId="2394144112" sldId="357"/>
            <ac:spMk id="8" creationId="{0FA58B4A-2FCF-47F8-A2F6-D980B08EB9FC}"/>
          </ac:spMkLst>
        </pc:spChg>
      </pc:sldChg>
      <pc:sldChg chg="modSp add">
        <pc:chgData name="MD. ISMAIL HOSSEN" userId="a4e88416-0835-49b4-bf11-1bffe063ddad" providerId="ADAL" clId="{438F1AE2-1717-4167-A40E-551D8B80B1C4}" dt="2020-04-28T09:17:26.967" v="233"/>
        <pc:sldMkLst>
          <pc:docMk/>
          <pc:sldMk cId="2205927297" sldId="358"/>
        </pc:sldMkLst>
        <pc:spChg chg="mod">
          <ac:chgData name="MD. ISMAIL HOSSEN" userId="a4e88416-0835-49b4-bf11-1bffe063ddad" providerId="ADAL" clId="{438F1AE2-1717-4167-A40E-551D8B80B1C4}" dt="2020-04-28T09:17:26.967" v="233"/>
          <ac:spMkLst>
            <pc:docMk/>
            <pc:sldMk cId="2205927297" sldId="358"/>
            <ac:spMk id="8" creationId="{0FA58B4A-2FCF-47F8-A2F6-D980B08EB9FC}"/>
          </ac:spMkLst>
        </pc:spChg>
      </pc:sldChg>
      <pc:sldChg chg="modSp add">
        <pc:chgData name="MD. ISMAIL HOSSEN" userId="a4e88416-0835-49b4-bf11-1bffe063ddad" providerId="ADAL" clId="{438F1AE2-1717-4167-A40E-551D8B80B1C4}" dt="2020-04-28T09:21:30.504" v="270" actId="20577"/>
        <pc:sldMkLst>
          <pc:docMk/>
          <pc:sldMk cId="207089465" sldId="359"/>
        </pc:sldMkLst>
        <pc:spChg chg="mod">
          <ac:chgData name="MD. ISMAIL HOSSEN" userId="a4e88416-0835-49b4-bf11-1bffe063ddad" providerId="ADAL" clId="{438F1AE2-1717-4167-A40E-551D8B80B1C4}" dt="2020-04-28T09:21:30.504" v="270" actId="20577"/>
          <ac:spMkLst>
            <pc:docMk/>
            <pc:sldMk cId="207089465" sldId="359"/>
            <ac:spMk id="2" creationId="{00000000-0000-0000-0000-000000000000}"/>
          </ac:spMkLst>
        </pc:spChg>
        <pc:spChg chg="mod">
          <ac:chgData name="MD. ISMAIL HOSSEN" userId="a4e88416-0835-49b4-bf11-1bffe063ddad" providerId="ADAL" clId="{438F1AE2-1717-4167-A40E-551D8B80B1C4}" dt="2020-04-28T09:21:23.856" v="262" actId="20577"/>
          <ac:spMkLst>
            <pc:docMk/>
            <pc:sldMk cId="207089465" sldId="359"/>
            <ac:spMk id="7" creationId="{1C4C160C-F333-46D6-985E-F7B208358227}"/>
          </ac:spMkLst>
        </pc:spChg>
        <pc:spChg chg="mod">
          <ac:chgData name="MD. ISMAIL HOSSEN" userId="a4e88416-0835-49b4-bf11-1bffe063ddad" providerId="ADAL" clId="{438F1AE2-1717-4167-A40E-551D8B80B1C4}" dt="2020-04-28T09:19:55.596" v="256"/>
          <ac:spMkLst>
            <pc:docMk/>
            <pc:sldMk cId="207089465" sldId="359"/>
            <ac:spMk id="8" creationId="{0FA58B4A-2FCF-47F8-A2F6-D980B08EB9FC}"/>
          </ac:spMkLst>
        </pc:spChg>
      </pc:sldChg>
      <pc:sldChg chg="modSp add">
        <pc:chgData name="MD. ISMAIL HOSSEN" userId="a4e88416-0835-49b4-bf11-1bffe063ddad" providerId="ADAL" clId="{438F1AE2-1717-4167-A40E-551D8B80B1C4}" dt="2020-04-28T09:20:12.981" v="260" actId="20577"/>
        <pc:sldMkLst>
          <pc:docMk/>
          <pc:sldMk cId="623946956" sldId="360"/>
        </pc:sldMkLst>
        <pc:spChg chg="mod">
          <ac:chgData name="MD. ISMAIL HOSSEN" userId="a4e88416-0835-49b4-bf11-1bffe063ddad" providerId="ADAL" clId="{438F1AE2-1717-4167-A40E-551D8B80B1C4}" dt="2020-04-28T09:20:12.981" v="260" actId="20577"/>
          <ac:spMkLst>
            <pc:docMk/>
            <pc:sldMk cId="623946956" sldId="360"/>
            <ac:spMk id="8" creationId="{0FA58B4A-2FCF-47F8-A2F6-D980B08EB9FC}"/>
          </ac:spMkLst>
        </pc:spChg>
      </pc:sldChg>
      <pc:sldChg chg="modSp add">
        <pc:chgData name="MD. ISMAIL HOSSEN" userId="a4e88416-0835-49b4-bf11-1bffe063ddad" providerId="ADAL" clId="{438F1AE2-1717-4167-A40E-551D8B80B1C4}" dt="2020-04-28T09:29:35.456" v="335" actId="113"/>
        <pc:sldMkLst>
          <pc:docMk/>
          <pc:sldMk cId="1473307932" sldId="361"/>
        </pc:sldMkLst>
        <pc:spChg chg="mod">
          <ac:chgData name="MD. ISMAIL HOSSEN" userId="a4e88416-0835-49b4-bf11-1bffe063ddad" providerId="ADAL" clId="{438F1AE2-1717-4167-A40E-551D8B80B1C4}" dt="2020-04-28T09:24:10.374" v="274"/>
          <ac:spMkLst>
            <pc:docMk/>
            <pc:sldMk cId="1473307932" sldId="361"/>
            <ac:spMk id="2" creationId="{00000000-0000-0000-0000-000000000000}"/>
          </ac:spMkLst>
        </pc:spChg>
        <pc:spChg chg="mod">
          <ac:chgData name="MD. ISMAIL HOSSEN" userId="a4e88416-0835-49b4-bf11-1bffe063ddad" providerId="ADAL" clId="{438F1AE2-1717-4167-A40E-551D8B80B1C4}" dt="2020-04-28T09:29:35.456" v="335" actId="113"/>
          <ac:spMkLst>
            <pc:docMk/>
            <pc:sldMk cId="1473307932" sldId="361"/>
            <ac:spMk id="8" creationId="{0FA58B4A-2FCF-47F8-A2F6-D980B08EB9FC}"/>
          </ac:spMkLst>
        </pc:spChg>
      </pc:sldChg>
      <pc:sldChg chg="modSp add">
        <pc:chgData name="MD. ISMAIL HOSSEN" userId="a4e88416-0835-49b4-bf11-1bffe063ddad" providerId="ADAL" clId="{438F1AE2-1717-4167-A40E-551D8B80B1C4}" dt="2020-04-28T09:27:53.700" v="303" actId="255"/>
        <pc:sldMkLst>
          <pc:docMk/>
          <pc:sldMk cId="3200628653" sldId="362"/>
        </pc:sldMkLst>
        <pc:spChg chg="mod">
          <ac:chgData name="MD. ISMAIL HOSSEN" userId="a4e88416-0835-49b4-bf11-1bffe063ddad" providerId="ADAL" clId="{438F1AE2-1717-4167-A40E-551D8B80B1C4}" dt="2020-04-28T09:27:53.700" v="303" actId="255"/>
          <ac:spMkLst>
            <pc:docMk/>
            <pc:sldMk cId="3200628653" sldId="362"/>
            <ac:spMk id="8" creationId="{0FA58B4A-2FCF-47F8-A2F6-D980B08EB9FC}"/>
          </ac:spMkLst>
        </pc:spChg>
      </pc:sldChg>
      <pc:sldChg chg="addSp delSp modSp add">
        <pc:chgData name="MD. ISMAIL HOSSEN" userId="a4e88416-0835-49b4-bf11-1bffe063ddad" providerId="ADAL" clId="{438F1AE2-1717-4167-A40E-551D8B80B1C4}" dt="2020-04-28T14:29:35.019" v="1170" actId="1076"/>
        <pc:sldMkLst>
          <pc:docMk/>
          <pc:sldMk cId="4156752703" sldId="363"/>
        </pc:sldMkLst>
        <pc:spChg chg="mod">
          <ac:chgData name="MD. ISMAIL HOSSEN" userId="a4e88416-0835-49b4-bf11-1bffe063ddad" providerId="ADAL" clId="{438F1AE2-1717-4167-A40E-551D8B80B1C4}" dt="2020-04-28T13:26:33.403" v="447" actId="20577"/>
          <ac:spMkLst>
            <pc:docMk/>
            <pc:sldMk cId="4156752703" sldId="363"/>
            <ac:spMk id="2" creationId="{00000000-0000-0000-0000-000000000000}"/>
          </ac:spMkLst>
        </pc:spChg>
        <pc:spChg chg="mod">
          <ac:chgData name="MD. ISMAIL HOSSEN" userId="a4e88416-0835-49b4-bf11-1bffe063ddad" providerId="ADAL" clId="{438F1AE2-1717-4167-A40E-551D8B80B1C4}" dt="2020-04-28T13:26:53.995" v="463" actId="20577"/>
          <ac:spMkLst>
            <pc:docMk/>
            <pc:sldMk cId="4156752703" sldId="363"/>
            <ac:spMk id="7" creationId="{1C4C160C-F333-46D6-985E-F7B208358227}"/>
          </ac:spMkLst>
        </pc:spChg>
        <pc:spChg chg="mod">
          <ac:chgData name="MD. ISMAIL HOSSEN" userId="a4e88416-0835-49b4-bf11-1bffe063ddad" providerId="ADAL" clId="{438F1AE2-1717-4167-A40E-551D8B80B1C4}" dt="2020-04-28T14:29:04.636" v="1162" actId="20577"/>
          <ac:spMkLst>
            <pc:docMk/>
            <pc:sldMk cId="4156752703" sldId="363"/>
            <ac:spMk id="8" creationId="{0FA58B4A-2FCF-47F8-A2F6-D980B08EB9FC}"/>
          </ac:spMkLst>
        </pc:spChg>
        <pc:picChg chg="add del mod">
          <ac:chgData name="MD. ISMAIL HOSSEN" userId="a4e88416-0835-49b4-bf11-1bffe063ddad" providerId="ADAL" clId="{438F1AE2-1717-4167-A40E-551D8B80B1C4}" dt="2020-04-28T14:26:01.294" v="1118" actId="478"/>
          <ac:picMkLst>
            <pc:docMk/>
            <pc:sldMk cId="4156752703" sldId="363"/>
            <ac:picMk id="3" creationId="{B2EB648B-DADC-43D0-922D-92A72F356991}"/>
          </ac:picMkLst>
        </pc:picChg>
        <pc:picChg chg="add mod">
          <ac:chgData name="MD. ISMAIL HOSSEN" userId="a4e88416-0835-49b4-bf11-1bffe063ddad" providerId="ADAL" clId="{438F1AE2-1717-4167-A40E-551D8B80B1C4}" dt="2020-04-28T14:29:35.019" v="1170" actId="1076"/>
          <ac:picMkLst>
            <pc:docMk/>
            <pc:sldMk cId="4156752703" sldId="363"/>
            <ac:picMk id="4" creationId="{0C015885-586B-4501-A220-4B249868D30B}"/>
          </ac:picMkLst>
        </pc:picChg>
        <pc:picChg chg="add mod">
          <ac:chgData name="MD. ISMAIL HOSSEN" userId="a4e88416-0835-49b4-bf11-1bffe063ddad" providerId="ADAL" clId="{438F1AE2-1717-4167-A40E-551D8B80B1C4}" dt="2020-04-28T14:29:33.446" v="1169" actId="1076"/>
          <ac:picMkLst>
            <pc:docMk/>
            <pc:sldMk cId="4156752703" sldId="363"/>
            <ac:picMk id="5" creationId="{8C438717-B104-4ADE-A70C-E86A554A090E}"/>
          </ac:picMkLst>
        </pc:picChg>
      </pc:sldChg>
      <pc:sldChg chg="addSp delSp modSp add">
        <pc:chgData name="MD. ISMAIL HOSSEN" userId="a4e88416-0835-49b4-bf11-1bffe063ddad" providerId="ADAL" clId="{438F1AE2-1717-4167-A40E-551D8B80B1C4}" dt="2020-04-28T15:23:13.272" v="1287" actId="20577"/>
        <pc:sldMkLst>
          <pc:docMk/>
          <pc:sldMk cId="2439381206" sldId="364"/>
        </pc:sldMkLst>
        <pc:spChg chg="mod">
          <ac:chgData name="MD. ISMAIL HOSSEN" userId="a4e88416-0835-49b4-bf11-1bffe063ddad" providerId="ADAL" clId="{438F1AE2-1717-4167-A40E-551D8B80B1C4}" dt="2020-04-28T15:23:13.272" v="1287" actId="20577"/>
          <ac:spMkLst>
            <pc:docMk/>
            <pc:sldMk cId="2439381206" sldId="364"/>
            <ac:spMk id="7" creationId="{1C4C160C-F333-46D6-985E-F7B208358227}"/>
          </ac:spMkLst>
        </pc:spChg>
        <pc:spChg chg="mod">
          <ac:chgData name="MD. ISMAIL HOSSEN" userId="a4e88416-0835-49b4-bf11-1bffe063ddad" providerId="ADAL" clId="{438F1AE2-1717-4167-A40E-551D8B80B1C4}" dt="2020-04-28T14:43:56.393" v="1177" actId="20577"/>
          <ac:spMkLst>
            <pc:docMk/>
            <pc:sldMk cId="2439381206" sldId="364"/>
            <ac:spMk id="8" creationId="{0FA58B4A-2FCF-47F8-A2F6-D980B08EB9FC}"/>
          </ac:spMkLst>
        </pc:spChg>
        <pc:picChg chg="del">
          <ac:chgData name="MD. ISMAIL HOSSEN" userId="a4e88416-0835-49b4-bf11-1bffe063ddad" providerId="ADAL" clId="{438F1AE2-1717-4167-A40E-551D8B80B1C4}" dt="2020-04-28T13:51:36.881" v="717" actId="478"/>
          <ac:picMkLst>
            <pc:docMk/>
            <pc:sldMk cId="2439381206" sldId="364"/>
            <ac:picMk id="3" creationId="{B2EB648B-DADC-43D0-922D-92A72F356991}"/>
          </ac:picMkLst>
        </pc:picChg>
        <pc:picChg chg="add mod">
          <ac:chgData name="MD. ISMAIL HOSSEN" userId="a4e88416-0835-49b4-bf11-1bffe063ddad" providerId="ADAL" clId="{438F1AE2-1717-4167-A40E-551D8B80B1C4}" dt="2020-04-28T13:55:17.837" v="870" actId="14100"/>
          <ac:picMkLst>
            <pc:docMk/>
            <pc:sldMk cId="2439381206" sldId="364"/>
            <ac:picMk id="4" creationId="{0D6A5C6C-A6A6-4C19-886F-DEA98AA02D70}"/>
          </ac:picMkLst>
        </pc:picChg>
      </pc:sldChg>
      <pc:sldChg chg="modSp add">
        <pc:chgData name="MD. ISMAIL HOSSEN" userId="a4e88416-0835-49b4-bf11-1bffe063ddad" providerId="ADAL" clId="{438F1AE2-1717-4167-A40E-551D8B80B1C4}" dt="2020-04-28T15:23:04.172" v="1285" actId="20577"/>
        <pc:sldMkLst>
          <pc:docMk/>
          <pc:sldMk cId="2433196869" sldId="365"/>
        </pc:sldMkLst>
        <pc:spChg chg="mod">
          <ac:chgData name="MD. ISMAIL HOSSEN" userId="a4e88416-0835-49b4-bf11-1bffe063ddad" providerId="ADAL" clId="{438F1AE2-1717-4167-A40E-551D8B80B1C4}" dt="2020-04-28T15:23:04.172" v="1285" actId="20577"/>
          <ac:spMkLst>
            <pc:docMk/>
            <pc:sldMk cId="2433196869" sldId="365"/>
            <ac:spMk id="7" creationId="{1C4C160C-F333-46D6-985E-F7B208358227}"/>
          </ac:spMkLst>
        </pc:spChg>
      </pc:sldChg>
      <pc:sldChg chg="delSp modSp add">
        <pc:chgData name="MD. ISMAIL HOSSEN" userId="a4e88416-0835-49b4-bf11-1bffe063ddad" providerId="ADAL" clId="{438F1AE2-1717-4167-A40E-551D8B80B1C4}" dt="2020-04-28T15:22:50.645" v="1283" actId="20577"/>
        <pc:sldMkLst>
          <pc:docMk/>
          <pc:sldMk cId="3296173298" sldId="366"/>
        </pc:sldMkLst>
        <pc:spChg chg="mod">
          <ac:chgData name="MD. ISMAIL HOSSEN" userId="a4e88416-0835-49b4-bf11-1bffe063ddad" providerId="ADAL" clId="{438F1AE2-1717-4167-A40E-551D8B80B1C4}" dt="2020-04-28T15:22:50.645" v="1283" actId="20577"/>
          <ac:spMkLst>
            <pc:docMk/>
            <pc:sldMk cId="3296173298" sldId="366"/>
            <ac:spMk id="7" creationId="{1C4C160C-F333-46D6-985E-F7B208358227}"/>
          </ac:spMkLst>
        </pc:spChg>
        <pc:spChg chg="mod">
          <ac:chgData name="MD. ISMAIL HOSSEN" userId="a4e88416-0835-49b4-bf11-1bffe063ddad" providerId="ADAL" clId="{438F1AE2-1717-4167-A40E-551D8B80B1C4}" dt="2020-04-28T15:20:54.406" v="1281" actId="5793"/>
          <ac:spMkLst>
            <pc:docMk/>
            <pc:sldMk cId="3296173298" sldId="366"/>
            <ac:spMk id="8" creationId="{0FA58B4A-2FCF-47F8-A2F6-D980B08EB9FC}"/>
          </ac:spMkLst>
        </pc:spChg>
        <pc:picChg chg="del">
          <ac:chgData name="MD. ISMAIL HOSSEN" userId="a4e88416-0835-49b4-bf11-1bffe063ddad" providerId="ADAL" clId="{438F1AE2-1717-4167-A40E-551D8B80B1C4}" dt="2020-04-28T15:19:15.573" v="1248" actId="478"/>
          <ac:picMkLst>
            <pc:docMk/>
            <pc:sldMk cId="3296173298" sldId="366"/>
            <ac:picMk id="4" creationId="{0C015885-586B-4501-A220-4B249868D30B}"/>
          </ac:picMkLst>
        </pc:picChg>
        <pc:picChg chg="del">
          <ac:chgData name="MD. ISMAIL HOSSEN" userId="a4e88416-0835-49b4-bf11-1bffe063ddad" providerId="ADAL" clId="{438F1AE2-1717-4167-A40E-551D8B80B1C4}" dt="2020-04-28T15:19:12.205" v="1246" actId="478"/>
          <ac:picMkLst>
            <pc:docMk/>
            <pc:sldMk cId="3296173298" sldId="366"/>
            <ac:picMk id="5" creationId="{8C438717-B104-4ADE-A70C-E86A554A090E}"/>
          </ac:picMkLst>
        </pc:picChg>
      </pc:sldChg>
    </pc:docChg>
  </pc:docChgLst>
  <pc:docChgLst>
    <pc:chgData name="MD. ISMAIL HOSSEN" userId="a4e88416-0835-49b4-bf11-1bffe063ddad" providerId="ADAL" clId="{A0FBCE1D-33DF-4BA6-901F-82A1E3C2F1B6}"/>
    <pc:docChg chg="undo custSel addSld delSld modSld sldOrd">
      <pc:chgData name="MD. ISMAIL HOSSEN" userId="a4e88416-0835-49b4-bf11-1bffe063ddad" providerId="ADAL" clId="{A0FBCE1D-33DF-4BA6-901F-82A1E3C2F1B6}" dt="2020-04-27T11:17:59.019" v="2052"/>
      <pc:docMkLst>
        <pc:docMk/>
      </pc:docMkLst>
      <pc:sldChg chg="modSp">
        <pc:chgData name="MD. ISMAIL HOSSEN" userId="a4e88416-0835-49b4-bf11-1bffe063ddad" providerId="ADAL" clId="{A0FBCE1D-33DF-4BA6-901F-82A1E3C2F1B6}" dt="2020-04-26T08:30:59.680" v="8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A0FBCE1D-33DF-4BA6-901F-82A1E3C2F1B6}" dt="2020-04-26T08:30:59.680" v="8" actId="20577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D. ISMAIL HOSSEN" userId="a4e88416-0835-49b4-bf11-1bffe063ddad" providerId="ADAL" clId="{A0FBCE1D-33DF-4BA6-901F-82A1E3C2F1B6}" dt="2020-04-26T08:30:38.514" v="7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A0FBCE1D-33DF-4BA6-901F-82A1E3C2F1B6}" dt="2020-04-26T10:00:21.817" v="150" actId="5793"/>
        <pc:sldMkLst>
          <pc:docMk/>
          <pc:sldMk cId="424874041" sldId="257"/>
        </pc:sldMkLst>
        <pc:spChg chg="mod">
          <ac:chgData name="MD. ISMAIL HOSSEN" userId="a4e88416-0835-49b4-bf11-1bffe063ddad" providerId="ADAL" clId="{A0FBCE1D-33DF-4BA6-901F-82A1E3C2F1B6}" dt="2020-04-26T10:00:21.817" v="150" actId="5793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A0FBCE1D-33DF-4BA6-901F-82A1E3C2F1B6}" dt="2020-04-27T11:00:35.635" v="1879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A0FBCE1D-33DF-4BA6-901F-82A1E3C2F1B6}" dt="2020-04-27T11:00:35.635" v="1879" actId="20577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  <pc:docChgLst>
    <pc:chgData name="MD. ISMAIL HOSSEN" userId="a4e88416-0835-49b4-bf11-1bffe063ddad" providerId="ADAL" clId="{27B146D4-2E3D-4627-A7A2-6B6DA1B809FA}"/>
    <pc:docChg chg="undo custSel addSld delSld modSld">
      <pc:chgData name="MD. ISMAIL HOSSEN" userId="a4e88416-0835-49b4-bf11-1bffe063ddad" providerId="ADAL" clId="{27B146D4-2E3D-4627-A7A2-6B6DA1B809FA}" dt="2020-04-23T13:05:04.023" v="693" actId="14100"/>
      <pc:docMkLst>
        <pc:docMk/>
      </pc:docMkLst>
      <pc:sldChg chg="modSp">
        <pc:chgData name="MD. ISMAIL HOSSEN" userId="a4e88416-0835-49b4-bf11-1bffe063ddad" providerId="ADAL" clId="{27B146D4-2E3D-4627-A7A2-6B6DA1B809FA}" dt="2020-04-23T07:35:54.793" v="4"/>
        <pc:sldMkLst>
          <pc:docMk/>
          <pc:sldMk cId="700707328" sldId="256"/>
        </pc:sldMkLst>
        <pc:spChg chg="mod">
          <ac:chgData name="MD. ISMAIL HOSSEN" userId="a4e88416-0835-49b4-bf11-1bffe063ddad" providerId="ADAL" clId="{27B146D4-2E3D-4627-A7A2-6B6DA1B809FA}" dt="2020-04-23T07:35:54.793" v="4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D. ISMAIL HOSSEN" userId="a4e88416-0835-49b4-bf11-1bffe063ddad" providerId="ADAL" clId="{27B146D4-2E3D-4627-A7A2-6B6DA1B809FA}" dt="2020-04-23T07:35:27.889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27B146D4-2E3D-4627-A7A2-6B6DA1B809FA}" dt="2020-04-23T07:43:40.829" v="45" actId="27636"/>
        <pc:sldMkLst>
          <pc:docMk/>
          <pc:sldMk cId="424874041" sldId="257"/>
        </pc:sldMkLst>
        <pc:spChg chg="mod">
          <ac:chgData name="MD. ISMAIL HOSSEN" userId="a4e88416-0835-49b4-bf11-1bffe063ddad" providerId="ADAL" clId="{27B146D4-2E3D-4627-A7A2-6B6DA1B809FA}" dt="2020-04-23T07:43:40.829" v="45" actId="27636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27B146D4-2E3D-4627-A7A2-6B6DA1B809FA}" dt="2020-04-23T09:34:50.582" v="526" actId="255"/>
        <pc:sldMkLst>
          <pc:docMk/>
          <pc:sldMk cId="1923382373" sldId="264"/>
        </pc:sldMkLst>
        <pc:spChg chg="mod">
          <ac:chgData name="MD. ISMAIL HOSSEN" userId="a4e88416-0835-49b4-bf11-1bffe063ddad" providerId="ADAL" clId="{27B146D4-2E3D-4627-A7A2-6B6DA1B809FA}" dt="2020-04-23T09:34:50.582" v="526" actId="255"/>
          <ac:spMkLst>
            <pc:docMk/>
            <pc:sldMk cId="1923382373" sldId="264"/>
            <ac:spMk id="5" creationId="{F2944A7F-5AE5-EC49-82AF-722C8C8F62C6}"/>
          </ac:spMkLst>
        </pc:spChg>
      </pc:sldChg>
      <pc:sldChg chg="modSp">
        <pc:chgData name="MD. ISMAIL HOSSEN" userId="a4e88416-0835-49b4-bf11-1bffe063ddad" providerId="ADAL" clId="{27B146D4-2E3D-4627-A7A2-6B6DA1B809FA}" dt="2020-04-23T13:05:04.023" v="693" actId="14100"/>
        <pc:sldMkLst>
          <pc:docMk/>
          <pc:sldMk cId="3224969828" sldId="265"/>
        </pc:sldMkLst>
        <pc:spChg chg="mod">
          <ac:chgData name="MD. ISMAIL HOSSEN" userId="a4e88416-0835-49b4-bf11-1bffe063ddad" providerId="ADAL" clId="{27B146D4-2E3D-4627-A7A2-6B6DA1B809FA}" dt="2020-04-23T13:05:04.023" v="693" actId="14100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  <pc:docChgLst>
    <pc:chgData name="MD. ISMAIL HOSSEN" userId="a4e88416-0835-49b4-bf11-1bffe063ddad" providerId="ADAL" clId="{8066A1B7-F7E4-441A-95F4-2D7C5F5723BD}"/>
    <pc:docChg chg="undo redo custSel addSld delSld modSld">
      <pc:chgData name="MD. ISMAIL HOSSEN" userId="a4e88416-0835-49b4-bf11-1bffe063ddad" providerId="ADAL" clId="{8066A1B7-F7E4-441A-95F4-2D7C5F5723BD}" dt="2020-04-22T11:59:21.728" v="1015" actId="20577"/>
      <pc:docMkLst>
        <pc:docMk/>
      </pc:docMkLst>
      <pc:sldChg chg="addSp delSp modSp">
        <pc:chgData name="MD. ISMAIL HOSSEN" userId="a4e88416-0835-49b4-bf11-1bffe063ddad" providerId="ADAL" clId="{8066A1B7-F7E4-441A-95F4-2D7C5F5723BD}" dt="2020-04-22T05:18:07.871" v="15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8066A1B7-F7E4-441A-95F4-2D7C5F5723BD}" dt="2020-04-22T05:13:48.427" v="1" actId="27636"/>
          <ac:spMkLst>
            <pc:docMk/>
            <pc:sldMk cId="700707328" sldId="256"/>
            <ac:spMk id="2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05:17:55.286" v="11" actId="313"/>
          <ac:spMkLst>
            <pc:docMk/>
            <pc:sldMk cId="700707328" sldId="256"/>
            <ac:spMk id="3" creationId="{00000000-0000-0000-0000-000000000000}"/>
          </ac:spMkLst>
        </pc:spChg>
        <pc:spChg chg="add del">
          <ac:chgData name="MD. ISMAIL HOSSEN" userId="a4e88416-0835-49b4-bf11-1bffe063ddad" providerId="ADAL" clId="{8066A1B7-F7E4-441A-95F4-2D7C5F5723BD}" dt="2020-04-22T05:17:34.171" v="5"/>
          <ac:spMkLst>
            <pc:docMk/>
            <pc:sldMk cId="700707328" sldId="256"/>
            <ac:spMk id="5" creationId="{E377AC92-0BB3-41F9-96CE-2689BB4F4CEF}"/>
          </ac:spMkLst>
        </pc:spChg>
        <pc:spChg chg="mod">
          <ac:chgData name="MD. ISMAIL HOSSEN" userId="a4e88416-0835-49b4-bf11-1bffe063ddad" providerId="ADAL" clId="{8066A1B7-F7E4-441A-95F4-2D7C5F5723BD}" dt="2020-04-22T05:17:49.423" v="10" actId="27636"/>
          <ac:spMkLst>
            <pc:docMk/>
            <pc:sldMk cId="700707328" sldId="256"/>
            <ac:spMk id="8" creationId="{FF0F860A-68ED-3A45-9B2E-50E8CE1BC6B7}"/>
          </ac:spMkLst>
        </pc:spChg>
        <pc:graphicFrameChg chg="modGraphic">
          <ac:chgData name="MD. ISMAIL HOSSEN" userId="a4e88416-0835-49b4-bf11-1bffe063ddad" providerId="ADAL" clId="{8066A1B7-F7E4-441A-95F4-2D7C5F5723BD}" dt="2020-04-22T05:18:07.871" v="1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8066A1B7-F7E4-441A-95F4-2D7C5F5723BD}" dt="2020-04-22T11:08:56.883" v="823"/>
        <pc:sldMkLst>
          <pc:docMk/>
          <pc:sldMk cId="424874041" sldId="257"/>
        </pc:sldMkLst>
        <pc:spChg chg="mod">
          <ac:chgData name="MD. ISMAIL HOSSEN" userId="a4e88416-0835-49b4-bf11-1bffe063ddad" providerId="ADAL" clId="{8066A1B7-F7E4-441A-95F4-2D7C5F5723BD}" dt="2020-04-22T11:08:56.883" v="823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8066A1B7-F7E4-441A-95F4-2D7C5F5723BD}" dt="2020-04-22T11:17:01.552" v="858" actId="20577"/>
        <pc:sldMkLst>
          <pc:docMk/>
          <pc:sldMk cId="1923382373" sldId="264"/>
        </pc:sldMkLst>
        <pc:spChg chg="mod">
          <ac:chgData name="MD. ISMAIL HOSSEN" userId="a4e88416-0835-49b4-bf11-1bffe063ddad" providerId="ADAL" clId="{8066A1B7-F7E4-441A-95F4-2D7C5F5723BD}" dt="2020-04-22T11:17:01.552" v="858" actId="20577"/>
          <ac:spMkLst>
            <pc:docMk/>
            <pc:sldMk cId="1923382373" sldId="264"/>
            <ac:spMk id="4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11:16:45.176" v="856" actId="12"/>
          <ac:spMkLst>
            <pc:docMk/>
            <pc:sldMk cId="1923382373" sldId="264"/>
            <ac:spMk id="5" creationId="{F2944A7F-5AE5-EC49-82AF-722C8C8F62C6}"/>
          </ac:spMkLst>
        </pc:spChg>
      </pc:sldChg>
      <pc:sldChg chg="modSp">
        <pc:chgData name="MD. ISMAIL HOSSEN" userId="a4e88416-0835-49b4-bf11-1bffe063ddad" providerId="ADAL" clId="{8066A1B7-F7E4-441A-95F4-2D7C5F5723BD}" dt="2020-04-22T11:59:21.728" v="1015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8066A1B7-F7E4-441A-95F4-2D7C5F5723BD}" dt="2020-04-22T11:59:21.728" v="1015" actId="20577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dLkvasLSlo" TargetMode="External"/><Relationship Id="rId2" Type="http://schemas.openxmlformats.org/officeDocument/2006/relationships/hyperlink" Target="https://www.youtube.com/watch?v=2Gdvz_6m5j8&amp;t=236s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Stack and Introduction to Procedures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COE 3205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276837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290044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&amp; Architecture 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Overview of Stack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PUSH AND PUSHF Instructions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POP AND POPF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Stack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stack segment of a program is used 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temporary storage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data and addresses.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Instructions are used to add and remove words from the stack respectively.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stack can be used to reverse a list of data because the last word to be added to the stack Is the first to be removed(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342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Stack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stack is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one-dimensional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structure.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 are added and removed from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end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structure; that is, it is processed in a "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last-in, first-out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manner.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recent addition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stack is called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stack.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familiar example is a Stack of dishes; the last dish to go on the stack is the top one, and it's the only one that can be removed easily.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028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Stack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program must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aside a block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memory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hold the stack.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been doing this by declaring a stack segment. For example, .STACK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lOOH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program is assembled and loaded in memory , SS will contain the segment number of the stack segment.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preceding Stack declaration, SP, the stack pointer, is initialized to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lOOh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represents empty stack position.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144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Stack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stack is empty, SP contains the offset address of the top of the stack.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927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PUSH AND PUSHF Conti..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is used to add new word to the stack.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syntax is: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PUSH Source (i.e. PUSH AX)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 is decreased by 2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copy of source content is moved to the address specified by SS:SP.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89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PUSH AND PUSHF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Initially, SP contains the offset address of memory location.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PUSH decreases SP by 2 and point to the LAST WORD	in the STACK segment.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PUSHF has no operands and pushes the contents of the flag register to the stack.</a:t>
            </a:r>
          </a:p>
        </p:txBody>
      </p:sp>
    </p:spTree>
    <p:extLst>
      <p:ext uri="{BB962C8B-B14F-4D97-AF65-F5344CB8AC3E}">
        <p14:creationId xmlns:p14="http://schemas.microsoft.com/office/powerpoint/2010/main" val="623946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POP AND POPF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POP is used to remove an item from the stack.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The syntax is:</a:t>
            </a:r>
          </a:p>
          <a:p>
            <a:pPr lvl="2"/>
            <a:r>
              <a:rPr lang="en-US" sz="2200" dirty="0"/>
              <a:t>POP destination (i.e. POP AX) </a:t>
            </a:r>
          </a:p>
          <a:p>
            <a:pPr lvl="2"/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The content of SS:SP (the top of the stack) Is moved to the destination.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	SP is Increased by 2.</a:t>
            </a:r>
          </a:p>
        </p:txBody>
      </p:sp>
    </p:spTree>
    <p:extLst>
      <p:ext uri="{BB962C8B-B14F-4D97-AF65-F5344CB8AC3E}">
        <p14:creationId xmlns:p14="http://schemas.microsoft.com/office/powerpoint/2010/main" val="1473307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POP AND POPF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The Instruction POPF, pops the top of the stack into the FLAGS register.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There is no effect of PUSH, PUSHF. POP, POPF on the flags.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Note that PUSH and POP are word operations, so a byte  Instruction(i.e. PUSH DL or PUSH 2) is illegal.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 For INT 21h DOS saves instructions in STACK before execution.</a:t>
            </a:r>
          </a:p>
        </p:txBody>
      </p:sp>
    </p:spTree>
    <p:extLst>
      <p:ext uri="{BB962C8B-B14F-4D97-AF65-F5344CB8AC3E}">
        <p14:creationId xmlns:p14="http://schemas.microsoft.com/office/powerpoint/2010/main" val="320062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Suppose the  register ax = 5, bx =6, Swap the numbers of ax and bx so that ax gets 6 and bx gets 5. use the concept of Stack. Push and Pop instructions must use.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Before Swap: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After Swap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015885-586B-4501-A220-4B249868D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700" y="3234331"/>
            <a:ext cx="1827631" cy="13007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438717-B104-4ADE-A70C-E86A554A0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56" y="5039614"/>
            <a:ext cx="162877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752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Suppose that </a:t>
            </a:r>
            <a:r>
              <a:rPr lang="en-US" sz="2200" b="1" dirty="0"/>
              <a:t>AX= 1234h</a:t>
            </a:r>
            <a:r>
              <a:rPr lang="en-US" sz="2200" dirty="0"/>
              <a:t>, </a:t>
            </a:r>
            <a:r>
              <a:rPr lang="en-US" sz="2200" b="1" dirty="0"/>
              <a:t>BX= 5678h</a:t>
            </a:r>
            <a:r>
              <a:rPr lang="en-US" sz="2200" dirty="0"/>
              <a:t>, </a:t>
            </a:r>
            <a:r>
              <a:rPr lang="en-US" sz="2200" b="1" dirty="0"/>
              <a:t>CX = 9ABCh</a:t>
            </a:r>
            <a:r>
              <a:rPr lang="en-US" sz="2200" dirty="0"/>
              <a:t>, and </a:t>
            </a:r>
            <a:r>
              <a:rPr lang="en-US" sz="2200" b="1" dirty="0"/>
              <a:t>SP= 1 00h</a:t>
            </a:r>
            <a:r>
              <a:rPr lang="en-US" sz="2200" dirty="0"/>
              <a:t>. Write an assembly program to find out the contents of </a:t>
            </a:r>
            <a:r>
              <a:rPr lang="en-US" sz="2200" b="1" dirty="0"/>
              <a:t>AX</a:t>
            </a:r>
            <a:r>
              <a:rPr lang="en-US" sz="2200" dirty="0"/>
              <a:t>, </a:t>
            </a:r>
            <a:r>
              <a:rPr lang="en-US" sz="2200" b="1" dirty="0"/>
              <a:t>BX</a:t>
            </a:r>
            <a:r>
              <a:rPr lang="en-US" sz="2200" dirty="0"/>
              <a:t>, </a:t>
            </a:r>
            <a:r>
              <a:rPr lang="en-US" sz="2200" b="1" dirty="0"/>
              <a:t>CX</a:t>
            </a:r>
            <a:r>
              <a:rPr lang="en-US" sz="2200" dirty="0"/>
              <a:t>, and </a:t>
            </a:r>
            <a:r>
              <a:rPr lang="en-US" sz="2200" b="1" dirty="0"/>
              <a:t>SP</a:t>
            </a:r>
            <a:r>
              <a:rPr lang="en-US" sz="2200" dirty="0"/>
              <a:t> after executing the following instructions: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lvl="5"/>
            <a:r>
              <a:rPr lang="en-US" sz="2200" dirty="0"/>
              <a:t>PUSH AX </a:t>
            </a:r>
          </a:p>
          <a:p>
            <a:pPr lvl="5"/>
            <a:r>
              <a:rPr lang="en-US" sz="2200" dirty="0"/>
              <a:t>PUSH BX </a:t>
            </a:r>
          </a:p>
          <a:p>
            <a:pPr lvl="5"/>
            <a:r>
              <a:rPr lang="en-US" sz="2200" dirty="0"/>
              <a:t>XCHG AX,CX </a:t>
            </a:r>
          </a:p>
          <a:p>
            <a:pPr lvl="5"/>
            <a:r>
              <a:rPr lang="en-US" sz="2200" dirty="0"/>
              <a:t>POP 	CX</a:t>
            </a:r>
          </a:p>
          <a:p>
            <a:pPr lvl="5"/>
            <a:r>
              <a:rPr lang="en-US" sz="2200" dirty="0"/>
              <a:t> PUSH AX </a:t>
            </a:r>
          </a:p>
          <a:p>
            <a:pPr lvl="5"/>
            <a:r>
              <a:rPr lang="en-US" sz="2200" dirty="0"/>
              <a:t>POP BX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96173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Reverse three characters 123, output should look like as follows: Hints, use the concept of push and pop.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EB648B-DADC-43D0-922D-92A72F356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228" y="3322411"/>
            <a:ext cx="3744066" cy="185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196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4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Take a string from user. Once user hits enters reverse the string given by the user.  Must take input from user. Hints: Use the concept of push and pop.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A5C6C-A6A6-4C19-886F-DEA98AA02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174" y="3629023"/>
            <a:ext cx="3918422" cy="191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81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525529" y="2435897"/>
            <a:ext cx="809294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Assembly Language  Programing and Organization of the IBM PC</a:t>
            </a:r>
          </a:p>
          <a:p>
            <a:endParaRPr lang="en-US" sz="4000" dirty="0"/>
          </a:p>
          <a:p>
            <a:pPr algn="ctr"/>
            <a:r>
              <a:rPr lang="en-US" sz="2400" dirty="0"/>
              <a:t> </a:t>
            </a:r>
            <a:r>
              <a:rPr lang="en-US" sz="2400" dirty="0" err="1"/>
              <a:t>Ytha</a:t>
            </a:r>
            <a:r>
              <a:rPr lang="en-US" sz="2400" dirty="0"/>
              <a:t> Yu</a:t>
            </a:r>
          </a:p>
          <a:p>
            <a:pPr algn="ctr"/>
            <a:r>
              <a:rPr lang="en-US" sz="2400" dirty="0"/>
              <a:t>Charles </a:t>
            </a:r>
            <a:r>
              <a:rPr lang="en-US" sz="2400" dirty="0" err="1"/>
              <a:t>Marut</a:t>
            </a:r>
            <a:r>
              <a:rPr lang="en-US" sz="2400" dirty="0"/>
              <a:t> 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912268" y="1755056"/>
            <a:ext cx="71203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stack, push, pop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https://www.youtube.com/watch?v=2Gdvz_6m5j8&amp;t=236s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Defining and Using Procedures, CALL and RET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https://www.youtube.com/watch?v=0dLkvasLSlo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2883</TotalTime>
  <Words>742</Words>
  <Application>Microsoft Office PowerPoint</Application>
  <PresentationFormat>On-screen Show (4:3)</PresentationFormat>
  <Paragraphs>126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Corbel</vt:lpstr>
      <vt:lpstr>Times New Roman</vt:lpstr>
      <vt:lpstr>Wingdings</vt:lpstr>
      <vt:lpstr>Spectrum</vt:lpstr>
      <vt:lpstr>The Stack and Introduction to Procedures</vt:lpstr>
      <vt:lpstr>Lab Outline</vt:lpstr>
      <vt:lpstr>Stack</vt:lpstr>
      <vt:lpstr>Stack</vt:lpstr>
      <vt:lpstr>Stack</vt:lpstr>
      <vt:lpstr>Stack</vt:lpstr>
      <vt:lpstr>PUSH AND PUSHF Conti..</vt:lpstr>
      <vt:lpstr>PUSH AND PUSHF</vt:lpstr>
      <vt:lpstr>POP AND POPF</vt:lpstr>
      <vt:lpstr>POP AND POPF</vt:lpstr>
      <vt:lpstr>Lab Tasks</vt:lpstr>
      <vt:lpstr>Lab Tasks</vt:lpstr>
      <vt:lpstr>Lab Tasks</vt:lpstr>
      <vt:lpstr>Lab Tasks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MD. ISMAIL HOSSEN</cp:lastModifiedBy>
  <cp:revision>9</cp:revision>
  <dcterms:created xsi:type="dcterms:W3CDTF">2018-12-10T17:20:29Z</dcterms:created>
  <dcterms:modified xsi:type="dcterms:W3CDTF">2020-04-30T12:18:00Z</dcterms:modified>
</cp:coreProperties>
</file>