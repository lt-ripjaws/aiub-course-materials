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82" d="100"/>
          <a:sy n="82" d="100"/>
        </p:scale>
        <p:origin x="105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A ANIKA TASNIM" userId="8fb70a1d-16e3-4c86-a699-7b87e9bfa60b" providerId="ADAL" clId="{309EC934-1AD9-4449-BD84-4892F43EF8F8}"/>
    <pc:docChg chg="undo custSel modSld">
      <pc:chgData name="SYEDA ANIKA TASNIM" userId="8fb70a1d-16e3-4c86-a699-7b87e9bfa60b" providerId="ADAL" clId="{309EC934-1AD9-4449-BD84-4892F43EF8F8}" dt="2020-12-07T02:31:59.584" v="25" actId="20577"/>
      <pc:docMkLst>
        <pc:docMk/>
      </pc:docMkLst>
      <pc:sldChg chg="modSp mod">
        <pc:chgData name="SYEDA ANIKA TASNIM" userId="8fb70a1d-16e3-4c86-a699-7b87e9bfa60b" providerId="ADAL" clId="{309EC934-1AD9-4449-BD84-4892F43EF8F8}" dt="2020-12-07T02:31:59.584" v="25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309EC934-1AD9-4449-BD84-4892F43EF8F8}" dt="2020-12-07T02:31:59.584" v="25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SYEDA ANIKA TASNIM" userId="8fb70a1d-16e3-4c86-a699-7b87e9bfa60b" providerId="ADAL" clId="{9D083A0C-C575-479B-8BD5-BE1B87790EE1}"/>
    <pc:docChg chg="custSel modSld">
      <pc:chgData name="SYEDA ANIKA TASNIM" userId="8fb70a1d-16e3-4c86-a699-7b87e9bfa60b" providerId="ADAL" clId="{9D083A0C-C575-479B-8BD5-BE1B87790EE1}" dt="2020-08-23T08:32:21.880" v="60" actId="20577"/>
      <pc:docMkLst>
        <pc:docMk/>
      </pc:docMkLst>
      <pc:sldChg chg="modSp mod">
        <pc:chgData name="SYEDA ANIKA TASNIM" userId="8fb70a1d-16e3-4c86-a699-7b87e9bfa60b" providerId="ADAL" clId="{9D083A0C-C575-479B-8BD5-BE1B87790EE1}" dt="2020-08-23T08:32:21.880" v="60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9D083A0C-C575-479B-8BD5-BE1B87790EE1}" dt="2020-08-23T08:32:21.880" v="60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876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29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29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29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29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29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29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299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299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29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12/7/2020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10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425149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53029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312985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660926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20-21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 err="1"/>
                        <a:t>Syeda</a:t>
                      </a:r>
                      <a:r>
                        <a:rPr lang="en-US" i="1" dirty="0"/>
                        <a:t> Anika </a:t>
                      </a:r>
                      <a:r>
                        <a:rPr lang="en-US" i="1" dirty="0" err="1"/>
                        <a:t>Tasnim</a:t>
                      </a:r>
                      <a:endParaRPr lang="en-US" i="1" dirty="0"/>
                    </a:p>
                    <a:p>
                      <a:r>
                        <a:rPr lang="en-US" i="1" dirty="0"/>
                        <a:t>anika.tasnim@aiub.edu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Loop</a:t>
            </a:r>
            <a:endParaRPr lang="en-US" sz="2800" dirty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While Loop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For Loop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For Loop With Commands 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Select Loop With Cases 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Until Loop 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Break and Continue </a:t>
            </a: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16482"/>
            <a:ext cx="8574087" cy="4209681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There are 4 type of loops in shell scripting.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The While Loop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The for Loop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The select loop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The until loop</a:t>
            </a:r>
          </a:p>
        </p:txBody>
      </p:sp>
    </p:spTree>
    <p:extLst>
      <p:ext uri="{BB962C8B-B14F-4D97-AF65-F5344CB8AC3E}">
        <p14:creationId xmlns:p14="http://schemas.microsoft.com/office/powerpoint/2010/main" val="445990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While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16481"/>
            <a:ext cx="8574087" cy="4747365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Syntax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while [ condition ]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do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	statement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	statement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done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Example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n=1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while [ $n –le 10 ]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do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	echo “$n”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	n=$(( n+1 )) or (( n++ )) or (( ++n ))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done</a:t>
            </a:r>
          </a:p>
        </p:txBody>
      </p:sp>
    </p:spTree>
    <p:extLst>
      <p:ext uri="{BB962C8B-B14F-4D97-AF65-F5344CB8AC3E}">
        <p14:creationId xmlns:p14="http://schemas.microsoft.com/office/powerpoint/2010/main" val="3979810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For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16481"/>
            <a:ext cx="8574087" cy="4747365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Syntax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for VARIABLE in 1 2 3 4 5 .. N [We can use file also]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	statement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done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for OUTPUT in $(</a:t>
            </a:r>
            <a:r>
              <a:rPr lang="en-US" dirty="0" err="1"/>
              <a:t>unix</a:t>
            </a:r>
            <a:r>
              <a:rPr lang="en-US" dirty="0"/>
              <a:t> command)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	statement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done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for (( initiate; condition; increment/decrement ))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	statement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1729303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16481"/>
            <a:ext cx="8574087" cy="4747365"/>
          </a:xfrm>
        </p:spPr>
        <p:txBody>
          <a:bodyPr>
            <a:normAutofit fontScale="77500" lnSpcReduction="20000"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for number in 1 2 3 4 5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$number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done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>
                <a:solidFill>
                  <a:srgbClr val="FF0000"/>
                </a:solidFill>
              </a:rPr>
              <a:t>*****The following syntax will work on bash version 4 or above*****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for number in {1..100} [This will loop through 1 to 100]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$number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done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for number in {1..100..2} [This will increment by 2] [START..END..INCREMENT]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$i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1366783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16481"/>
            <a:ext cx="8574087" cy="4747365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The familiar one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for (( i=0; i&lt;10; i++ ))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$i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3256374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For Loop With Commands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16481"/>
            <a:ext cx="8574087" cy="4747365"/>
          </a:xfrm>
        </p:spPr>
        <p:txBody>
          <a:bodyPr>
            <a:norm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for command in </a:t>
            </a:r>
            <a:r>
              <a:rPr lang="en-US" dirty="0" err="1"/>
              <a:t>ls</a:t>
            </a:r>
            <a:r>
              <a:rPr lang="en-US" dirty="0"/>
              <a:t> </a:t>
            </a:r>
            <a:r>
              <a:rPr lang="en-US" dirty="0" err="1"/>
              <a:t>pwd</a:t>
            </a:r>
            <a:r>
              <a:rPr lang="en-US" dirty="0"/>
              <a:t> date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echo “Command Name: $command” [with echo it will not execute]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echo “Command Output:”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$command [for executing only write the command]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2113211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Select Loop With Cases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16481"/>
            <a:ext cx="8574087" cy="4747365"/>
          </a:xfrm>
        </p:spPr>
        <p:txBody>
          <a:bodyPr>
            <a:normAutofit fontScale="62500" lnSpcReduction="20000"/>
          </a:bodyPr>
          <a:lstStyle/>
          <a:p>
            <a:pPr marL="0" indent="0">
              <a:spcBef>
                <a:spcPts val="500"/>
              </a:spcBef>
              <a:buNone/>
            </a:pPr>
            <a:r>
              <a:rPr lang="en-US" dirty="0"/>
              <a:t>select variable in </a:t>
            </a:r>
            <a:r>
              <a:rPr lang="en-US" dirty="0" err="1"/>
              <a:t>alal</a:t>
            </a:r>
            <a:r>
              <a:rPr lang="en-US" dirty="0"/>
              <a:t> </a:t>
            </a:r>
            <a:r>
              <a:rPr lang="en-US" dirty="0" err="1"/>
              <a:t>dulal</a:t>
            </a:r>
            <a:r>
              <a:rPr lang="en-US" dirty="0"/>
              <a:t> </a:t>
            </a:r>
            <a:r>
              <a:rPr lang="en-US" dirty="0" err="1"/>
              <a:t>rahim</a:t>
            </a:r>
            <a:endParaRPr lang="en-US" dirty="0"/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do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case $variable in 			[switch]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</a:t>
            </a:r>
            <a:r>
              <a:rPr lang="en-US" dirty="0" err="1"/>
              <a:t>alal</a:t>
            </a:r>
            <a:r>
              <a:rPr lang="en-US" dirty="0"/>
              <a:t> ) 			[case </a:t>
            </a:r>
            <a:r>
              <a:rPr lang="en-US" dirty="0" err="1"/>
              <a:t>alal</a:t>
            </a:r>
            <a:r>
              <a:rPr lang="en-US" dirty="0"/>
              <a:t>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	echo </a:t>
            </a:r>
            <a:r>
              <a:rPr lang="en-US" dirty="0" err="1"/>
              <a:t>Alal</a:t>
            </a:r>
            <a:r>
              <a:rPr lang="en-US" dirty="0"/>
              <a:t> is selected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;;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</a:t>
            </a:r>
            <a:r>
              <a:rPr lang="en-US" dirty="0" err="1"/>
              <a:t>dulal</a:t>
            </a:r>
            <a:r>
              <a:rPr lang="en-US" dirty="0"/>
              <a:t> ) 			[case </a:t>
            </a:r>
            <a:r>
              <a:rPr lang="en-US" dirty="0" err="1"/>
              <a:t>dulal</a:t>
            </a:r>
            <a:r>
              <a:rPr lang="en-US" dirty="0"/>
              <a:t>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	echo </a:t>
            </a:r>
            <a:r>
              <a:rPr lang="en-US" dirty="0" err="1"/>
              <a:t>Dulal</a:t>
            </a:r>
            <a:r>
              <a:rPr lang="en-US" dirty="0"/>
              <a:t> is selected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;;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</a:t>
            </a:r>
            <a:r>
              <a:rPr lang="en-US" dirty="0" err="1"/>
              <a:t>rahim</a:t>
            </a:r>
            <a:r>
              <a:rPr lang="en-US" dirty="0"/>
              <a:t> ) 			[case </a:t>
            </a:r>
            <a:r>
              <a:rPr lang="en-US" dirty="0" err="1"/>
              <a:t>rahim</a:t>
            </a:r>
            <a:r>
              <a:rPr lang="en-US" dirty="0"/>
              <a:t>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	echo Rahim is selected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;;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* ) 			[default]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	echo Default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;;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</a:t>
            </a:r>
            <a:r>
              <a:rPr lang="en-US" dirty="0" err="1"/>
              <a:t>esac</a:t>
            </a:r>
            <a:endParaRPr lang="en-US" dirty="0"/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done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dirty="0"/>
              <a:t>• This will take inputs infinitely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dirty="0"/>
              <a:t>• Press </a:t>
            </a:r>
            <a:r>
              <a:rPr lang="en-US" dirty="0" err="1"/>
              <a:t>Ctrl+C</a:t>
            </a:r>
            <a:r>
              <a:rPr lang="en-US" dirty="0"/>
              <a:t> to exit</a:t>
            </a:r>
          </a:p>
        </p:txBody>
      </p:sp>
    </p:spTree>
    <p:extLst>
      <p:ext uri="{BB962C8B-B14F-4D97-AF65-F5344CB8AC3E}">
        <p14:creationId xmlns:p14="http://schemas.microsoft.com/office/powerpoint/2010/main" val="1791890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Until Loop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16481"/>
            <a:ext cx="8574087" cy="4747365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dirty="0"/>
              <a:t>Syntax 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until [ condition ] 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Do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statement 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done 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dirty="0"/>
              <a:t>Example 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a=0 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until [ ! $a –</a:t>
            </a:r>
            <a:r>
              <a:rPr lang="en-US" dirty="0" err="1"/>
              <a:t>lt</a:t>
            </a:r>
            <a:r>
              <a:rPr lang="en-US" dirty="0"/>
              <a:t> 10 ] 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do 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echo $a 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	(( a++ )) 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2499972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Break and Continue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16481"/>
            <a:ext cx="8574087" cy="4747365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dirty="0"/>
              <a:t>Break 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for (( i=1; i&lt;10; i++ ))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do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	if [ $i –</a:t>
            </a:r>
            <a:r>
              <a:rPr lang="en-US" dirty="0" err="1"/>
              <a:t>gt</a:t>
            </a:r>
            <a:r>
              <a:rPr lang="en-US" dirty="0"/>
              <a:t> 5 ]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	then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		break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	fi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	echo “$i”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done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dirty="0"/>
              <a:t>Continue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for (( i=1; i&lt;10; i++ ))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do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	if [ $i –</a:t>
            </a:r>
            <a:r>
              <a:rPr lang="en-US" dirty="0" err="1"/>
              <a:t>eq</a:t>
            </a:r>
            <a:r>
              <a:rPr lang="en-US" dirty="0"/>
              <a:t> 5 ]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	then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		continue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	fi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	echo “$i”</a:t>
            </a:r>
          </a:p>
          <a:p>
            <a:pPr marL="460375" lvl="1" indent="0">
              <a:spcBef>
                <a:spcPts val="500"/>
              </a:spcBef>
              <a:buNone/>
            </a:pPr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449181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Unix Shell Programming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</a:t>
            </a:r>
            <a:r>
              <a:rPr lang="en-US" dirty="0" err="1"/>
              <a:t>Yashavant</a:t>
            </a:r>
            <a:r>
              <a:rPr lang="en-US" dirty="0"/>
              <a:t> P. </a:t>
            </a:r>
            <a:r>
              <a:rPr lang="en-US" dirty="0" err="1"/>
              <a:t>Kanetkar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84809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184</TotalTime>
  <Words>584</Words>
  <Application>Microsoft Office PowerPoint</Application>
  <PresentationFormat>On-screen Show (4:3)</PresentationFormat>
  <Paragraphs>148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Corbel</vt:lpstr>
      <vt:lpstr>Wingdings</vt:lpstr>
      <vt:lpstr>Spectrum</vt:lpstr>
      <vt:lpstr>LAB 10</vt:lpstr>
      <vt:lpstr>Lecture Outline</vt:lpstr>
      <vt:lpstr>Loop</vt:lpstr>
      <vt:lpstr>While Loop</vt:lpstr>
      <vt:lpstr>For Loop</vt:lpstr>
      <vt:lpstr>Example</vt:lpstr>
      <vt:lpstr>Example</vt:lpstr>
      <vt:lpstr>For Loop With Commands </vt:lpstr>
      <vt:lpstr>Select Loop With Cases </vt:lpstr>
      <vt:lpstr>Until Loop </vt:lpstr>
      <vt:lpstr>Break and Continue 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SYEDA ANIKA TASNIM</cp:lastModifiedBy>
  <cp:revision>23</cp:revision>
  <dcterms:created xsi:type="dcterms:W3CDTF">2018-12-10T17:20:29Z</dcterms:created>
  <dcterms:modified xsi:type="dcterms:W3CDTF">2020-12-07T02:32:02Z</dcterms:modified>
</cp:coreProperties>
</file>