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CC0C85EE-E463-4F5E-8F08-1B67B291678D}"/>
    <pc:docChg chg="modSld">
      <pc:chgData name="SYEDA ANIKA TASNIM" userId="8fb70a1d-16e3-4c86-a699-7b87e9bfa60b" providerId="ADAL" clId="{CC0C85EE-E463-4F5E-8F08-1B67B291678D}" dt="2020-11-23T02:21:24.563" v="9" actId="20577"/>
      <pc:docMkLst>
        <pc:docMk/>
      </pc:docMkLst>
      <pc:sldChg chg="modSp mod">
        <pc:chgData name="SYEDA ANIKA TASNIM" userId="8fb70a1d-16e3-4c86-a699-7b87e9bfa60b" providerId="ADAL" clId="{CC0C85EE-E463-4F5E-8F08-1B67B291678D}" dt="2020-11-23T02:21:24.563" v="9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CC0C85EE-E463-4F5E-8F08-1B67B291678D}" dt="2020-11-23T02:21:24.563" v="9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0BA480D8-52FB-4874-885D-10C95412BB41}"/>
    <pc:docChg chg="custSel modSld">
      <pc:chgData name="SYEDA ANIKA TASNIM" userId="8fb70a1d-16e3-4c86-a699-7b87e9bfa60b" providerId="ADAL" clId="{0BA480D8-52FB-4874-885D-10C95412BB41}" dt="2020-08-16T08:20:48.810" v="68" actId="20577"/>
      <pc:docMkLst>
        <pc:docMk/>
      </pc:docMkLst>
      <pc:sldChg chg="modSp mod">
        <pc:chgData name="SYEDA ANIKA TASNIM" userId="8fb70a1d-16e3-4c86-a699-7b87e9bfa60b" providerId="ADAL" clId="{0BA480D8-52FB-4874-885D-10C95412BB41}" dt="2020-08-16T08:20:48.810" v="68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0BA480D8-52FB-4874-885D-10C95412BB41}" dt="2020-08-16T08:20:48.810" v="6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7 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577069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9441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24708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07818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Editor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Modes of vi Editor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Create, Save, and Quit in vi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Start Typing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Move Around a File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Delete Character and Line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Vi Commands to cut, copy, and paste</a:t>
            </a:r>
          </a:p>
          <a:p>
            <a:pPr marL="457200" indent="-4572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vi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399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What is vi editor?</a:t>
            </a:r>
          </a:p>
          <a:p>
            <a:pPr marL="0" indent="0" algn="just">
              <a:buNone/>
            </a:pPr>
            <a:r>
              <a:rPr lang="en-US" dirty="0"/>
              <a:t>The vi editor is elaborated as visual editor. It is installed in every Unix system. It is a very powerful application. An improved version of vi editor is vim but most Linux systems have vi editor installed.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7791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Modes of vi Editor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39925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vi editor has two modes: </a:t>
            </a:r>
          </a:p>
          <a:p>
            <a:pPr marL="0" indent="0">
              <a:buNone/>
            </a:pPr>
            <a:r>
              <a:rPr lang="en-US" b="1" dirty="0"/>
              <a:t>Command Mode: </a:t>
            </a:r>
            <a:r>
              <a:rPr lang="en-US" dirty="0"/>
              <a:t>In command mode, actions are taken on the file. The vi editor starts in command mode. Typed words will act as commands in vi editor. To pass a command you have to be in command mode. </a:t>
            </a:r>
          </a:p>
          <a:p>
            <a:pPr marL="0" indent="0">
              <a:buNone/>
            </a:pPr>
            <a:r>
              <a:rPr lang="en-US" b="1" dirty="0"/>
              <a:t>Insert Mode: </a:t>
            </a:r>
            <a:r>
              <a:rPr lang="en-US" dirty="0"/>
              <a:t>In insert mode, entered text will be inserted into the file. Esc key will take you to the command mode from insert mode.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2844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Modes of vi Editor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022" y="1895605"/>
            <a:ext cx="8546228" cy="4555299"/>
          </a:xfrm>
        </p:spPr>
        <p:txBody>
          <a:bodyPr>
            <a:normAutofit fontScale="92500" lnSpcReduction="10000"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By default, vi editor starts in command mode. To enter text, you have to be in insert mode, just type i and you'll be in insert mode. Although, after typing I nothing will appear on the screen but you'll be in insert mode. Now you can type anything.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To exit from insert mode press Esc key, you'll be directed to command mode.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The vi editor tool is an interactive tool as it displays changes made in the file on the screen while you edit the file.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In vi editor you can insert, edit or remove a word as cursor moves throughout the file.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Commands are specified for each function like to delete it's x or </a:t>
            </a:r>
            <a:r>
              <a:rPr lang="en-US" dirty="0" err="1"/>
              <a:t>dd</a:t>
            </a:r>
            <a:endParaRPr lang="en-US" dirty="0"/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• The vi editor is case-sensitive</a:t>
            </a:r>
          </a:p>
        </p:txBody>
      </p:sp>
    </p:spTree>
    <p:extLst>
      <p:ext uri="{BB962C8B-B14F-4D97-AF65-F5344CB8AC3E}">
        <p14:creationId xmlns:p14="http://schemas.microsoft.com/office/powerpoint/2010/main" val="3241844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Create, Save, and Quit in </a:t>
            </a:r>
            <a:r>
              <a:rPr lang="en-US" sz="4400" b="1" dirty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vi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307014"/>
              </p:ext>
            </p:extLst>
          </p:nvPr>
        </p:nvGraphicFramePr>
        <p:xfrm>
          <a:off x="1917244" y="2686110"/>
          <a:ext cx="5336500" cy="29667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4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2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</a:t>
                      </a:r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wq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and quit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fname</a:t>
                      </a:r>
                      <a:r>
                        <a:rPr lang="en-US" dirty="0"/>
                        <a:t> Save as </a:t>
                      </a:r>
                      <a:r>
                        <a:rPr lang="en-US" dirty="0" err="1"/>
                        <a:t>fname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:ZZ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and quit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:q!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 discarding changes made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:w!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(and write to non-writable file)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12738" y="5935291"/>
            <a:ext cx="85455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exit from vi, first ensure that you are in command mode. Now, type :</a:t>
            </a:r>
            <a:r>
              <a:rPr lang="en-US" dirty="0" err="1"/>
              <a:t>wq</a:t>
            </a:r>
            <a:r>
              <a:rPr lang="en-US" dirty="0"/>
              <a:t> and press enter. It will save and quit vi editor Type 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b="1" dirty="0" err="1">
                <a:solidFill>
                  <a:srgbClr val="C00000"/>
                </a:solidFill>
              </a:rPr>
              <a:t>wq</a:t>
            </a:r>
            <a:r>
              <a:rPr lang="en-US" dirty="0"/>
              <a:t> to save and exit the file. </a:t>
            </a:r>
          </a:p>
        </p:txBody>
      </p:sp>
      <p:sp>
        <p:nvSpPr>
          <p:cNvPr id="6" name="Rectangle 5"/>
          <p:cNvSpPr/>
          <p:nvPr/>
        </p:nvSpPr>
        <p:spPr>
          <a:xfrm>
            <a:off x="312738" y="1791315"/>
            <a:ext cx="43778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vi syntax to create or open a file: </a:t>
            </a:r>
            <a:r>
              <a:rPr lang="en-US" sz="2000" b="1" dirty="0">
                <a:solidFill>
                  <a:srgbClr val="C00000"/>
                </a:solidFill>
              </a:rPr>
              <a:t>vi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dirty="0" err="1"/>
              <a:t>fileName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4163" y="2216570"/>
            <a:ext cx="67827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To save file and quit vi editor you can use the given commands below</a:t>
            </a:r>
          </a:p>
        </p:txBody>
      </p:sp>
    </p:spTree>
    <p:extLst>
      <p:ext uri="{BB962C8B-B14F-4D97-AF65-F5344CB8AC3E}">
        <p14:creationId xmlns:p14="http://schemas.microsoft.com/office/powerpoint/2010/main" val="162120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Vi Commands to Start Typing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139122"/>
              </p:ext>
            </p:extLst>
          </p:nvPr>
        </p:nvGraphicFramePr>
        <p:xfrm>
          <a:off x="1178208" y="2115824"/>
          <a:ext cx="6813397" cy="2595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4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before the current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at the start of current line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after the current character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at the end of current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on a new line after the current line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 typing on a new line before the current line.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829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Vi Commands to Move Around a File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222139"/>
              </p:ext>
            </p:extLst>
          </p:nvPr>
        </p:nvGraphicFramePr>
        <p:xfrm>
          <a:off x="2568597" y="2316240"/>
          <a:ext cx="3531578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4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6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 move down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up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left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 move right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14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/>
              <a:t>Vi Commands to Delete Character and Line</a:t>
            </a:r>
            <a:endParaRPr lang="en-US" sz="14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5556007"/>
              </p:ext>
            </p:extLst>
          </p:nvPr>
        </p:nvGraphicFramePr>
        <p:xfrm>
          <a:off x="1528937" y="2265061"/>
          <a:ext cx="6525299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6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character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character before the cursor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Replace the current character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xp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Switch two characters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dd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the current line from current character to the end of the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84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Vi Commands to cut, copy, and paste</a:t>
            </a:r>
            <a:endParaRPr lang="en-US" sz="1800" b="1" dirty="0">
              <a:solidFill>
                <a:schemeClr val="bg1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4330632"/>
              </p:ext>
            </p:extLst>
          </p:nvPr>
        </p:nvGraphicFramePr>
        <p:xfrm>
          <a:off x="2004926" y="2265061"/>
          <a:ext cx="4809233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6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dd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 a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solidFill>
                            <a:srgbClr val="C00000"/>
                          </a:solidFill>
                        </a:rPr>
                        <a:t>yy</a:t>
                      </a:r>
                      <a:endParaRPr lang="en-US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(yank yank) copy a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Paste after the current line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Paste before the current line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83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218</TotalTime>
  <Words>664</Words>
  <Application>Microsoft Office PowerPoint</Application>
  <PresentationFormat>On-screen Show (4:3)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Spectrum</vt:lpstr>
      <vt:lpstr>LAB 7 </vt:lpstr>
      <vt:lpstr>Lecture Outline</vt:lpstr>
      <vt:lpstr>vi Editor</vt:lpstr>
      <vt:lpstr>Modes of vi Editor</vt:lpstr>
      <vt:lpstr>Modes of vi Editor (cont’d)</vt:lpstr>
      <vt:lpstr>Create, Save, and Quit in vi</vt:lpstr>
      <vt:lpstr>Vi Commands to Start Typing</vt:lpstr>
      <vt:lpstr>Vi Commands to Move Around a File</vt:lpstr>
      <vt:lpstr>Vi Commands to Delete Character and Line</vt:lpstr>
      <vt:lpstr>Vi Commands to cut, copy, and paste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35</cp:revision>
  <dcterms:created xsi:type="dcterms:W3CDTF">2018-12-10T17:20:29Z</dcterms:created>
  <dcterms:modified xsi:type="dcterms:W3CDTF">2020-11-23T02:21:26Z</dcterms:modified>
</cp:coreProperties>
</file>