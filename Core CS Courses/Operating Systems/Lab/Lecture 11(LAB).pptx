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82" d="100"/>
          <a:sy n="82" d="100"/>
        </p:scale>
        <p:origin x="105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SYEDA ANIKA TASNIM" userId="8fb70a1d-16e3-4c86-a699-7b87e9bfa60b" providerId="ADAL" clId="{CA520C05-C253-4426-8CB3-E48A0E1BEB67}"/>
    <pc:docChg chg="modSld">
      <pc:chgData name="SYEDA ANIKA TASNIM" userId="8fb70a1d-16e3-4c86-a699-7b87e9bfa60b" providerId="ADAL" clId="{CA520C05-C253-4426-8CB3-E48A0E1BEB67}" dt="2020-12-07T04:26:53.804" v="9" actId="20577"/>
      <pc:docMkLst>
        <pc:docMk/>
      </pc:docMkLst>
      <pc:sldChg chg="modSp mod">
        <pc:chgData name="SYEDA ANIKA TASNIM" userId="8fb70a1d-16e3-4c86-a699-7b87e9bfa60b" providerId="ADAL" clId="{CA520C05-C253-4426-8CB3-E48A0E1BEB67}" dt="2020-12-07T04:26:53.804" v="9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CA520C05-C253-4426-8CB3-E48A0E1BEB67}" dt="2020-12-07T04:26:53.804" v="9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SYEDA ANIKA TASNIM" userId="8fb70a1d-16e3-4c86-a699-7b87e9bfa60b" providerId="ADAL" clId="{F9DE20C5-5C27-4FF4-8A86-02EE04CD85B8}"/>
    <pc:docChg chg="custSel modSld">
      <pc:chgData name="SYEDA ANIKA TASNIM" userId="8fb70a1d-16e3-4c86-a699-7b87e9bfa60b" providerId="ADAL" clId="{F9DE20C5-5C27-4FF4-8A86-02EE04CD85B8}" dt="2020-08-23T09:15:01.590" v="58" actId="20577"/>
      <pc:docMkLst>
        <pc:docMk/>
      </pc:docMkLst>
      <pc:sldChg chg="modSp mod">
        <pc:chgData name="SYEDA ANIKA TASNIM" userId="8fb70a1d-16e3-4c86-a699-7b87e9bfa60b" providerId="ADAL" clId="{F9DE20C5-5C27-4FF4-8A86-02EE04CD85B8}" dt="2020-08-23T09:15:01.590" v="58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F9DE20C5-5C27-4FF4-8A86-02EE04CD85B8}" dt="2020-08-23T09:15:01.590" v="58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SYEDA ANIKA TASNIM" userId="8fb70a1d-16e3-4c86-a699-7b87e9bfa60b" providerId="ADAL" clId="{F9DE20C5-5C27-4FF4-8A86-02EE04CD85B8}" dt="2020-08-23T09:04:28.991" v="1" actId="20577"/>
        <pc:sldMkLst>
          <pc:docMk/>
          <pc:sldMk cId="2428494899" sldId="266"/>
        </pc:sldMkLst>
        <pc:spChg chg="mod">
          <ac:chgData name="SYEDA ANIKA TASNIM" userId="8fb70a1d-16e3-4c86-a699-7b87e9bfa60b" providerId="ADAL" clId="{F9DE20C5-5C27-4FF4-8A86-02EE04CD85B8}" dt="2020-08-23T09:04:28.991" v="1" actId="20577"/>
          <ac:spMkLst>
            <pc:docMk/>
            <pc:sldMk cId="2428494899" sldId="26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07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07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07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11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263669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335091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54369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637480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20-21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 err="1"/>
                        <a:t>Syeda</a:t>
                      </a:r>
                      <a:r>
                        <a:rPr lang="en-US" i="1" dirty="0"/>
                        <a:t> Anika </a:t>
                      </a:r>
                      <a:r>
                        <a:rPr lang="en-US" i="1" dirty="0" err="1"/>
                        <a:t>Tasnim</a:t>
                      </a:r>
                      <a:endParaRPr lang="en-US" i="1" dirty="0"/>
                    </a:p>
                    <a:p>
                      <a:r>
                        <a:rPr lang="en-US" i="1" dirty="0"/>
                        <a:t>anika.tasnim@aiub.edu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Array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File Parsing from Shell Script 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File Parsing With Separator 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Checking file existence </a:t>
            </a: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Bash Supports simple single dimension array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In bash you can add value in any array position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Gaps in indices are okay in bash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You can treat any variable as an array but the value will be assigned into the 0th index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Syntax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 err="1"/>
              <a:t>os</a:t>
            </a:r>
            <a:r>
              <a:rPr lang="en-US" dirty="0"/>
              <a:t>=(‘ubuntu’,  ‘windows’,  ‘</a:t>
            </a:r>
            <a:r>
              <a:rPr lang="en-US" dirty="0" err="1"/>
              <a:t>linux</a:t>
            </a:r>
            <a:r>
              <a:rPr lang="en-US" dirty="0"/>
              <a:t>’)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echo “${</a:t>
            </a:r>
            <a:r>
              <a:rPr lang="en-US" dirty="0" err="1"/>
              <a:t>os</a:t>
            </a:r>
            <a:r>
              <a:rPr lang="en-US" dirty="0"/>
              <a:t>[0]}”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echo “${</a:t>
            </a:r>
            <a:r>
              <a:rPr lang="en-US" dirty="0" err="1"/>
              <a:t>os</a:t>
            </a:r>
            <a:r>
              <a:rPr lang="en-US" dirty="0"/>
              <a:t>[1]}”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echo “${</a:t>
            </a:r>
            <a:r>
              <a:rPr lang="en-US" dirty="0" err="1"/>
              <a:t>os</a:t>
            </a:r>
            <a:r>
              <a:rPr lang="en-US" dirty="0"/>
              <a:t>[2]}”</a:t>
            </a:r>
          </a:p>
        </p:txBody>
      </p:sp>
    </p:spTree>
    <p:extLst>
      <p:ext uri="{BB962C8B-B14F-4D97-AF65-F5344CB8AC3E}">
        <p14:creationId xmlns:p14="http://schemas.microsoft.com/office/powerpoint/2010/main" val="2428494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Array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Get the length of the array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“${#</a:t>
            </a:r>
            <a:r>
              <a:rPr lang="en-US" dirty="0" err="1"/>
              <a:t>os</a:t>
            </a:r>
            <a:r>
              <a:rPr lang="en-US" dirty="0"/>
              <a:t>[@]}”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Removing value from array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unset </a:t>
            </a:r>
            <a:r>
              <a:rPr lang="en-US" dirty="0" err="1"/>
              <a:t>os</a:t>
            </a:r>
            <a:r>
              <a:rPr lang="en-US" dirty="0"/>
              <a:t>[2]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Taking array as an input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Read –a </a:t>
            </a:r>
            <a:r>
              <a:rPr lang="en-US" dirty="0" err="1"/>
              <a:t>variablename</a:t>
            </a:r>
            <a:r>
              <a:rPr lang="en-US" dirty="0"/>
              <a:t> [separate input with space and then press enter]</a:t>
            </a:r>
          </a:p>
        </p:txBody>
      </p:sp>
    </p:spTree>
    <p:extLst>
      <p:ext uri="{BB962C8B-B14F-4D97-AF65-F5344CB8AC3E}">
        <p14:creationId xmlns:p14="http://schemas.microsoft.com/office/powerpoint/2010/main" val="1281381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File Parsing from Shell Script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File can be viewed with cat command easily.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We can also parse file from shell script.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For parsing file we need input redirection of file.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Input redirection means the read command will read from file rather taking input from terminal.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Input redirection is done by &lt; operator.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File is read by while loop.</a:t>
            </a:r>
          </a:p>
        </p:txBody>
      </p:sp>
    </p:spTree>
    <p:extLst>
      <p:ext uri="{BB962C8B-B14F-4D97-AF65-F5344CB8AC3E}">
        <p14:creationId xmlns:p14="http://schemas.microsoft.com/office/powerpoint/2010/main" val="2755675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!# /bin/bash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while read </a:t>
            </a:r>
            <a:r>
              <a:rPr lang="en-US" dirty="0" err="1"/>
              <a:t>filecontent</a:t>
            </a:r>
            <a:endParaRPr lang="en-US" dirty="0"/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$</a:t>
            </a:r>
            <a:r>
              <a:rPr lang="en-US" dirty="0" err="1"/>
              <a:t>filecontent</a:t>
            </a:r>
            <a:endParaRPr lang="en-US" dirty="0"/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done &lt; filename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This will read the whole content of the file and give output in terminal.</a:t>
            </a:r>
          </a:p>
        </p:txBody>
      </p:sp>
    </p:spTree>
    <p:extLst>
      <p:ext uri="{BB962C8B-B14F-4D97-AF65-F5344CB8AC3E}">
        <p14:creationId xmlns:p14="http://schemas.microsoft.com/office/powerpoint/2010/main" val="2210693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File Parsing With Separator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Suppose we want to parse the file and its contents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For example the below is a content of a file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Name-ID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 err="1"/>
              <a:t>Tanvir</a:t>
            </a:r>
            <a:r>
              <a:rPr lang="en-US" dirty="0"/>
              <a:t> Ahmed-123466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 err="1"/>
              <a:t>Sabbir</a:t>
            </a:r>
            <a:r>
              <a:rPr lang="en-US" dirty="0"/>
              <a:t> Ahmed-456792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 err="1"/>
              <a:t>Masum</a:t>
            </a:r>
            <a:r>
              <a:rPr lang="en-US" dirty="0"/>
              <a:t> Ahmed-454679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Here you can see the name and id are separated by -.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This is a separator. In many files </a:t>
            </a:r>
            <a:r>
              <a:rPr lang="en-US" dirty="0" err="1"/>
              <a:t>linux</a:t>
            </a:r>
            <a:r>
              <a:rPr lang="en-US" dirty="0"/>
              <a:t> uses separator to separate file contents.</a:t>
            </a:r>
          </a:p>
        </p:txBody>
      </p:sp>
    </p:spTree>
    <p:extLst>
      <p:ext uri="{BB962C8B-B14F-4D97-AF65-F5344CB8AC3E}">
        <p14:creationId xmlns:p14="http://schemas.microsoft.com/office/powerpoint/2010/main" val="499359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Run cat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passwd</a:t>
            </a:r>
            <a:endParaRPr lang="en-US" dirty="0"/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This file contains the user information like username, password, user home directory etc.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See the below content. This contains username and user’s home directory.</a:t>
            </a:r>
          </a:p>
          <a:p>
            <a:pPr marL="1146175" lvl="3" indent="0">
              <a:spcBef>
                <a:spcPts val="1000"/>
              </a:spcBef>
              <a:buNone/>
            </a:pPr>
            <a:r>
              <a:rPr lang="en-US" dirty="0" err="1"/>
              <a:t>uuidd</a:t>
            </a:r>
            <a:r>
              <a:rPr lang="en-US" dirty="0"/>
              <a:t>:/</a:t>
            </a:r>
            <a:r>
              <a:rPr lang="en-US" dirty="0" err="1"/>
              <a:t>usr</a:t>
            </a:r>
            <a:r>
              <a:rPr lang="en-US" dirty="0"/>
              <a:t>/</a:t>
            </a:r>
            <a:r>
              <a:rPr lang="en-US" dirty="0" err="1"/>
              <a:t>sbin</a:t>
            </a:r>
            <a:r>
              <a:rPr lang="en-US" dirty="0"/>
              <a:t>/</a:t>
            </a:r>
            <a:r>
              <a:rPr lang="en-US" dirty="0" err="1"/>
              <a:t>nologin</a:t>
            </a:r>
            <a:endParaRPr lang="en-US" dirty="0"/>
          </a:p>
          <a:p>
            <a:pPr marL="1146175" lvl="3" indent="0">
              <a:spcBef>
                <a:spcPts val="1000"/>
              </a:spcBef>
              <a:buNone/>
            </a:pPr>
            <a:r>
              <a:rPr lang="en-US" dirty="0" err="1"/>
              <a:t>dnsmasq</a:t>
            </a:r>
            <a:r>
              <a:rPr lang="en-US" dirty="0"/>
              <a:t>:/</a:t>
            </a:r>
            <a:r>
              <a:rPr lang="en-US" dirty="0" err="1"/>
              <a:t>usr</a:t>
            </a:r>
            <a:r>
              <a:rPr lang="en-US" dirty="0"/>
              <a:t>/</a:t>
            </a:r>
            <a:r>
              <a:rPr lang="en-US" dirty="0" err="1"/>
              <a:t>sbin</a:t>
            </a:r>
            <a:r>
              <a:rPr lang="en-US" dirty="0"/>
              <a:t>/</a:t>
            </a:r>
            <a:r>
              <a:rPr lang="en-US" dirty="0" err="1"/>
              <a:t>nologin</a:t>
            </a:r>
            <a:endParaRPr lang="en-US" dirty="0"/>
          </a:p>
          <a:p>
            <a:pPr marL="1146175" lvl="3" indent="0">
              <a:spcBef>
                <a:spcPts val="1000"/>
              </a:spcBef>
              <a:buNone/>
            </a:pPr>
            <a:r>
              <a:rPr lang="en-US" dirty="0"/>
              <a:t>landscape:/</a:t>
            </a:r>
            <a:r>
              <a:rPr lang="en-US" dirty="0" err="1"/>
              <a:t>usr</a:t>
            </a:r>
            <a:r>
              <a:rPr lang="en-US" dirty="0"/>
              <a:t>/</a:t>
            </a:r>
            <a:r>
              <a:rPr lang="en-US" dirty="0" err="1"/>
              <a:t>sbin</a:t>
            </a:r>
            <a:r>
              <a:rPr lang="en-US" dirty="0"/>
              <a:t>/</a:t>
            </a:r>
            <a:r>
              <a:rPr lang="en-US" dirty="0" err="1"/>
              <a:t>nologin</a:t>
            </a:r>
            <a:endParaRPr lang="en-US" dirty="0"/>
          </a:p>
          <a:p>
            <a:pPr marL="1146175" lvl="3" indent="0">
              <a:spcBef>
                <a:spcPts val="1000"/>
              </a:spcBef>
              <a:buNone/>
            </a:pPr>
            <a:r>
              <a:rPr lang="en-US" dirty="0" err="1"/>
              <a:t>sshd</a:t>
            </a:r>
            <a:r>
              <a:rPr lang="en-US" dirty="0"/>
              <a:t>:/</a:t>
            </a:r>
            <a:r>
              <a:rPr lang="en-US" dirty="0" err="1"/>
              <a:t>usr</a:t>
            </a:r>
            <a:r>
              <a:rPr lang="en-US" dirty="0"/>
              <a:t>/</a:t>
            </a:r>
            <a:r>
              <a:rPr lang="en-US" dirty="0" err="1"/>
              <a:t>sbin</a:t>
            </a:r>
            <a:r>
              <a:rPr lang="en-US" dirty="0"/>
              <a:t>/</a:t>
            </a:r>
            <a:r>
              <a:rPr lang="en-US" dirty="0" err="1"/>
              <a:t>nologin</a:t>
            </a:r>
            <a:endParaRPr lang="en-US" dirty="0"/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Here the contents are separated with : (colon). So, to read the attribute like user and user’s home directory independently we have to use File Separator.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To do so we need to use IFS = Internal Field Separator. It basically separates word with a separator.</a:t>
            </a:r>
          </a:p>
        </p:txBody>
      </p:sp>
    </p:spTree>
    <p:extLst>
      <p:ext uri="{BB962C8B-B14F-4D97-AF65-F5344CB8AC3E}">
        <p14:creationId xmlns:p14="http://schemas.microsoft.com/office/powerpoint/2010/main" val="2380202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while IFS=‘:’ read username </a:t>
            </a:r>
            <a:r>
              <a:rPr lang="en-US" dirty="0" err="1"/>
              <a:t>userhomedirectory</a:t>
            </a:r>
            <a:endParaRPr lang="en-US" dirty="0"/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$username $</a:t>
            </a:r>
            <a:r>
              <a:rPr lang="en-US" dirty="0" err="1"/>
              <a:t>userhomedirectory</a:t>
            </a:r>
            <a:endParaRPr lang="en-US" dirty="0"/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done &lt; filename</a:t>
            </a:r>
          </a:p>
          <a:p>
            <a:pPr marL="0" indent="0">
              <a:spcBef>
                <a:spcPts val="1000"/>
              </a:spcBef>
              <a:buNone/>
            </a:pPr>
            <a:endParaRPr lang="en-US" dirty="0"/>
          </a:p>
          <a:p>
            <a:pPr marL="0" indent="0">
              <a:spcBef>
                <a:spcPts val="1000"/>
              </a:spcBef>
              <a:buNone/>
            </a:pPr>
            <a:endParaRPr lang="en-US" dirty="0"/>
          </a:p>
          <a:p>
            <a:pPr marL="0" indent="0">
              <a:spcBef>
                <a:spcPts val="1000"/>
              </a:spcBef>
              <a:buNone/>
            </a:pPr>
            <a:endParaRPr lang="en-US" sz="19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1900" dirty="0"/>
              <a:t>        Output of the above code.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For reading n attribute we need to use n variables. As we are reading 2 attributes we are using 2 variables.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98" y="3895530"/>
            <a:ext cx="2630466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8122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Checking file existence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filename=info.txt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if [ -f $filename ]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then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#do operation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else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“File not exists”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b="1" dirty="0"/>
              <a:t>Here the –f flag checks for the existence of the file.</a:t>
            </a:r>
          </a:p>
        </p:txBody>
      </p:sp>
    </p:spTree>
    <p:extLst>
      <p:ext uri="{BB962C8B-B14F-4D97-AF65-F5344CB8AC3E}">
        <p14:creationId xmlns:p14="http://schemas.microsoft.com/office/powerpoint/2010/main" val="1259179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Unix Shell Programming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</a:t>
            </a:r>
            <a:r>
              <a:rPr lang="en-US" dirty="0" err="1"/>
              <a:t>Yashavant</a:t>
            </a:r>
            <a:r>
              <a:rPr lang="en-US" dirty="0"/>
              <a:t> P. </a:t>
            </a:r>
            <a:r>
              <a:rPr lang="en-US" dirty="0" err="1"/>
              <a:t>Kanetkar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84809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204</TotalTime>
  <Words>549</Words>
  <Application>Microsoft Office PowerPoint</Application>
  <PresentationFormat>On-screen Show (4:3)</PresentationFormat>
  <Paragraphs>93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Corbel</vt:lpstr>
      <vt:lpstr>Wingdings</vt:lpstr>
      <vt:lpstr>Spectrum</vt:lpstr>
      <vt:lpstr>LAB 11</vt:lpstr>
      <vt:lpstr>Lecture Outline</vt:lpstr>
      <vt:lpstr>Array</vt:lpstr>
      <vt:lpstr>Array (cont’d)</vt:lpstr>
      <vt:lpstr>File Parsing from Shell Script </vt:lpstr>
      <vt:lpstr>Syntax</vt:lpstr>
      <vt:lpstr>File Parsing With Separator </vt:lpstr>
      <vt:lpstr>Example</vt:lpstr>
      <vt:lpstr>Syntax</vt:lpstr>
      <vt:lpstr>Checking file existence 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SYEDA ANIKA TASNIM</cp:lastModifiedBy>
  <cp:revision>25</cp:revision>
  <dcterms:created xsi:type="dcterms:W3CDTF">2018-12-10T17:20:29Z</dcterms:created>
  <dcterms:modified xsi:type="dcterms:W3CDTF">2020-12-07T04:26:58Z</dcterms:modified>
</cp:coreProperties>
</file>