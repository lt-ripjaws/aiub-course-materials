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82" d="100"/>
          <a:sy n="82" d="100"/>
        </p:scale>
        <p:origin x="105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SYEDA ANIKA TASNIM" userId="8fb70a1d-16e3-4c86-a699-7b87e9bfa60b" providerId="ADAL" clId="{8CB09AC7-5253-4017-8535-2CB3083B1349}"/>
    <pc:docChg chg="modSld">
      <pc:chgData name="SYEDA ANIKA TASNIM" userId="8fb70a1d-16e3-4c86-a699-7b87e9bfa60b" providerId="ADAL" clId="{8CB09AC7-5253-4017-8535-2CB3083B1349}" dt="2020-11-30T02:57:04.856" v="21" actId="20577"/>
      <pc:docMkLst>
        <pc:docMk/>
      </pc:docMkLst>
      <pc:sldChg chg="modSp mod">
        <pc:chgData name="SYEDA ANIKA TASNIM" userId="8fb70a1d-16e3-4c86-a699-7b87e9bfa60b" providerId="ADAL" clId="{8CB09AC7-5253-4017-8535-2CB3083B1349}" dt="2020-11-30T02:57:04.856" v="21" actId="20577"/>
        <pc:sldMkLst>
          <pc:docMk/>
          <pc:sldMk cId="700707328" sldId="256"/>
        </pc:sldMkLst>
        <pc:graphicFrameChg chg="modGraphic">
          <ac:chgData name="SYEDA ANIKA TASNIM" userId="8fb70a1d-16e3-4c86-a699-7b87e9bfa60b" providerId="ADAL" clId="{8CB09AC7-5253-4017-8535-2CB3083B1349}" dt="2020-11-30T02:57:04.856" v="2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  <pc:docChgLst>
    <pc:chgData name="SYEDA ANIKA TASNIM" userId="8fb70a1d-16e3-4c86-a699-7b87e9bfa60b" providerId="ADAL" clId="{045EBB38-DFAB-4B06-BAEC-B15A2B0B6873}"/>
    <pc:docChg chg="undo custSel modSld">
      <pc:chgData name="SYEDA ANIKA TASNIM" userId="8fb70a1d-16e3-4c86-a699-7b87e9bfa60b" providerId="ADAL" clId="{045EBB38-DFAB-4B06-BAEC-B15A2B0B6873}" dt="2020-08-20T07:41:38.387" v="58" actId="20577"/>
      <pc:docMkLst>
        <pc:docMk/>
      </pc:docMkLst>
      <pc:sldChg chg="modSp mod">
        <pc:chgData name="SYEDA ANIKA TASNIM" userId="8fb70a1d-16e3-4c86-a699-7b87e9bfa60b" providerId="ADAL" clId="{045EBB38-DFAB-4B06-BAEC-B15A2B0B6873}" dt="2020-08-20T07:41:38.387" v="58" actId="20577"/>
        <pc:sldMkLst>
          <pc:docMk/>
          <pc:sldMk cId="700707328" sldId="256"/>
        </pc:sldMkLst>
        <pc:graphicFrameChg chg="mod modGraphic">
          <ac:chgData name="SYEDA ANIKA TASNIM" userId="8fb70a1d-16e3-4c86-a699-7b87e9bfa60b" providerId="ADAL" clId="{045EBB38-DFAB-4B06-BAEC-B15A2B0B6873}" dt="2020-08-20T07:41:38.387" v="58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C62E78-F200-4C4C-BC42-C27AC9E77916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6B0FEB-E303-4A4A-A013-42557A45CD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720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11/30/2020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LAB 9</a:t>
            </a:r>
            <a:endParaRPr lang="en-US" sz="1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2209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5138008"/>
              </p:ext>
            </p:extLst>
          </p:nvPr>
        </p:nvGraphicFramePr>
        <p:xfrm>
          <a:off x="476205" y="5186042"/>
          <a:ext cx="8335798" cy="101881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135799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359876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731265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Fall 20-21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Syeda</a:t>
                      </a:r>
                      <a:r>
                        <a:rPr lang="en-US" i="1" dirty="0"/>
                        <a:t> Anika </a:t>
                      </a:r>
                      <a:r>
                        <a:rPr lang="en-US" i="1" dirty="0" err="1"/>
                        <a:t>Tasnim</a:t>
                      </a:r>
                      <a:endParaRPr lang="en-US" i="1" dirty="0"/>
                    </a:p>
                    <a:p>
                      <a:r>
                        <a:rPr lang="en-US" i="1" dirty="0"/>
                        <a:t>anika.tasnim@aiub.edu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Operating Systems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886560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Control Flow Statements 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Cases</a:t>
            </a:r>
          </a:p>
          <a:p>
            <a:pPr marL="457200" indent="-4572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Logical Operators </a:t>
            </a: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Control Flow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if else statement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if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fi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FF0000"/>
                </a:solidFill>
              </a:rPr>
              <a:t>*****There must be a space before and after the condition*****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	if [condition] not correct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>
                <a:solidFill>
                  <a:srgbClr val="FF0000"/>
                </a:solidFill>
              </a:rPr>
              <a:t>		Must be written like this if [ condition ]</a:t>
            </a:r>
          </a:p>
        </p:txBody>
      </p:sp>
    </p:spTree>
    <p:extLst>
      <p:ext uri="{BB962C8B-B14F-4D97-AF65-F5344CB8AC3E}">
        <p14:creationId xmlns:p14="http://schemas.microsoft.com/office/powerpoint/2010/main" val="16756862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Control Flow Statements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 fontScale="85000" lnSpcReduction="20000"/>
          </a:bodyPr>
          <a:lstStyle/>
          <a:p>
            <a:pPr>
              <a:spcBef>
                <a:spcPts val="1000"/>
              </a:spcBef>
              <a:buFont typeface="Wingdings" pitchFamily="2" charset="2"/>
              <a:buChar char="q"/>
            </a:pPr>
            <a:r>
              <a:rPr lang="en-US" b="1" dirty="0"/>
              <a:t>if else if statement</a:t>
            </a:r>
          </a:p>
          <a:p>
            <a:pPr lvl="1">
              <a:spcBef>
                <a:spcPts val="1000"/>
              </a:spcBef>
              <a:buFont typeface="Wingdings" pitchFamily="2" charset="2"/>
              <a:buChar char="q"/>
            </a:pPr>
            <a:r>
              <a:rPr lang="en-US" dirty="0"/>
              <a:t>Syntax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if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</a:t>
            </a:r>
            <a:r>
              <a:rPr lang="en-US" dirty="0" err="1"/>
              <a:t>elif</a:t>
            </a:r>
            <a:r>
              <a:rPr lang="en-US" dirty="0"/>
              <a:t> [ condition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	Statement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fi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243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rmAutofit/>
          </a:bodyPr>
          <a:lstStyle/>
          <a:p>
            <a:pPr marL="0" indent="0">
              <a:spcBef>
                <a:spcPts val="1000"/>
              </a:spcBef>
              <a:buNone/>
            </a:pPr>
            <a:r>
              <a:rPr lang="en-US" dirty="0"/>
              <a:t>count=10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if [ $count –</a:t>
            </a:r>
            <a:r>
              <a:rPr lang="en-US" dirty="0" err="1"/>
              <a:t>eq</a:t>
            </a:r>
            <a:r>
              <a:rPr lang="en-US" dirty="0"/>
              <a:t> 9 ]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then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“Hello World”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else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	echo “Hello OS”</a:t>
            </a:r>
          </a:p>
          <a:p>
            <a:pPr marL="0" indent="0">
              <a:spcBef>
                <a:spcPts val="1000"/>
              </a:spcBef>
              <a:buNone/>
            </a:pPr>
            <a:r>
              <a:rPr lang="en-US" dirty="0"/>
              <a:t>fi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61949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sz="1800" dirty="0"/>
              <a:t>Used for multi level if conditions that means else if conditions.</a:t>
            </a:r>
          </a:p>
          <a:p>
            <a:pPr>
              <a:spcBef>
                <a:spcPts val="500"/>
              </a:spcBef>
              <a:buFont typeface="Wingdings" pitchFamily="2" charset="2"/>
              <a:buChar char="q"/>
            </a:pPr>
            <a:r>
              <a:rPr lang="en-US" sz="1800" dirty="0"/>
              <a:t>Syntax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           case expression in 		[switch]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pattern ) 			[case 1:]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 			[break]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pattern ) 			[case 2:]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 			[break]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* ) 			[default]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Default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            </a:t>
            </a:r>
            <a:r>
              <a:rPr lang="en-US" sz="1800" dirty="0" err="1"/>
              <a:t>esac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7217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 marL="0" indent="0">
              <a:spcBef>
                <a:spcPts val="500"/>
              </a:spcBef>
              <a:buNone/>
            </a:pPr>
            <a:r>
              <a:rPr lang="en-US" sz="1800" dirty="0" err="1"/>
              <a:t>var</a:t>
            </a:r>
            <a:r>
              <a:rPr lang="en-US" sz="1800" dirty="0"/>
              <a:t>=“Rahim”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case $</a:t>
            </a:r>
            <a:r>
              <a:rPr lang="en-US" sz="1800" dirty="0" err="1"/>
              <a:t>var</a:t>
            </a:r>
            <a:r>
              <a:rPr lang="en-US" sz="1800" dirty="0"/>
              <a:t> in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“</a:t>
            </a:r>
            <a:r>
              <a:rPr lang="en-US" sz="1800" dirty="0" err="1"/>
              <a:t>Karim</a:t>
            </a:r>
            <a:r>
              <a:rPr lang="en-US" sz="1800" dirty="0"/>
              <a:t>”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</a:t>
            </a:r>
            <a:r>
              <a:rPr lang="en-US" sz="1800" dirty="0" err="1"/>
              <a:t>Karim</a:t>
            </a:r>
            <a:r>
              <a:rPr lang="en-US" sz="1800" dirty="0"/>
              <a:t> is good”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“Rahim”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“Rahim is bad”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* 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	echo “Unknown”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/>
              <a:t>	;;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sz="1800" dirty="0" err="1"/>
              <a:t>esac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6560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OR operator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18 ] ||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18 -o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959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18 -o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AND operator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18 ] &amp;&amp;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1710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Logical Operators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163" y="1853852"/>
            <a:ext cx="8574087" cy="4272311"/>
          </a:xfrm>
        </p:spPr>
        <p:txBody>
          <a:bodyPr>
            <a:noAutofit/>
          </a:bodyPr>
          <a:lstStyle/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18 -a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	</a:t>
            </a:r>
          </a:p>
          <a:p>
            <a:pPr>
              <a:spcBef>
                <a:spcPts val="200"/>
              </a:spcBef>
              <a:buFont typeface="Wingdings" pitchFamily="2" charset="2"/>
              <a:buChar char="q"/>
            </a:pPr>
            <a:r>
              <a:rPr lang="en-US" sz="1800" dirty="0"/>
              <a:t>Another approach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</a:t>
            </a:r>
            <a:r>
              <a:rPr lang="en-US" sz="1800" dirty="0" err="1"/>
              <a:t>val</a:t>
            </a:r>
            <a:r>
              <a:rPr lang="en-US" sz="1800" dirty="0"/>
              <a:t>=10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if [[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gt</a:t>
            </a:r>
            <a:r>
              <a:rPr lang="en-US" sz="1800" dirty="0"/>
              <a:t> 18 -a $</a:t>
            </a:r>
            <a:r>
              <a:rPr lang="en-US" sz="1800" dirty="0" err="1"/>
              <a:t>val</a:t>
            </a:r>
            <a:r>
              <a:rPr lang="en-US" sz="1800" dirty="0"/>
              <a:t> –</a:t>
            </a:r>
            <a:r>
              <a:rPr lang="en-US" sz="1800" dirty="0" err="1"/>
              <a:t>lt</a:t>
            </a:r>
            <a:r>
              <a:rPr lang="en-US" sz="1800" dirty="0"/>
              <a:t> 30 ]]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then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else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	statement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1800" dirty="0"/>
              <a:t>	fi</a:t>
            </a:r>
            <a:endParaRPr lang="en-US" sz="1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8102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7F4BAFD-2E76-4ABD-8010-F76016C90307}"/>
              </a:ext>
            </a:extLst>
          </p:cNvPr>
          <p:cNvSpPr txBox="1">
            <a:spLocks/>
          </p:cNvSpPr>
          <p:nvPr/>
        </p:nvSpPr>
        <p:spPr>
          <a:xfrm>
            <a:off x="335494" y="1203272"/>
            <a:ext cx="8229600" cy="3775604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itchFamily="2" charset="2"/>
              <a:buChar char="q"/>
            </a:pPr>
            <a:r>
              <a:rPr lang="en-US" dirty="0"/>
              <a:t>Unix Shell Programming</a:t>
            </a:r>
          </a:p>
          <a:p>
            <a:pPr lvl="1">
              <a:buFont typeface="Wingdings" pitchFamily="2" charset="2"/>
              <a:buChar char="q"/>
            </a:pPr>
            <a:r>
              <a:rPr lang="en-US" dirty="0"/>
              <a:t>Written by </a:t>
            </a:r>
            <a:r>
              <a:rPr lang="en-US" dirty="0" err="1"/>
              <a:t>Yashavant</a:t>
            </a:r>
            <a:r>
              <a:rPr lang="en-US" dirty="0"/>
              <a:t> P. </a:t>
            </a:r>
            <a:r>
              <a:rPr lang="en-US" dirty="0" err="1"/>
              <a:t>Kanetkar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2848095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157</TotalTime>
  <Words>529</Words>
  <Application>Microsoft Office PowerPoint</Application>
  <PresentationFormat>On-screen Show (4:3)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Corbel</vt:lpstr>
      <vt:lpstr>Wingdings</vt:lpstr>
      <vt:lpstr>Spectrum</vt:lpstr>
      <vt:lpstr>LAB 9</vt:lpstr>
      <vt:lpstr>Lecture Outline</vt:lpstr>
      <vt:lpstr>Control Flow Statements </vt:lpstr>
      <vt:lpstr>Control Flow Statements </vt:lpstr>
      <vt:lpstr>Example</vt:lpstr>
      <vt:lpstr>Cases</vt:lpstr>
      <vt:lpstr>Example</vt:lpstr>
      <vt:lpstr>Logical Operators </vt:lpstr>
      <vt:lpstr>Logical Operators </vt:lpstr>
      <vt:lpstr>Logical Operators 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SYEDA ANIKA TASNIM</cp:lastModifiedBy>
  <cp:revision>24</cp:revision>
  <dcterms:created xsi:type="dcterms:W3CDTF">2018-12-10T17:20:29Z</dcterms:created>
  <dcterms:modified xsi:type="dcterms:W3CDTF">2020-11-30T02:57:08Z</dcterms:modified>
</cp:coreProperties>
</file>