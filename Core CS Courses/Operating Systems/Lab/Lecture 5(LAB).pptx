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72" r:id="rId4"/>
    <p:sldId id="266" r:id="rId5"/>
    <p:sldId id="267" r:id="rId6"/>
    <p:sldId id="268" r:id="rId7"/>
    <p:sldId id="269" r:id="rId8"/>
    <p:sldId id="270" r:id="rId9"/>
    <p:sldId id="271" r:id="rId10"/>
    <p:sldId id="27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2" d="100"/>
          <a:sy n="82" d="100"/>
        </p:scale>
        <p:origin x="10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52A1B263-24CE-4434-A252-B14309CB4742}"/>
    <pc:docChg chg="custSel modSld">
      <pc:chgData name="SYEDA ANIKA TASNIM" userId="8fb70a1d-16e3-4c86-a699-7b87e9bfa60b" providerId="ADAL" clId="{52A1B263-24CE-4434-A252-B14309CB4742}" dt="2020-07-26T10:12:54.167" v="60" actId="1076"/>
      <pc:docMkLst>
        <pc:docMk/>
      </pc:docMkLst>
      <pc:sldChg chg="modSp mod">
        <pc:chgData name="SYEDA ANIKA TASNIM" userId="8fb70a1d-16e3-4c86-a699-7b87e9bfa60b" providerId="ADAL" clId="{52A1B263-24CE-4434-A252-B14309CB4742}" dt="2020-07-22T10:27:59.527" v="59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52A1B263-24CE-4434-A252-B14309CB4742}" dt="2020-07-22T10:27:59.527" v="5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SYEDA ANIKA TASNIM" userId="8fb70a1d-16e3-4c86-a699-7b87e9bfa60b" providerId="ADAL" clId="{52A1B263-24CE-4434-A252-B14309CB4742}" dt="2020-07-26T10:12:54.167" v="60" actId="1076"/>
        <pc:sldMkLst>
          <pc:docMk/>
          <pc:sldMk cId="3531778394" sldId="270"/>
        </pc:sldMkLst>
        <pc:grpChg chg="mod">
          <ac:chgData name="SYEDA ANIKA TASNIM" userId="8fb70a1d-16e3-4c86-a699-7b87e9bfa60b" providerId="ADAL" clId="{52A1B263-24CE-4434-A252-B14309CB4742}" dt="2020-07-26T10:12:54.167" v="60" actId="1076"/>
          <ac:grpSpMkLst>
            <pc:docMk/>
            <pc:sldMk cId="3531778394" sldId="270"/>
            <ac:grpSpMk id="14" creationId="{00000000-0000-0000-0000-000000000000}"/>
          </ac:grpSpMkLst>
        </pc:grpChg>
      </pc:sldChg>
      <pc:sldChg chg="modSp mod">
        <pc:chgData name="SYEDA ANIKA TASNIM" userId="8fb70a1d-16e3-4c86-a699-7b87e9bfa60b" providerId="ADAL" clId="{52A1B263-24CE-4434-A252-B14309CB4742}" dt="2020-07-21T15:15:54.118" v="2" actId="20577"/>
        <pc:sldMkLst>
          <pc:docMk/>
          <pc:sldMk cId="1781324696" sldId="272"/>
        </pc:sldMkLst>
        <pc:spChg chg="mod">
          <ac:chgData name="SYEDA ANIKA TASNIM" userId="8fb70a1d-16e3-4c86-a699-7b87e9bfa60b" providerId="ADAL" clId="{52A1B263-24CE-4434-A252-B14309CB4742}" dt="2020-07-21T15:15:54.118" v="2" actId="20577"/>
          <ac:spMkLst>
            <pc:docMk/>
            <pc:sldMk cId="1781324696" sldId="272"/>
            <ac:spMk id="3" creationId="{FC1E56C1-DCEA-405C-A3FD-6464241B8D54}"/>
          </ac:spMkLst>
        </pc:spChg>
      </pc:sldChg>
    </pc:docChg>
  </pc:docChgLst>
  <pc:docChgLst>
    <pc:chgData name="SYEDA ANIKA TASNIM" userId="8fb70a1d-16e3-4c86-a699-7b87e9bfa60b" providerId="ADAL" clId="{D91BB0C0-D07B-4BDA-9DF3-013DE3615E33}"/>
    <pc:docChg chg="modSld">
      <pc:chgData name="SYEDA ANIKA TASNIM" userId="8fb70a1d-16e3-4c86-a699-7b87e9bfa60b" providerId="ADAL" clId="{D91BB0C0-D07B-4BDA-9DF3-013DE3615E33}" dt="2020-11-04T08:16:04.832" v="9" actId="20577"/>
      <pc:docMkLst>
        <pc:docMk/>
      </pc:docMkLst>
      <pc:sldChg chg="modSp mod">
        <pc:chgData name="SYEDA ANIKA TASNIM" userId="8fb70a1d-16e3-4c86-a699-7b87e9bfa60b" providerId="ADAL" clId="{D91BB0C0-D07B-4BDA-9DF3-013DE3615E33}" dt="2020-11-04T08:16:04.832" v="9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D91BB0C0-D07B-4BDA-9DF3-013DE3615E33}" dt="2020-11-04T08:16:04.832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4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5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220628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35799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418492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72649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dirty="0"/>
                        <a:t> Anika </a:t>
                      </a:r>
                      <a:r>
                        <a:rPr lang="en-US" i="1" dirty="0" err="1"/>
                        <a:t>Tasnim</a:t>
                      </a:r>
                      <a:endParaRPr lang="en-US" i="1" dirty="0"/>
                    </a:p>
                    <a:p>
                      <a:r>
                        <a:rPr lang="en-US" i="1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grep</a:t>
            </a:r>
            <a:r>
              <a:rPr lang="en-US" sz="2400" dirty="0">
                <a:solidFill>
                  <a:schemeClr val="tx1"/>
                </a:solidFill>
              </a:rPr>
              <a:t> Command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Case in-sensitive search using </a:t>
            </a:r>
            <a:r>
              <a:rPr lang="en-US" sz="2400" dirty="0" err="1">
                <a:solidFill>
                  <a:schemeClr val="tx1"/>
                </a:solidFill>
              </a:rPr>
              <a:t>grep</a:t>
            </a:r>
            <a:endParaRPr lang="en-US" sz="24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File Permissions in Linux/Unix with Example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Ownership of Linux files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Change permissions of a file</a:t>
            </a:r>
            <a:br>
              <a:rPr lang="en-US" sz="2400" dirty="0">
                <a:solidFill>
                  <a:schemeClr val="tx1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6C42-C393-4FE3-AF48-BDD53FA2A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err="1"/>
              <a:t>grep</a:t>
            </a:r>
            <a:r>
              <a:rPr lang="en-US" dirty="0"/>
              <a:t>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E56C1-DCEA-405C-A3FD-6464241B8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16274"/>
            <a:ext cx="8574087" cy="430988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800" b="1" dirty="0"/>
              <a:t>grep</a:t>
            </a:r>
            <a:r>
              <a:rPr lang="en-US" b="1" dirty="0"/>
              <a:t>: </a:t>
            </a:r>
            <a:r>
              <a:rPr lang="en-US" dirty="0"/>
              <a:t>The grep filter searches a file for a particular pattern </a:t>
            </a:r>
            <a:r>
              <a:rPr lang="en-US"/>
              <a:t>of characters and </a:t>
            </a:r>
            <a:r>
              <a:rPr lang="en-US" dirty="0"/>
              <a:t>displays all lines that contain that pattern.</a:t>
            </a:r>
            <a:endParaRPr lang="en-US" b="1" dirty="0"/>
          </a:p>
          <a:p>
            <a:pPr marL="803275" lvl="1" indent="-342900">
              <a:buFont typeface="Wingdings" pitchFamily="2" charset="2"/>
              <a:buChar char="q"/>
            </a:pPr>
            <a:r>
              <a:rPr lang="en-US" sz="2400" dirty="0"/>
              <a:t>$ grep -i “</a:t>
            </a:r>
            <a:r>
              <a:rPr lang="en-US" sz="2400" dirty="0" err="1"/>
              <a:t>UNix</a:t>
            </a:r>
            <a:r>
              <a:rPr lang="en-US" sz="2400" dirty="0"/>
              <a:t>" sample.txt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75D404-E34A-4824-AD62-9D71EA2B3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324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6C42-C393-4FE3-AF48-BDD53FA2A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200" dirty="0"/>
              <a:t>Search for a given string in a file (case in-sensitive search)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E56C1-DCEA-405C-A3FD-6464241B8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16274"/>
            <a:ext cx="8574087" cy="430988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Case insensitive search : </a:t>
            </a:r>
            <a:r>
              <a:rPr lang="en-US" dirty="0"/>
              <a:t>The -i option enables to search for a string case insensitively in the give file. It matches the words like “UNIX”, “Unix”, “</a:t>
            </a:r>
            <a:r>
              <a:rPr lang="en-US" dirty="0" err="1"/>
              <a:t>unix</a:t>
            </a:r>
            <a:r>
              <a:rPr lang="en-US" dirty="0"/>
              <a:t>”.</a:t>
            </a:r>
          </a:p>
          <a:p>
            <a:pPr marL="803275" lvl="1" indent="-342900">
              <a:buFont typeface="Wingdings" pitchFamily="2" charset="2"/>
              <a:buChar char="q"/>
            </a:pPr>
            <a:r>
              <a:rPr lang="en-US" altLang="en-US" b="1" dirty="0">
                <a:latin typeface="Consolas" panose="020B0609020204030204" pitchFamily="49" charset="0"/>
              </a:rPr>
              <a:t>$</a:t>
            </a:r>
            <a:r>
              <a:rPr lang="en-US" altLang="en-US" b="1" dirty="0" err="1">
                <a:latin typeface="Consolas" panose="020B0609020204030204" pitchFamily="49" charset="0"/>
              </a:rPr>
              <a:t>grep</a:t>
            </a:r>
            <a:r>
              <a:rPr lang="en-US" altLang="en-US" b="1" dirty="0">
                <a:latin typeface="Consolas" panose="020B0609020204030204" pitchFamily="49" charset="0"/>
              </a:rPr>
              <a:t> -c "</a:t>
            </a:r>
            <a:r>
              <a:rPr lang="en-US" altLang="en-US" b="1" dirty="0" err="1">
                <a:latin typeface="Consolas" panose="020B0609020204030204" pitchFamily="49" charset="0"/>
              </a:rPr>
              <a:t>unix</a:t>
            </a:r>
            <a:r>
              <a:rPr lang="en-US" altLang="en-US" b="1" dirty="0">
                <a:latin typeface="Consolas" panose="020B0609020204030204" pitchFamily="49" charset="0"/>
              </a:rPr>
              <a:t>" sample.txt</a:t>
            </a:r>
            <a:r>
              <a:rPr lang="en-US" altLang="en-US" dirty="0"/>
              <a:t> 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b="1" dirty="0"/>
              <a:t>Displaying the count of number of matches :</a:t>
            </a:r>
            <a:r>
              <a:rPr lang="en-US" dirty="0"/>
              <a:t> We can find the number of lines that matches the given string/pattern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75D404-E34A-4824-AD62-9D71EA2B3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54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AD70B-4EF1-41D7-8B90-3D9B92FE0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1A47B-F32E-410F-9C7F-851D1CC47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10688"/>
            <a:ext cx="8574087" cy="42154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Displaying only the matched pattern :</a:t>
            </a:r>
            <a:r>
              <a:rPr lang="en-US" dirty="0"/>
              <a:t> By default, grep displays the entire line which has the matched string. We can make the grep to display only the matched string by using the -o option.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b="1" dirty="0"/>
              <a:t>$ grep -o "</a:t>
            </a:r>
            <a:r>
              <a:rPr lang="en-US" b="1" dirty="0" err="1"/>
              <a:t>unix</a:t>
            </a:r>
            <a:r>
              <a:rPr lang="en-US" b="1" dirty="0"/>
              <a:t>" sample.txt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Inverting the pattern match : </a:t>
            </a:r>
            <a:r>
              <a:rPr lang="en-US" dirty="0"/>
              <a:t>You can display the lines that are not matched with the specified search sting pattern using the -v option.</a:t>
            </a:r>
          </a:p>
          <a:p>
            <a:pPr marL="460375" lvl="1" indent="0">
              <a:buNone/>
            </a:pPr>
            <a:r>
              <a:rPr lang="en-US" sz="2400" b="1" dirty="0"/>
              <a:t>$ grep -v "</a:t>
            </a:r>
            <a:r>
              <a:rPr lang="en-US" sz="2400" b="1" dirty="0" err="1"/>
              <a:t>unix</a:t>
            </a:r>
            <a:r>
              <a:rPr lang="en-US" sz="2400" b="1" dirty="0"/>
              <a:t>" sample.txt</a:t>
            </a:r>
          </a:p>
        </p:txBody>
      </p:sp>
    </p:spTree>
    <p:extLst>
      <p:ext uri="{BB962C8B-B14F-4D97-AF65-F5344CB8AC3E}">
        <p14:creationId xmlns:p14="http://schemas.microsoft.com/office/powerpoint/2010/main" val="2794691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FCACE-6F5A-4ECB-8C59-C3558BCC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en-US" sz="3200" b="1" dirty="0"/>
            </a:br>
            <a:r>
              <a:rPr lang="en-US" sz="3200" b="1" dirty="0"/>
              <a:t>File Permissions in Linux/Unix with Example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FEBF2-54DC-4227-97FF-13110D00B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83392"/>
            <a:ext cx="8574087" cy="424277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Linux is a clone of UNIX, the </a:t>
            </a:r>
            <a:r>
              <a:rPr lang="en-US" b="1" dirty="0"/>
              <a:t>multi-user operating system </a:t>
            </a:r>
            <a:r>
              <a:rPr lang="en-US" dirty="0"/>
              <a:t>which can be accessed by many users simultaneously. Linux can also be used in mainframes and servers without any modifications. But this raises security concerns as an unsolicited or </a:t>
            </a:r>
            <a:r>
              <a:rPr lang="en-US" b="1" dirty="0"/>
              <a:t>malign user</a:t>
            </a:r>
            <a:r>
              <a:rPr lang="en-US" dirty="0"/>
              <a:t> can </a:t>
            </a:r>
            <a:r>
              <a:rPr lang="en-US" b="1" dirty="0"/>
              <a:t>corrupt, change or remove crucial data</a:t>
            </a:r>
            <a:r>
              <a:rPr lang="en-US" dirty="0"/>
              <a:t>. For effective security, Linux divides authorization into 2 levels.</a:t>
            </a:r>
          </a:p>
          <a:p>
            <a:pPr marL="0" indent="0">
              <a:buNone/>
            </a:pPr>
            <a:r>
              <a:rPr lang="en-US" dirty="0"/>
              <a:t>          - Ownership</a:t>
            </a:r>
          </a:p>
          <a:p>
            <a:pPr marL="0" indent="0">
              <a:buNone/>
            </a:pPr>
            <a:r>
              <a:rPr lang="en-US" dirty="0"/>
              <a:t>          -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72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B9493-2368-415B-AAB0-39F4ACFAD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/>
              <a:t>Ownership of Linux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951C5-2987-4E81-864D-AEE38590D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668" y="1763609"/>
            <a:ext cx="8707437" cy="4390030"/>
          </a:xfrm>
        </p:spPr>
        <p:txBody>
          <a:bodyPr>
            <a:noAutofit/>
          </a:bodyPr>
          <a:lstStyle/>
          <a:p>
            <a:pPr marL="0" indent="0" algn="just">
              <a:spcBef>
                <a:spcPts val="600"/>
              </a:spcBef>
              <a:buNone/>
            </a:pPr>
            <a:r>
              <a:rPr lang="en-US" sz="2000" dirty="0"/>
              <a:t>Every file and directory on your Unix/Linux system is assigned 3 types of owner, given below.</a:t>
            </a:r>
          </a:p>
          <a:p>
            <a:pPr algn="just">
              <a:spcBef>
                <a:spcPts val="600"/>
              </a:spcBef>
              <a:buFont typeface="Wingdings" pitchFamily="2" charset="2"/>
              <a:buChar char="q"/>
            </a:pPr>
            <a:r>
              <a:rPr lang="en-US" sz="2000" b="1" dirty="0"/>
              <a:t>User: </a:t>
            </a:r>
            <a:r>
              <a:rPr lang="en-US" sz="2000" dirty="0"/>
              <a:t>A user is the owner of the file. By default, the person who created a file becomes its owner. Hence, a user is also sometimes called an owner.</a:t>
            </a:r>
          </a:p>
          <a:p>
            <a:pPr algn="just">
              <a:spcBef>
                <a:spcPts val="600"/>
              </a:spcBef>
              <a:buFont typeface="Wingdings" pitchFamily="2" charset="2"/>
              <a:buChar char="q"/>
            </a:pPr>
            <a:r>
              <a:rPr lang="en-US" sz="2000" b="1" dirty="0"/>
              <a:t>Group: </a:t>
            </a:r>
            <a:r>
              <a:rPr lang="en-US" sz="2000" dirty="0"/>
              <a:t>A user- group can contain multiple users. All users belonging to a group will have the same access permissions to the file. Suppose you have a project where a number of people require access to a file. Instead of manually assigning permissions to each user, you could add all users to a group, and assign group permission to file such that only this group members and no one else can read or modify the files.</a:t>
            </a:r>
          </a:p>
          <a:p>
            <a:pPr algn="just">
              <a:spcBef>
                <a:spcPts val="600"/>
              </a:spcBef>
              <a:buFont typeface="Wingdings" pitchFamily="2" charset="2"/>
              <a:buChar char="q"/>
            </a:pPr>
            <a:r>
              <a:rPr lang="en-US" sz="2000" b="1" dirty="0"/>
              <a:t>Other: </a:t>
            </a:r>
            <a:r>
              <a:rPr lang="en-US" sz="2000" dirty="0"/>
              <a:t>Any other user who has access to a file. This person has neither created the file, nor he belongs to a </a:t>
            </a:r>
            <a:r>
              <a:rPr lang="en-US" sz="2000" dirty="0" err="1"/>
              <a:t>usergroup</a:t>
            </a:r>
            <a:r>
              <a:rPr lang="en-US" sz="2000" dirty="0"/>
              <a:t> who could own the file. Practically, it means everybody else. Hence, when you set the permission for others, it is also referred as set permissions for the world.</a:t>
            </a:r>
          </a:p>
        </p:txBody>
      </p:sp>
    </p:spTree>
    <p:extLst>
      <p:ext uri="{BB962C8B-B14F-4D97-AF65-F5344CB8AC3E}">
        <p14:creationId xmlns:p14="http://schemas.microsoft.com/office/powerpoint/2010/main" val="1594786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F3579-EE62-4C42-BDD5-15A9D6AF9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Change permissions of a file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9C5559-73BC-4A99-8F16-B679AB69C8D5}"/>
              </a:ext>
            </a:extLst>
          </p:cNvPr>
          <p:cNvSpPr/>
          <p:nvPr/>
        </p:nvSpPr>
        <p:spPr>
          <a:xfrm>
            <a:off x="453234" y="30902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User: </a:t>
            </a:r>
            <a:r>
              <a:rPr lang="en-US" dirty="0" err="1">
                <a:solidFill>
                  <a:srgbClr val="666666"/>
                </a:solidFill>
                <a:latin typeface="Arial" panose="020B0604020202020204" pitchFamily="34" charset="0"/>
              </a:rPr>
              <a:t>rwx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 = 4 + 2 + 1 = 7</a:t>
            </a:r>
          </a:p>
          <a:p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group: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 </a:t>
            </a:r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666666"/>
                </a:solidFill>
                <a:latin typeface="Arial" panose="020B0604020202020204" pitchFamily="34" charset="0"/>
              </a:rPr>
              <a:t>rwx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  = 4 + 2 + 1 = 7</a:t>
            </a:r>
          </a:p>
          <a:p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Other: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666666"/>
                </a:solidFill>
                <a:latin typeface="Arial" panose="020B0604020202020204" pitchFamily="34" charset="0"/>
              </a:rPr>
              <a:t>rw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- = 4 + 2 + 0 = 6</a:t>
            </a:r>
            <a:endParaRPr lang="en-US" b="0" i="0" dirty="0">
              <a:solidFill>
                <a:srgbClr val="66666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CC546B-AF7A-42A1-B11A-42733750C885}"/>
              </a:ext>
            </a:extLst>
          </p:cNvPr>
          <p:cNvSpPr/>
          <p:nvPr/>
        </p:nvSpPr>
        <p:spPr>
          <a:xfrm>
            <a:off x="503588" y="3975442"/>
            <a:ext cx="6019800" cy="820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78105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  <a:tabLst>
                <a:tab pos="508635" algn="l"/>
              </a:tabLst>
            </a:pPr>
            <a:r>
              <a:rPr lang="en-US" sz="20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Current permissions of guest directory is</a:t>
            </a:r>
            <a:r>
              <a:rPr lang="en-US" sz="2000" spc="-6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rwx</a:t>
            </a:r>
            <a:r>
              <a:rPr lang="en-US" sz="20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rwx</a:t>
            </a:r>
            <a:r>
              <a:rPr lang="en-US" sz="20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rw</a:t>
            </a:r>
            <a:r>
              <a:rPr lang="en-US" sz="20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</a:p>
          <a:p>
            <a:pPr marR="78105">
              <a:lnSpc>
                <a:spcPct val="107000"/>
              </a:lnSpc>
              <a:spcAft>
                <a:spcPts val="800"/>
              </a:spcAft>
              <a:buSzPts val="1200"/>
              <a:tabLst>
                <a:tab pos="508635" algn="l"/>
              </a:tabLst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Change the permissions of guest directory to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-</a:t>
            </a:r>
            <a:r>
              <a:rPr lang="en-US" dirty="0" err="1"/>
              <a:t>rw</a:t>
            </a:r>
            <a:r>
              <a:rPr lang="en-US" dirty="0"/>
              <a:t>-r--r--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644265" y="1790083"/>
            <a:ext cx="2514600" cy="1468796"/>
            <a:chOff x="636206" y="1790083"/>
            <a:chExt cx="2514600" cy="1468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7BE57F-863F-4503-A222-149F239C0AD3}"/>
                </a:ext>
              </a:extLst>
            </p:cNvPr>
            <p:cNvSpPr/>
            <p:nvPr/>
          </p:nvSpPr>
          <p:spPr>
            <a:xfrm>
              <a:off x="636206" y="2058550"/>
              <a:ext cx="251460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u="sng" dirty="0" err="1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rwx</a:t>
              </a:r>
              <a:r>
                <a:rPr 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 </a:t>
              </a:r>
              <a:r>
                <a:rPr lang="en-US" sz="2400" b="1" u="sng" dirty="0" err="1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rwx</a:t>
              </a:r>
              <a:r>
                <a:rPr 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 </a:t>
              </a:r>
              <a:r>
                <a:rPr lang="en-US" sz="2400" b="1" u="sng" dirty="0" err="1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rwx</a:t>
              </a:r>
              <a:endParaRPr lang="en-US" sz="2400" b="1" u="sng" dirty="0">
                <a:solidFill>
                  <a:srgbClr val="FF3300"/>
                </a:solidFill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  <a:p>
              <a:r>
                <a:rPr lang="en-US" sz="2400" b="1" u="sng" dirty="0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421  421  421</a:t>
              </a:r>
            </a:p>
            <a:p>
              <a:r>
                <a:rPr 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   7      7     7 </a:t>
              </a:r>
              <a:endParaRPr lang="en-US" sz="2400" dirty="0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636206" y="1790083"/>
              <a:ext cx="1944361" cy="373157"/>
              <a:chOff x="636206" y="1907268"/>
              <a:chExt cx="1944361" cy="37315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9DBF818-AAFF-44EB-9171-E1E817C041BC}"/>
                  </a:ext>
                </a:extLst>
              </p:cNvPr>
              <p:cNvSpPr/>
              <p:nvPr/>
            </p:nvSpPr>
            <p:spPr>
              <a:xfrm>
                <a:off x="636206" y="1911093"/>
                <a:ext cx="5642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pc="-1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user</a:t>
                </a:r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873B2CC-F831-4AB7-9933-A1BBBD6E2CA4}"/>
                  </a:ext>
                </a:extLst>
              </p:cNvPr>
              <p:cNvSpPr/>
              <p:nvPr/>
            </p:nvSpPr>
            <p:spPr>
              <a:xfrm>
                <a:off x="1200463" y="1907268"/>
                <a:ext cx="7168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pc="-1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group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8725EE-528D-4F7A-8ABF-A28893F54537}"/>
                  </a:ext>
                </a:extLst>
              </p:cNvPr>
              <p:cNvSpPr/>
              <p:nvPr/>
            </p:nvSpPr>
            <p:spPr>
              <a:xfrm>
                <a:off x="1839338" y="1911093"/>
                <a:ext cx="74122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pc="-1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others</a:t>
                </a:r>
                <a:endParaRPr lang="en-US" dirty="0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439DC15-BC51-4BA1-92B6-41E890E3D2C1}"/>
              </a:ext>
            </a:extLst>
          </p:cNvPr>
          <p:cNvSpPr/>
          <p:nvPr/>
        </p:nvSpPr>
        <p:spPr>
          <a:xfrm>
            <a:off x="3698576" y="5173230"/>
            <a:ext cx="2824812" cy="4680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indent="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chmod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644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guest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36F265-B146-4C0C-AD90-4C2A8ECB04F1}"/>
              </a:ext>
            </a:extLst>
          </p:cNvPr>
          <p:cNvSpPr/>
          <p:nvPr/>
        </p:nvSpPr>
        <p:spPr>
          <a:xfrm>
            <a:off x="533400" y="4945604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User: -</a:t>
            </a:r>
            <a:r>
              <a:rPr lang="en-US" dirty="0" err="1">
                <a:solidFill>
                  <a:srgbClr val="666666"/>
                </a:solidFill>
                <a:latin typeface="Arial" panose="020B0604020202020204" pitchFamily="34" charset="0"/>
              </a:rPr>
              <a:t>rw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 = 0+4+ 2 = 6</a:t>
            </a:r>
          </a:p>
          <a:p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group: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 </a:t>
            </a:r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 -r-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  = 0 + 4 + 0 = 4</a:t>
            </a:r>
          </a:p>
          <a:p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everyone: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 -r- = 0+4+0 = 4</a:t>
            </a:r>
          </a:p>
        </p:txBody>
      </p:sp>
    </p:spTree>
    <p:extLst>
      <p:ext uri="{BB962C8B-B14F-4D97-AF65-F5344CB8AC3E}">
        <p14:creationId xmlns:p14="http://schemas.microsoft.com/office/powerpoint/2010/main" val="3531778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Change permissions of a file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440755-2DD7-43E8-8CCE-04BC510FFB1F}"/>
              </a:ext>
            </a:extLst>
          </p:cNvPr>
          <p:cNvSpPr/>
          <p:nvPr/>
        </p:nvSpPr>
        <p:spPr>
          <a:xfrm>
            <a:off x="484391" y="4088289"/>
            <a:ext cx="8306210" cy="1775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78105">
              <a:lnSpc>
                <a:spcPct val="107000"/>
              </a:lnSpc>
              <a:spcAft>
                <a:spcPts val="800"/>
              </a:spcAft>
              <a:buSzPts val="1200"/>
              <a:tabLst>
                <a:tab pos="508635" algn="l"/>
              </a:tabLst>
            </a:pPr>
            <a:r>
              <a:rPr lang="en-US" sz="2400" dirty="0"/>
              <a:t>1. Find the value for, </a:t>
            </a:r>
            <a:r>
              <a:rPr lang="en-US" sz="2400" dirty="0" err="1"/>
              <a:t>rw</a:t>
            </a:r>
            <a:r>
              <a:rPr lang="en-US" sz="2400" dirty="0"/>
              <a:t>- </a:t>
            </a:r>
            <a:r>
              <a:rPr lang="en-US" sz="2400" dirty="0" err="1"/>
              <a:t>rw</a:t>
            </a:r>
            <a:r>
              <a:rPr lang="en-US" sz="2400" dirty="0"/>
              <a:t>- ---</a:t>
            </a:r>
            <a:endParaRPr lang="en-US" sz="2400" spc="-1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78105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  <a:tabLst>
                <a:tab pos="508635" algn="l"/>
              </a:tabLst>
            </a:pPr>
            <a:r>
              <a:rPr lang="en-US" sz="2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Create a file os1.txt in dir2sub. Give the read, write and executable permission for the</a:t>
            </a:r>
            <a:r>
              <a:rPr lang="en-US" sz="2400" spc="26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user, read and executable permission for the group and give others read</a:t>
            </a:r>
            <a:r>
              <a:rPr lang="en-US" sz="2400" spc="-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permission.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014AB0-5D44-44F2-8C53-094348D349B1}"/>
              </a:ext>
            </a:extLst>
          </p:cNvPr>
          <p:cNvSpPr/>
          <p:nvPr/>
        </p:nvSpPr>
        <p:spPr>
          <a:xfrm>
            <a:off x="484391" y="3125627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User: </a:t>
            </a:r>
            <a:r>
              <a:rPr lang="en-US" dirty="0" err="1">
                <a:solidFill>
                  <a:srgbClr val="666666"/>
                </a:solidFill>
                <a:latin typeface="Arial" panose="020B0604020202020204" pitchFamily="34" charset="0"/>
              </a:rPr>
              <a:t>rwx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 = 4 + 2 + 1 = 7</a:t>
            </a:r>
          </a:p>
          <a:p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group: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 </a:t>
            </a:r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666666"/>
                </a:solidFill>
                <a:latin typeface="Arial" panose="020B0604020202020204" pitchFamily="34" charset="0"/>
              </a:rPr>
              <a:t>rwx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  = 4 + 2 + 1 = 7</a:t>
            </a:r>
          </a:p>
          <a:p>
            <a:r>
              <a:rPr lang="en-US" b="1" dirty="0">
                <a:solidFill>
                  <a:srgbClr val="666666"/>
                </a:solidFill>
                <a:latin typeface="Arial" panose="020B0604020202020204" pitchFamily="34" charset="0"/>
              </a:rPr>
              <a:t>Other: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666666"/>
                </a:solidFill>
                <a:latin typeface="Arial" panose="020B0604020202020204" pitchFamily="34" charset="0"/>
              </a:rPr>
              <a:t>rw</a:t>
            </a:r>
            <a:r>
              <a:rPr lang="en-US" dirty="0">
                <a:solidFill>
                  <a:srgbClr val="666666"/>
                </a:solidFill>
                <a:latin typeface="Arial" panose="020B0604020202020204" pitchFamily="34" charset="0"/>
              </a:rPr>
              <a:t>- = 4 + 2 + 0 = 6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527408" y="1790083"/>
            <a:ext cx="2514600" cy="1468796"/>
            <a:chOff x="636206" y="1790083"/>
            <a:chExt cx="2514600" cy="1468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07BE57F-863F-4503-A222-149F239C0AD3}"/>
                </a:ext>
              </a:extLst>
            </p:cNvPr>
            <p:cNvSpPr/>
            <p:nvPr/>
          </p:nvSpPr>
          <p:spPr>
            <a:xfrm>
              <a:off x="636206" y="2058550"/>
              <a:ext cx="251460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u="sng" dirty="0" err="1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rwx</a:t>
              </a:r>
              <a:r>
                <a:rPr 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 </a:t>
              </a:r>
              <a:r>
                <a:rPr lang="en-US" sz="2400" b="1" u="sng" dirty="0" err="1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rwx</a:t>
              </a:r>
              <a:r>
                <a:rPr 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 </a:t>
              </a:r>
              <a:r>
                <a:rPr lang="en-US" sz="2400" b="1" u="sng" dirty="0" err="1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rw</a:t>
              </a:r>
              <a:r>
                <a:rPr lang="en-US" sz="2400" u="sng" dirty="0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-</a:t>
              </a:r>
            </a:p>
            <a:p>
              <a:r>
                <a:rPr lang="en-US" sz="2400" b="1" u="sng" dirty="0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421  421  420</a:t>
              </a:r>
            </a:p>
            <a:p>
              <a:r>
                <a:rPr lang="en-US" sz="24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   7      7     6 </a:t>
              </a:r>
              <a:endParaRPr lang="en-US" sz="2400" dirty="0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636206" y="1790083"/>
              <a:ext cx="1944361" cy="373157"/>
              <a:chOff x="636206" y="1907268"/>
              <a:chExt cx="1944361" cy="37315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9DBF818-AAFF-44EB-9171-E1E817C041BC}"/>
                  </a:ext>
                </a:extLst>
              </p:cNvPr>
              <p:cNvSpPr/>
              <p:nvPr/>
            </p:nvSpPr>
            <p:spPr>
              <a:xfrm>
                <a:off x="636206" y="1911093"/>
                <a:ext cx="5642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pc="-1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user</a:t>
                </a:r>
                <a:endParaRPr lang="en-US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873B2CC-F831-4AB7-9933-A1BBBD6E2CA4}"/>
                  </a:ext>
                </a:extLst>
              </p:cNvPr>
              <p:cNvSpPr/>
              <p:nvPr/>
            </p:nvSpPr>
            <p:spPr>
              <a:xfrm>
                <a:off x="1200463" y="1907268"/>
                <a:ext cx="7168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pc="-1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group</a:t>
                </a:r>
                <a:endParaRPr lang="en-US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D8725EE-528D-4F7A-8ABF-A28893F54537}"/>
                  </a:ext>
                </a:extLst>
              </p:cNvPr>
              <p:cNvSpPr/>
              <p:nvPr/>
            </p:nvSpPr>
            <p:spPr>
              <a:xfrm>
                <a:off x="1839338" y="1911093"/>
                <a:ext cx="74122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pc="-1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others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1229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298</TotalTime>
  <Words>773</Words>
  <Application>Microsoft Office PowerPoint</Application>
  <PresentationFormat>On-screen Show (4:3)</PresentationFormat>
  <Paragraphs>74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Consolas</vt:lpstr>
      <vt:lpstr>Corbel</vt:lpstr>
      <vt:lpstr>Times New Roman</vt:lpstr>
      <vt:lpstr>Wingdings</vt:lpstr>
      <vt:lpstr>Spectrum</vt:lpstr>
      <vt:lpstr>LAB 5</vt:lpstr>
      <vt:lpstr>Lecture Outline</vt:lpstr>
      <vt:lpstr>grep Command</vt:lpstr>
      <vt:lpstr>Search for a given string in a file (case in-sensitive search)</vt:lpstr>
      <vt:lpstr>Cont’d</vt:lpstr>
      <vt:lpstr> File Permissions in Linux/Unix with Example </vt:lpstr>
      <vt:lpstr>Ownership of Linux files</vt:lpstr>
      <vt:lpstr>Change permissions of a file</vt:lpstr>
      <vt:lpstr>Change permissions of a file (cont’d)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ANIKA TASNIM</cp:lastModifiedBy>
  <cp:revision>26</cp:revision>
  <dcterms:created xsi:type="dcterms:W3CDTF">2018-12-10T17:20:29Z</dcterms:created>
  <dcterms:modified xsi:type="dcterms:W3CDTF">2020-11-04T09:20:50Z</dcterms:modified>
</cp:coreProperties>
</file>